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8.xml" ContentType="application/vnd.openxmlformats-officedocument.drawingml.chart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slides/charts/chart35.xml" ContentType="application/vnd.openxmlformats-officedocument.drawingml.chart+xml"/>
  <Override PartName="/ppt/slides/charts/chart3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7.xml" ContentType="application/vnd.openxmlformats-officedocument.drawingml.chart+xml"/>
  <Override PartName="/ppt/slides/charts/chart38.xml" ContentType="application/vnd.openxmlformats-officedocument.drawingml.chart+xml"/>
  <Override PartName="/ppt/slides/charts/chart39.xml" ContentType="application/vnd.openxmlformats-officedocument.drawingml.chart+xml"/>
  <Override PartName="/ppt/slides/charts/chart40.xml" ContentType="application/vnd.openxmlformats-officedocument.drawingml.chart+xml"/>
  <Override PartName="/ppt/slides/charts/chart41.xml" ContentType="application/vnd.openxmlformats-officedocument.drawingml.chart+xml"/>
  <Override PartName="/ppt/slides/charts/chart4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3.xml" ContentType="application/vnd.openxmlformats-officedocument.drawingml.chart+xml"/>
  <Override PartName="/ppt/slides/charts/chart44.xml" ContentType="application/vnd.openxmlformats-officedocument.drawingml.chart+xml"/>
  <Override PartName="/ppt/slides/charts/chart45.xml" ContentType="application/vnd.openxmlformats-officedocument.drawingml.chart+xml"/>
  <Override PartName="/ppt/slides/charts/chart46.xml" ContentType="application/vnd.openxmlformats-officedocument.drawingml.chart+xml"/>
  <Override PartName="/ppt/slides/charts/chart47.xml" ContentType="application/vnd.openxmlformats-officedocument.drawingml.chart+xml"/>
  <Override PartName="/ppt/slides/charts/chart4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9.xml" ContentType="application/vnd.openxmlformats-officedocument.drawingml.chart+xml"/>
  <Override PartName="/ppt/slides/charts/chart50.xml" ContentType="application/vnd.openxmlformats-officedocument.drawingml.chart+xml"/>
  <Override PartName="/ppt/slides/charts/chart51.xml" ContentType="application/vnd.openxmlformats-officedocument.drawingml.chart+xml"/>
  <Override PartName="/ppt/slides/charts/chart52.xml" ContentType="application/vnd.openxmlformats-officedocument.drawingml.chart+xml"/>
  <Override PartName="/ppt/slides/charts/chart53.xml" ContentType="application/vnd.openxmlformats-officedocument.drawingml.chart+xml"/>
  <Override PartName="/ppt/slides/charts/chart5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5.xml" ContentType="application/vnd.openxmlformats-officedocument.drawingml.chart+xml"/>
  <Override PartName="/ppt/slides/charts/chart56.xml" ContentType="application/vnd.openxmlformats-officedocument.drawingml.chart+xml"/>
  <Override PartName="/ppt/slides/charts/chart57.xml" ContentType="application/vnd.openxmlformats-officedocument.drawingml.chart+xml"/>
  <Override PartName="/ppt/slides/charts/chart58.xml" ContentType="application/vnd.openxmlformats-officedocument.drawingml.chart+xml"/>
  <Override PartName="/ppt/slides/charts/chart59.xml" ContentType="application/vnd.openxmlformats-officedocument.drawingml.chart+xml"/>
  <Override PartName="/ppt/slides/charts/chart6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1.xml" ContentType="application/vnd.openxmlformats-officedocument.drawingml.chart+xml"/>
  <Override PartName="/ppt/slides/charts/chart62.xml" ContentType="application/vnd.openxmlformats-officedocument.drawingml.chart+xml"/>
  <Override PartName="/ppt/slides/charts/chart6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4.xml" ContentType="application/vnd.openxmlformats-officedocument.drawingml.chart+xml"/>
  <Override PartName="/ppt/slides/charts/chart65.xml" ContentType="application/vnd.openxmlformats-officedocument.drawingml.chart+xml"/>
  <Override PartName="/ppt/slides/charts/chart6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7.xml" ContentType="application/vnd.openxmlformats-officedocument.drawingml.chart+xml"/>
  <Override PartName="/ppt/slides/charts/chart68.xml" ContentType="application/vnd.openxmlformats-officedocument.drawingml.chart+xml"/>
  <Override PartName="/ppt/slides/charts/chart69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0.xml" ContentType="application/vnd.openxmlformats-officedocument.drawingml.chart+xml"/>
  <Override PartName="/ppt/slides/charts/chart71.xml" ContentType="application/vnd.openxmlformats-officedocument.drawingml.chart+xml"/>
  <Override PartName="/ppt/slides/charts/chart7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73.xml" ContentType="application/vnd.openxmlformats-officedocument.drawingml.chart+xml"/>
  <Override PartName="/ppt/slides/charts/chart74.xml" ContentType="application/vnd.openxmlformats-officedocument.drawingml.chart+xml"/>
  <Override PartName="/ppt/slides/charts/chart75.xml" ContentType="application/vnd.openxmlformats-officedocument.drawingml.chart+xml"/>
  <Override PartName="/ppt/slides/charts/chart76.xml" ContentType="application/vnd.openxmlformats-officedocument.drawingml.chart+xml"/>
  <Override PartName="/ppt/slides/charts/chart77.xml" ContentType="application/vnd.openxmlformats-officedocument.drawingml.chart+xml"/>
  <Override PartName="/ppt/slides/charts/chart78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79.xml" ContentType="application/vnd.openxmlformats-officedocument.drawingml.chart+xml"/>
  <Override PartName="/ppt/slides/charts/chart80.xml" ContentType="application/vnd.openxmlformats-officedocument.drawingml.chart+xml"/>
  <Override PartName="/ppt/slides/charts/chart81.xml" ContentType="application/vnd.openxmlformats-officedocument.drawingml.chart+xml"/>
  <Override PartName="/ppt/slides/charts/chart82.xml" ContentType="application/vnd.openxmlformats-officedocument.drawingml.chart+xml"/>
  <Override PartName="/ppt/slides/charts/chart83.xml" ContentType="application/vnd.openxmlformats-officedocument.drawingml.chart+xml"/>
  <Override PartName="/ppt/slides/charts/chart84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85.xml" ContentType="application/vnd.openxmlformats-officedocument.drawingml.chart+xml"/>
  <Override PartName="/ppt/slides/charts/chart86.xml" ContentType="application/vnd.openxmlformats-officedocument.drawingml.chart+xml"/>
  <Override PartName="/ppt/slides/charts/chart87.xml" ContentType="application/vnd.openxmlformats-officedocument.drawingml.chart+xml"/>
  <Override PartName="/ppt/slides/charts/chart88.xml" ContentType="application/vnd.openxmlformats-officedocument.drawingml.chart+xml"/>
  <Override PartName="/ppt/slides/charts/chart89.xml" ContentType="application/vnd.openxmlformats-officedocument.drawingml.chart+xml"/>
  <Override PartName="/ppt/slides/charts/chart90.xml" ContentType="application/vnd.openxmlformats-officedocument.drawingml.chart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0e731855a0463d" /><Relationship Type="http://schemas.openxmlformats.org/officeDocument/2006/relationships/extended-properties" Target="/docProps/app.xml" Id="Rfc4214713106466e" /><Relationship Type="http://schemas.openxmlformats.org/officeDocument/2006/relationships/officeDocument" Target="/ppt/presentation.xml" Id="Rafd01554c20643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5b34d1e6314a66"/>
  </p:sldMasterIdLst>
  <p:notesMasterIdLst>
    <p:notesMasterId xmlns:r="http://schemas.openxmlformats.org/officeDocument/2006/relationships" r:id="Rce3b0bc841ce4485"/>
  </p:notesMasterIdLst>
  <p:sldIdLst>
    <p:sldId xmlns:r="http://schemas.openxmlformats.org/officeDocument/2006/relationships" id="256" r:id="R84dfe55d52c54dd0"/>
    <p:sldId xmlns:r="http://schemas.openxmlformats.org/officeDocument/2006/relationships" id="257" r:id="R74f7edbcf3364112"/>
    <p:sldId xmlns:r="http://schemas.openxmlformats.org/officeDocument/2006/relationships" id="258" r:id="Rf24c0388b72a458d"/>
    <p:sldId xmlns:r="http://schemas.openxmlformats.org/officeDocument/2006/relationships" id="259" r:id="Rb7ede36a9ed44c5a"/>
    <p:sldId xmlns:r="http://schemas.openxmlformats.org/officeDocument/2006/relationships" id="260" r:id="R190b74398d9d4969"/>
    <p:sldId xmlns:r="http://schemas.openxmlformats.org/officeDocument/2006/relationships" id="261" r:id="R3034bf5bb3994ac6"/>
    <p:sldId xmlns:r="http://schemas.openxmlformats.org/officeDocument/2006/relationships" id="262" r:id="R6f0ce87059054a36"/>
    <p:sldId xmlns:r="http://schemas.openxmlformats.org/officeDocument/2006/relationships" id="263" r:id="R230f1110568142c6"/>
    <p:sldId xmlns:r="http://schemas.openxmlformats.org/officeDocument/2006/relationships" id="264" r:id="Rddc137903b204f02"/>
    <p:sldId xmlns:r="http://schemas.openxmlformats.org/officeDocument/2006/relationships" id="265" r:id="Rcef6839e293d4ac6"/>
    <p:sldId xmlns:r="http://schemas.openxmlformats.org/officeDocument/2006/relationships" id="266" r:id="Rd5466de2efc343b6"/>
    <p:sldId xmlns:r="http://schemas.openxmlformats.org/officeDocument/2006/relationships" id="267" r:id="Rc9f3bfa608524f2e"/>
    <p:sldId xmlns:r="http://schemas.openxmlformats.org/officeDocument/2006/relationships" id="268" r:id="R8c1dee643ab84200"/>
    <p:sldId xmlns:r="http://schemas.openxmlformats.org/officeDocument/2006/relationships" id="269" r:id="Re0714f3c6a8843ea"/>
    <p:sldId xmlns:r="http://schemas.openxmlformats.org/officeDocument/2006/relationships" id="270" r:id="R62b9a064e5cb489b"/>
    <p:sldId xmlns:r="http://schemas.openxmlformats.org/officeDocument/2006/relationships" id="271" r:id="Rcc064f7f48ec4f19"/>
    <p:sldId xmlns:r="http://schemas.openxmlformats.org/officeDocument/2006/relationships" id="272" r:id="R7ee1934c50d94225"/>
    <p:sldId xmlns:r="http://schemas.openxmlformats.org/officeDocument/2006/relationships" id="273" r:id="Rf3c58188edf74389"/>
    <p:sldId xmlns:r="http://schemas.openxmlformats.org/officeDocument/2006/relationships" id="274" r:id="Re92f4e7b20fd4076"/>
    <p:sldId xmlns:r="http://schemas.openxmlformats.org/officeDocument/2006/relationships" id="275" r:id="R68cd90b07f1f41c4"/>
    <p:sldId xmlns:r="http://schemas.openxmlformats.org/officeDocument/2006/relationships" id="276" r:id="R32a46703b1fd4e79"/>
    <p:sldId xmlns:r="http://schemas.openxmlformats.org/officeDocument/2006/relationships" id="277" r:id="R92fdde08861d41f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ce34a37024568" /><Relationship Type="http://schemas.openxmlformats.org/officeDocument/2006/relationships/slideMaster" Target="/ppt/slideMasters/slideMaster1.xml" Id="Rc15b34d1e6314a66" /><Relationship Type="http://schemas.openxmlformats.org/officeDocument/2006/relationships/notesMaster" Target="/ppt/notesMasters/notesMaster1.xml" Id="Rce3b0bc841ce4485" /><Relationship Type="http://schemas.openxmlformats.org/officeDocument/2006/relationships/presProps" Target="/ppt/presProps.xml" Id="Rf895adc0d3e0491c" /><Relationship Type="http://schemas.openxmlformats.org/officeDocument/2006/relationships/viewProps" Target="/ppt/viewProps.xml" Id="Rb7936fe1981b487b" /><Relationship Type="http://schemas.openxmlformats.org/officeDocument/2006/relationships/tableStyles" Target="/ppt/tableStyles.xml" Id="Rf8900a3c0f0f4f2d" /><Relationship Type="http://schemas.openxmlformats.org/officeDocument/2006/relationships/slide" Target="/ppt/slides/slide1.xml" Id="R84dfe55d52c54dd0" /><Relationship Type="http://schemas.openxmlformats.org/officeDocument/2006/relationships/slide" Target="/ppt/slides/slide2.xml" Id="R74f7edbcf3364112" /><Relationship Type="http://schemas.openxmlformats.org/officeDocument/2006/relationships/slide" Target="/ppt/slides/slide3.xml" Id="Rf24c0388b72a458d" /><Relationship Type="http://schemas.openxmlformats.org/officeDocument/2006/relationships/slide" Target="/ppt/slides/slide4.xml" Id="Rb7ede36a9ed44c5a" /><Relationship Type="http://schemas.openxmlformats.org/officeDocument/2006/relationships/slide" Target="/ppt/slides/slide5.xml" Id="R190b74398d9d4969" /><Relationship Type="http://schemas.openxmlformats.org/officeDocument/2006/relationships/slide" Target="/ppt/slides/slide6.xml" Id="R3034bf5bb3994ac6" /><Relationship Type="http://schemas.openxmlformats.org/officeDocument/2006/relationships/slide" Target="/ppt/slides/slide7.xml" Id="R6f0ce87059054a36" /><Relationship Type="http://schemas.openxmlformats.org/officeDocument/2006/relationships/slide" Target="/ppt/slides/slide8.xml" Id="R230f1110568142c6" /><Relationship Type="http://schemas.openxmlformats.org/officeDocument/2006/relationships/slide" Target="/ppt/slides/slide9.xml" Id="Rddc137903b204f02" /><Relationship Type="http://schemas.openxmlformats.org/officeDocument/2006/relationships/slide" Target="/ppt/slides/slide10.xml" Id="Rcef6839e293d4ac6" /><Relationship Type="http://schemas.openxmlformats.org/officeDocument/2006/relationships/slide" Target="/ppt/slides/slide11.xml" Id="Rd5466de2efc343b6" /><Relationship Type="http://schemas.openxmlformats.org/officeDocument/2006/relationships/slide" Target="/ppt/slides/slide12.xml" Id="Rc9f3bfa608524f2e" /><Relationship Type="http://schemas.openxmlformats.org/officeDocument/2006/relationships/slide" Target="/ppt/slides/slide13.xml" Id="R8c1dee643ab84200" /><Relationship Type="http://schemas.openxmlformats.org/officeDocument/2006/relationships/slide" Target="/ppt/slides/slide14.xml" Id="Re0714f3c6a8843ea" /><Relationship Type="http://schemas.openxmlformats.org/officeDocument/2006/relationships/slide" Target="/ppt/slides/slide15.xml" Id="R62b9a064e5cb489b" /><Relationship Type="http://schemas.openxmlformats.org/officeDocument/2006/relationships/slide" Target="/ppt/slides/slide16.xml" Id="Rcc064f7f48ec4f19" /><Relationship Type="http://schemas.openxmlformats.org/officeDocument/2006/relationships/slide" Target="/ppt/slides/slide17.xml" Id="R7ee1934c50d94225" /><Relationship Type="http://schemas.openxmlformats.org/officeDocument/2006/relationships/slide" Target="/ppt/slides/slide18.xml" Id="Rf3c58188edf74389" /><Relationship Type="http://schemas.openxmlformats.org/officeDocument/2006/relationships/slide" Target="/ppt/slides/slide19.xml" Id="Re92f4e7b20fd4076" /><Relationship Type="http://schemas.openxmlformats.org/officeDocument/2006/relationships/slide" Target="/ppt/slides/slide20.xml" Id="R68cd90b07f1f41c4" /><Relationship Type="http://schemas.openxmlformats.org/officeDocument/2006/relationships/slide" Target="/ppt/slides/slide21.xml" Id="R32a46703b1fd4e79" /><Relationship Type="http://schemas.openxmlformats.org/officeDocument/2006/relationships/slide" Target="/ppt/slides/slide22.xml" Id="R92fdde08861d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0c24feca66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538e4e8eb44734" /><Relationship Type="http://schemas.openxmlformats.org/officeDocument/2006/relationships/notesMaster" Target="/ppt/notesMasters/notesMaster1.xml" Id="R03bdbea38273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4613c09d3d42d6" /><Relationship Type="http://schemas.openxmlformats.org/officeDocument/2006/relationships/notesMaster" Target="/ppt/notesMasters/notesMaster1.xml" Id="Rf251d14a68c446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9cf04ff1e14b6f" /><Relationship Type="http://schemas.openxmlformats.org/officeDocument/2006/relationships/notesMaster" Target="/ppt/notesMasters/notesMaster1.xml" Id="Recbcee35812a4d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d173c582234b47" /><Relationship Type="http://schemas.openxmlformats.org/officeDocument/2006/relationships/notesMaster" Target="/ppt/notesMasters/notesMaster1.xml" Id="Rf482af25cdb648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2feec9c5f2485b" /><Relationship Type="http://schemas.openxmlformats.org/officeDocument/2006/relationships/notesMaster" Target="/ppt/notesMasters/notesMaster1.xml" Id="R3c0741169dbb47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7114092f3e4d9d" /><Relationship Type="http://schemas.openxmlformats.org/officeDocument/2006/relationships/notesMaster" Target="/ppt/notesMasters/notesMaster1.xml" Id="Rc01bee03bfbd4a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85ba5f249847b9" /><Relationship Type="http://schemas.openxmlformats.org/officeDocument/2006/relationships/notesMaster" Target="/ppt/notesMasters/notesMaster1.xml" Id="Rea7ac2f8ced449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6f780aa134452a" /><Relationship Type="http://schemas.openxmlformats.org/officeDocument/2006/relationships/notesMaster" Target="/ppt/notesMasters/notesMaster1.xml" Id="R1a13a0837dc544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eca4fbfbbe4087" /><Relationship Type="http://schemas.openxmlformats.org/officeDocument/2006/relationships/notesMaster" Target="/ppt/notesMasters/notesMaster1.xml" Id="R3a6b3f5f46a742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9bece3272445d0" /><Relationship Type="http://schemas.openxmlformats.org/officeDocument/2006/relationships/notesMaster" Target="/ppt/notesMasters/notesMaster1.xml" Id="Rd0b852436ef84b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34eb10329a44f4" /><Relationship Type="http://schemas.openxmlformats.org/officeDocument/2006/relationships/notesMaster" Target="/ppt/notesMasters/notesMaster1.xml" Id="R790ff06a3d004a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bff022f56f45da" /><Relationship Type="http://schemas.openxmlformats.org/officeDocument/2006/relationships/notesMaster" Target="/ppt/notesMasters/notesMaster1.xml" Id="R3902f74b359d40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cf43cf766d408c" /><Relationship Type="http://schemas.openxmlformats.org/officeDocument/2006/relationships/notesMaster" Target="/ppt/notesMasters/notesMaster1.xml" Id="R42426fc2e0f34c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61b1cb41a34e9d" /><Relationship Type="http://schemas.openxmlformats.org/officeDocument/2006/relationships/notesMaster" Target="/ppt/notesMasters/notesMaster1.xml" Id="R6231021a27f646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9a11b4e4b046fe" /><Relationship Type="http://schemas.openxmlformats.org/officeDocument/2006/relationships/notesMaster" Target="/ppt/notesMasters/notesMaster1.xml" Id="Racd29b74c57242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cfbdc971d14b1e" /><Relationship Type="http://schemas.openxmlformats.org/officeDocument/2006/relationships/notesMaster" Target="/ppt/notesMasters/notesMaster1.xml" Id="Rdf6468f3555449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b9abc70b084b51" /><Relationship Type="http://schemas.openxmlformats.org/officeDocument/2006/relationships/notesMaster" Target="/ppt/notesMasters/notesMaster1.xml" Id="R3193f55387ab4d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455fca07c84184" /><Relationship Type="http://schemas.openxmlformats.org/officeDocument/2006/relationships/notesMaster" Target="/ppt/notesMasters/notesMaster1.xml" Id="Rcd7dbb4f661d44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554c2ecf044131" /><Relationship Type="http://schemas.openxmlformats.org/officeDocument/2006/relationships/notesMaster" Target="/ppt/notesMasters/notesMaster1.xml" Id="Reea7e5392e9a48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4b6415f360465c" /><Relationship Type="http://schemas.openxmlformats.org/officeDocument/2006/relationships/notesMaster" Target="/ppt/notesMasters/notesMaster1.xml" Id="R728f3ec3141545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3df491c52848d1" /><Relationship Type="http://schemas.openxmlformats.org/officeDocument/2006/relationships/notesMaster" Target="/ppt/notesMasters/notesMaster1.xml" Id="Raaf6db71d9cf47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735cfd8c3048aa" /><Relationship Type="http://schemas.openxmlformats.org/officeDocument/2006/relationships/notesMaster" Target="/ppt/notesMasters/notesMaster1.xml" Id="Rf6b019b2cb34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2,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"TR_MEAN_age10_reading"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"Nederland",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554.20876672657,</a:t>
            </a:r>
          </a:p>
          <a:p xmlns:a="http://schemas.openxmlformats.org/drawingml/2006/main">
            <a:r>
              <a:t>            547.15170489715,</a:t>
            </a:r>
          </a:p>
          <a:p xmlns:a="http://schemas.openxmlformats.org/drawingml/2006/main">
            <a:r>
              <a:t>            546.05825283058,</a:t>
            </a:r>
          </a:p>
          <a:p xmlns:a="http://schemas.openxmlformats.org/drawingml/2006/main">
            <a:r>
              <a:t>            544.88365768881,</a:t>
            </a:r>
          </a:p>
          <a:p xmlns:a="http://schemas.openxmlformats.org/drawingml/2006/main">
            <a:r>
              <a:t>            527.23751713153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549.45008983617,</a:t>
            </a:r>
          </a:p>
          <a:p xmlns:a="http://schemas.openxmlformats.org/drawingml/2006/main">
            <a:r>
              <a:t>            558.96744361698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544.15937414205,</a:t>
            </a:r>
          </a:p>
          <a:p xmlns:a="http://schemas.openxmlformats.org/drawingml/2006/main">
            <a:r>
              <a:t>            550.14403565226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542.10332743469,</a:t>
            </a:r>
          </a:p>
          <a:p xmlns:a="http://schemas.openxmlformats.org/drawingml/2006/main">
            <a:r>
              <a:t>            550.01317822648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541.60235104822,</a:t>
            </a:r>
          </a:p>
          <a:p xmlns:a="http://schemas.openxmlformats.org/drawingml/2006/main">
            <a:r>
              <a:t>            548.16496432941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522.30539172033,</a:t>
            </a:r>
          </a:p>
          <a:p xmlns:a="http://schemas.openxmlformats.org/drawingml/2006/main">
            <a:r>
              <a:t>            532.16964254273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"Vergelijkingsgroep",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541.63042935516,</a:t>
            </a:r>
          </a:p>
          <a:p xmlns:a="http://schemas.openxmlformats.org/drawingml/2006/main">
            <a:r>
              <a:t>            541.97195572453,</a:t>
            </a:r>
          </a:p>
          <a:p xmlns:a="http://schemas.openxmlformats.org/drawingml/2006/main">
            <a:r>
              <a:t>            540.07729562473,</a:t>
            </a:r>
          </a:p>
          <a:p xmlns:a="http://schemas.openxmlformats.org/drawingml/2006/main">
            <a:r>
              <a:t>            540.23540261913,</a:t>
            </a:r>
          </a:p>
          <a:p xmlns:a="http://schemas.openxmlformats.org/drawingml/2006/main">
            <a:r>
              <a:t>            533.19041317337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"square",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"NLD|PIRLS|2001|reading|core|mean|total|total|||score_points|",</a:t>
            </a:r>
          </a:p>
          <a:p xmlns:a="http://schemas.openxmlformats.org/drawingml/2006/main">
            <a:r>
              <a:t>        "NLD|PIRLS|2006|reading|core|mean|total|total|||score_points|",</a:t>
            </a:r>
          </a:p>
          <a:p xmlns:a="http://schemas.openxmlformats.org/drawingml/2006/main">
            <a:r>
              <a:t>        "NLD|PIRLS|2011|reading|core|mean|total|total|||score_points|",</a:t>
            </a:r>
          </a:p>
          <a:p xmlns:a="http://schemas.openxmlformats.org/drawingml/2006/main">
            <a:r>
              <a:t>        "NLD|PIRLS|2016|reading|core|mean|total|total|||score_points|",</a:t>
            </a:r>
          </a:p>
          <a:p xmlns:a="http://schemas.openxmlformats.org/drawingml/2006/main">
            <a:r>
              <a:t>        "NLD|PIRLS|2021|reading|core|mean|total|total|||score_points|",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</a:t>
            </a:r>
          </a:p>
          <a:p xmlns:a="http://schemas.openxmlformats.org/drawingml/2006/main">
            <a:r>
              <a:t>        "DEU",</a:t>
            </a:r>
          </a:p>
          <a:p xmlns:a="http://schemas.openxmlformats.org/drawingml/2006/main">
            <a:r>
              <a:t>        "FRA",</a:t>
            </a:r>
          </a:p>
          <a:p xmlns:a="http://schemas.openxmlformats.org/drawingml/2006/main">
            <a:r>
              <a:t>        "ITA",</a:t>
            </a:r>
          </a:p>
          <a:p xmlns:a="http://schemas.openxmlformats.org/drawingml/2006/main">
            <a:r>
              <a:t>        "SWE",</a:t>
            </a:r>
          </a:p>
          <a:p xmlns:a="http://schemas.openxmlformats.org/drawingml/2006/main">
            <a:r>
              <a:t>        "USA"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"TR_MEAN_age10_mathematics"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"Nederland",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540.37339694647,</a:t>
            </a:r>
          </a:p>
          <a:p xmlns:a="http://schemas.openxmlformats.org/drawingml/2006/main">
            <a:r>
              <a:t>            534.95180107904,</a:t>
            </a:r>
          </a:p>
          <a:p xmlns:a="http://schemas.openxmlformats.org/drawingml/2006/main">
            <a:r>
              <a:t>            540.05419839872,</a:t>
            </a:r>
          </a:p>
          <a:p xmlns:a="http://schemas.openxmlformats.org/drawingml/2006/main">
            <a:r>
              <a:t>            529.8186895284,</a:t>
            </a:r>
          </a:p>
          <a:p xmlns:a="http://schemas.openxmlformats.org/drawingml/2006/main">
            <a:r>
              <a:t>            537.50924588016,</a:t>
            </a:r>
          </a:p>
          <a:p xmlns:a="http://schemas.openxmlformats.org/drawingml/2006/main">
            <a:r>
              <a:t>            537.12401651962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526.47542771899,</a:t>
            </a:r>
          </a:p>
          <a:p xmlns:a="http://schemas.openxmlformats.org/drawingml/2006/main">
            <a:r>
              <a:t>            533.1619513378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536.12883025663,</a:t>
            </a:r>
          </a:p>
          <a:p xmlns:a="http://schemas.openxmlformats.org/drawingml/2006/main">
            <a:r>
              <a:t>            544.61796363631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530.81326478936,</a:t>
            </a:r>
          </a:p>
          <a:p xmlns:a="http://schemas.openxmlformats.org/drawingml/2006/main">
            <a:r>
              <a:t>            539.09033736872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536.86021198556,</a:t>
            </a:r>
          </a:p>
          <a:p xmlns:a="http://schemas.openxmlformats.org/drawingml/2006/main">
            <a:r>
              <a:t>            543.24818481187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533.26510440737,</a:t>
            </a:r>
          </a:p>
          <a:p xmlns:a="http://schemas.openxmlformats.org/drawingml/2006/main">
            <a:r>
              <a:t>            541.75338735295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533.24058579818,</a:t>
            </a:r>
          </a:p>
          <a:p xmlns:a="http://schemas.openxmlformats.org/drawingml/2006/main">
            <a:r>
              <a:t>            541.00744724105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"Vergelijkingsgroep",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506.56987228941,</a:t>
            </a:r>
          </a:p>
          <a:p xmlns:a="http://schemas.openxmlformats.org/drawingml/2006/main">
            <a:r>
              <a:t>            517.27379769799,</a:t>
            </a:r>
          </a:p>
          <a:p xmlns:a="http://schemas.openxmlformats.org/drawingml/2006/main">
            <a:r>
              <a:t>            521.46733814079,</a:t>
            </a:r>
          </a:p>
          <a:p xmlns:a="http://schemas.openxmlformats.org/drawingml/2006/main">
            <a:r>
              <a:t>            521.07683949898,</a:t>
            </a:r>
          </a:p>
          <a:p xmlns:a="http://schemas.openxmlformats.org/drawingml/2006/main">
            <a:r>
              <a:t>            521.84517552154,</a:t>
            </a:r>
          </a:p>
          <a:p xmlns:a="http://schemas.openxmlformats.org/drawingml/2006/main">
            <a:r>
              <a:t>            518.30802377461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"square",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"NLD|TIMSS|2015|mathematics|core|mean|total|total|||score_points|",</a:t>
            </a:r>
          </a:p>
          <a:p xmlns:a="http://schemas.openxmlformats.org/drawingml/2006/main">
            <a:r>
              <a:t>        "NLD|TIMSS|2003|mathematics|core|mean|total|total|||score_points|",</a:t>
            </a:r>
          </a:p>
          <a:p xmlns:a="http://schemas.openxmlformats.org/drawingml/2006/main">
            <a:r>
              <a:t>        "NLD|TIMSS|2007|mathematics|core|mean|total|total|||score_points|",</a:t>
            </a:r>
          </a:p>
          <a:p xmlns:a="http://schemas.openxmlformats.org/drawingml/2006/main">
            <a:r>
              <a:t>        "NLD|TIMSS|2011|mathematics|core|mean|total|total|||score_points|",</a:t>
            </a:r>
          </a:p>
          <a:p xmlns:a="http://schemas.openxmlformats.org/drawingml/2006/main">
            <a:r>
              <a:t>        "NLD|TIMSS|2019|mathematics|core|mean|total|total|||score_points|",</a:t>
            </a:r>
          </a:p>
          <a:p xmlns:a="http://schemas.openxmlformats.org/drawingml/2006/main">
            <a:r>
              <a:t>        "NLD|TIMSS|2023|mathematics|core|mean|total|total|||score_points|",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</a:t>
            </a:r>
          </a:p>
          <a:p xmlns:a="http://schemas.openxmlformats.org/drawingml/2006/main">
            <a:r>
              <a:t>        "AUS",</a:t>
            </a:r>
          </a:p>
          <a:p xmlns:a="http://schemas.openxmlformats.org/drawingml/2006/main">
            <a:r>
              <a:t>        "ITA",</a:t>
            </a:r>
          </a:p>
          <a:p xmlns:a="http://schemas.openxmlformats.org/drawingml/2006/main">
            <a:r>
              <a:t>        "USA"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"TR_MEAN_age10_science"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"Nederland",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525.12458794745,</a:t>
            </a:r>
          </a:p>
          <a:p xmlns:a="http://schemas.openxmlformats.org/drawingml/2006/main">
            <a:r>
              <a:t>            523.17631030276,</a:t>
            </a:r>
          </a:p>
          <a:p xmlns:a="http://schemas.openxmlformats.org/drawingml/2006/main">
            <a:r>
              <a:t>            531.15608641004,</a:t>
            </a:r>
          </a:p>
          <a:p xmlns:a="http://schemas.openxmlformats.org/drawingml/2006/main">
            <a:r>
              <a:t>            517.12048940958,</a:t>
            </a:r>
          </a:p>
          <a:p xmlns:a="http://schemas.openxmlformats.org/drawingml/2006/main">
            <a:r>
              <a:t>            518.47128307143,</a:t>
            </a:r>
          </a:p>
          <a:p xmlns:a="http://schemas.openxmlformats.org/drawingml/2006/main">
            <a:r>
              <a:t>            516.91961713176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511.92199192516,</a:t>
            </a:r>
          </a:p>
          <a:p xmlns:a="http://schemas.openxmlformats.org/drawingml/2006/main">
            <a:r>
              <a:t>            522.31898689401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521.14041257039,</a:t>
            </a:r>
          </a:p>
          <a:p xmlns:a="http://schemas.openxmlformats.org/drawingml/2006/main">
            <a:r>
              <a:t>            529.1087633245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518.16110731448,</a:t>
            </a:r>
          </a:p>
          <a:p xmlns:a="http://schemas.openxmlformats.org/drawingml/2006/main">
            <a:r>
              <a:t>            528.19151329105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526.77557482077,</a:t>
            </a:r>
          </a:p>
          <a:p xmlns:a="http://schemas.openxmlformats.org/drawingml/2006/main">
            <a:r>
              <a:t>            535.53659799931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512.78740839727,</a:t>
            </a:r>
          </a:p>
          <a:p xmlns:a="http://schemas.openxmlformats.org/drawingml/2006/main">
            <a:r>
              <a:t>            524.1551577456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511.20212069744,</a:t>
            </a:r>
          </a:p>
          <a:p xmlns:a="http://schemas.openxmlformats.org/drawingml/2006/main">
            <a:r>
              <a:t>            522.63711356607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"Vergelijkingsgroep",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523.98732462427,</a:t>
            </a:r>
          </a:p>
          <a:p xmlns:a="http://schemas.openxmlformats.org/drawingml/2006/main">
            <a:r>
              <a:t>            533.72905325617,</a:t>
            </a:r>
          </a:p>
          <a:p xmlns:a="http://schemas.openxmlformats.org/drawingml/2006/main">
            <a:r>
              <a:t>            527.76304917515,</a:t>
            </a:r>
          </a:p>
          <a:p xmlns:a="http://schemas.openxmlformats.org/drawingml/2006/main">
            <a:r>
              <a:t>            528.67007015002,</a:t>
            </a:r>
          </a:p>
          <a:p xmlns:a="http://schemas.openxmlformats.org/drawingml/2006/main">
            <a:r>
              <a:t>            526.98192960699,</a:t>
            </a:r>
          </a:p>
          <a:p xmlns:a="http://schemas.openxmlformats.org/drawingml/2006/main">
            <a:r>
              <a:t>            530.82564594565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"square",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"NLD|TIMSS|2015|science|core|mean|total|total|||score_points|",</a:t>
            </a:r>
          </a:p>
          <a:p xmlns:a="http://schemas.openxmlformats.org/drawingml/2006/main">
            <a:r>
              <a:t>        "NLD|TIMSS|2003|science|core|mean|total|total|||score_points|",</a:t>
            </a:r>
          </a:p>
          <a:p xmlns:a="http://schemas.openxmlformats.org/drawingml/2006/main">
            <a:r>
              <a:t>        "NLD|TIMSS|2007|science|core|mean|total|total|||score_points|",</a:t>
            </a:r>
          </a:p>
          <a:p xmlns:a="http://schemas.openxmlformats.org/drawingml/2006/main">
            <a:r>
              <a:t>        "NLD|TIMSS|2011|science|core|mean|total|total|||score_points|",</a:t>
            </a:r>
          </a:p>
          <a:p xmlns:a="http://schemas.openxmlformats.org/drawingml/2006/main">
            <a:r>
              <a:t>        "NLD|TIMSS|2019|science|core|mean|total|total|||score_points|",</a:t>
            </a:r>
          </a:p>
          <a:p xmlns:a="http://schemas.openxmlformats.org/drawingml/2006/main">
            <a:r>
              <a:t>        "NLD|TIMSS|2023|science|core|mean|total|total|||score_points|",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</a:t>
            </a:r>
          </a:p>
          <a:p xmlns:a="http://schemas.openxmlformats.org/drawingml/2006/main">
            <a:r>
              <a:t>        "AUS",</a:t>
            </a:r>
          </a:p>
          <a:p xmlns:a="http://schemas.openxmlformats.org/drawingml/2006/main">
            <a:r>
              <a:t>        "ITA",</a:t>
            </a:r>
          </a:p>
          <a:p xmlns:a="http://schemas.openxmlformats.org/drawingml/2006/main">
            <a:r>
              <a:t>        "USA"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"TR_MEAN_age15_reading"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"Nederland",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513.1189704254,</a:t>
            </a:r>
          </a:p>
          <a:p xmlns:a="http://schemas.openxmlformats.org/drawingml/2006/main">
            <a:r>
              <a:t>            506.74697063881,</a:t>
            </a:r>
          </a:p>
          <a:p xmlns:a="http://schemas.openxmlformats.org/drawingml/2006/main">
            <a:r>
              <a:t>            508.40372294455,</a:t>
            </a:r>
          </a:p>
          <a:p xmlns:a="http://schemas.openxmlformats.org/drawingml/2006/main">
            <a:r>
              <a:t>            511.22996524542,</a:t>
            </a:r>
          </a:p>
          <a:p xmlns:a="http://schemas.openxmlformats.org/drawingml/2006/main">
            <a:r>
              <a:t>            502.95905109877,</a:t>
            </a:r>
          </a:p>
          <a:p xmlns:a="http://schemas.openxmlformats.org/drawingml/2006/main">
            <a:r>
              <a:t>            484.78372537057,</a:t>
            </a:r>
          </a:p>
          <a:p xmlns:a="http://schemas.openxmlformats.org/drawingml/2006/main">
            <a:r>
              <a:t>            459.24290805644,</a:t>
            </a:r>
          </a:p>
          <a:p xmlns:a="http://schemas.openxmlformats.org/drawingml/2006/main">
            <a:r>
              <a:t>            441.34493927253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450.84978642078,</a:t>
            </a:r>
          </a:p>
          <a:p xmlns:a="http://schemas.openxmlformats.org/drawingml/2006/main">
            <a:r>
              <a:t>            467.63602969211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435.6709939884,</a:t>
            </a:r>
          </a:p>
          <a:p xmlns:a="http://schemas.openxmlformats.org/drawingml/2006/main">
            <a:r>
              <a:t>            447.01888455666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498.23203448082,</a:t>
            </a:r>
          </a:p>
          <a:p xmlns:a="http://schemas.openxmlformats.org/drawingml/2006/main">
            <a:r>
              <a:t>            507.68606771673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479.5880308778,</a:t>
            </a:r>
          </a:p>
          <a:p xmlns:a="http://schemas.openxmlformats.org/drawingml/2006/main">
            <a:r>
              <a:t>            489.97941986333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501.01457136484,</a:t>
            </a:r>
          </a:p>
          <a:p xmlns:a="http://schemas.openxmlformats.org/drawingml/2006/main">
            <a:r>
              <a:t>            512.47936991277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507.52446863293,</a:t>
            </a:r>
          </a:p>
          <a:p xmlns:a="http://schemas.openxmlformats.org/drawingml/2006/main">
            <a:r>
              <a:t>            518.71347221786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498.31054500849,</a:t>
            </a:r>
          </a:p>
          <a:p xmlns:a="http://schemas.openxmlformats.org/drawingml/2006/main">
            <a:r>
              <a:t>            518.49690088062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504.43041391565,</a:t>
            </a:r>
          </a:p>
          <a:p xmlns:a="http://schemas.openxmlformats.org/drawingml/2006/main">
            <a:r>
              <a:t>            518.02951657518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"Vergelijkingsgroep",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507.32761325545,</a:t>
            </a:r>
          </a:p>
          <a:p xmlns:a="http://schemas.openxmlformats.org/drawingml/2006/main">
            <a:r>
              <a:t>            503.46055682447,</a:t>
            </a:r>
          </a:p>
          <a:p xmlns:a="http://schemas.openxmlformats.org/drawingml/2006/main">
            <a:r>
              <a:t>            504.30615781867,</a:t>
            </a:r>
          </a:p>
          <a:p xmlns:a="http://schemas.openxmlformats.org/drawingml/2006/main">
            <a:r>
              <a:t>            507.17466633197,</a:t>
            </a:r>
          </a:p>
          <a:p xmlns:a="http://schemas.openxmlformats.org/drawingml/2006/main">
            <a:r>
              <a:t>            506.15500097854,</a:t>
            </a:r>
          </a:p>
          <a:p xmlns:a="http://schemas.openxmlformats.org/drawingml/2006/main">
            <a:r>
              <a:t>            500.93373538665,</a:t>
            </a:r>
          </a:p>
          <a:p xmlns:a="http://schemas.openxmlformats.org/drawingml/2006/main">
            <a:r>
              <a:t>            488.4283652346,</a:t>
            </a:r>
          </a:p>
          <a:p xmlns:a="http://schemas.openxmlformats.org/drawingml/2006/main">
            <a:r>
              <a:t>            472.24825795783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"square",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"NLD|PISA|2022|reading|core|mean|total|total|||score_points|",</a:t>
            </a:r>
          </a:p>
          <a:p xmlns:a="http://schemas.openxmlformats.org/drawingml/2006/main">
            <a:r>
              <a:t>        "NLD|PISA|2025|reading|core|mean|total|total|||score_points|",</a:t>
            </a:r>
          </a:p>
          <a:p xmlns:a="http://schemas.openxmlformats.org/drawingml/2006/main">
            <a:r>
              <a:t>        "NLD|PISA|2015|reading|core|mean|total|total|||score_points|",</a:t>
            </a:r>
          </a:p>
          <a:p xmlns:a="http://schemas.openxmlformats.org/drawingml/2006/main">
            <a:r>
              <a:t>        "NLD|PISA|2018|reading|core|mean|total|total|||score_points|",</a:t>
            </a:r>
          </a:p>
          <a:p xmlns:a="http://schemas.openxmlformats.org/drawingml/2006/main">
            <a:r>
              <a:t>        "NLD|PISA|2006|reading|core|mean|total|total|||score_points|",</a:t>
            </a:r>
          </a:p>
          <a:p xmlns:a="http://schemas.openxmlformats.org/drawingml/2006/main">
            <a:r>
              <a:t>        "NLD|PISA|2003|reading|core|mean|total|total|||score_points|",</a:t>
            </a:r>
          </a:p>
          <a:p xmlns:a="http://schemas.openxmlformats.org/drawingml/2006/main">
            <a:r>
              <a:t>        "NLD|PISA|2009|reading|core|mean|total|total|||score_points|",</a:t>
            </a:r>
          </a:p>
          <a:p xmlns:a="http://schemas.openxmlformats.org/drawingml/2006/main">
            <a:r>
              <a:t>        "NLD|PISA|2012|reading|core|mean|total|total|||score_points|",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</a:t>
            </a:r>
          </a:p>
          <a:p xmlns:a="http://schemas.openxmlformats.org/drawingml/2006/main">
            <a:r>
              <a:t>        "AUS",</a:t>
            </a:r>
          </a:p>
          <a:p xmlns:a="http://schemas.openxmlformats.org/drawingml/2006/main">
            <a:r>
              <a:t>        "BEL",</a:t>
            </a:r>
          </a:p>
          <a:p xmlns:a="http://schemas.openxmlformats.org/drawingml/2006/main">
            <a:r>
              <a:t>        "CAN",</a:t>
            </a:r>
          </a:p>
          <a:p xmlns:a="http://schemas.openxmlformats.org/drawingml/2006/main">
            <a:r>
              <a:t>        "CHE",</a:t>
            </a:r>
          </a:p>
          <a:p xmlns:a="http://schemas.openxmlformats.org/drawingml/2006/main">
            <a:r>
              <a:t>        "DEU",</a:t>
            </a:r>
          </a:p>
          <a:p xmlns:a="http://schemas.openxmlformats.org/drawingml/2006/main">
            <a:r>
              <a:t>        "DNK",</a:t>
            </a:r>
          </a:p>
          <a:p xmlns:a="http://schemas.openxmlformats.org/drawingml/2006/main">
            <a:r>
              <a:t>        "FIN",</a:t>
            </a:r>
          </a:p>
          <a:p xmlns:a="http://schemas.openxmlformats.org/drawingml/2006/main">
            <a:r>
              <a:t>        "FRA",</a:t>
            </a:r>
          </a:p>
          <a:p xmlns:a="http://schemas.openxmlformats.org/drawingml/2006/main">
            <a:r>
              <a:t>        "IRL",</a:t>
            </a:r>
          </a:p>
          <a:p xmlns:a="http://schemas.openxmlformats.org/drawingml/2006/main">
            <a:r>
              <a:t>        "ITA",</a:t>
            </a:r>
          </a:p>
          <a:p xmlns:a="http://schemas.openxmlformats.org/drawingml/2006/main">
            <a:r>
              <a:t>        "NOR",</a:t>
            </a:r>
          </a:p>
          <a:p xmlns:a="http://schemas.openxmlformats.org/drawingml/2006/main">
            <a:r>
              <a:t>        "SWE"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"TR_MEAN_age15_mathematics"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"Nederland",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537.82327599998,</a:t>
            </a:r>
          </a:p>
          <a:p xmlns:a="http://schemas.openxmlformats.org/drawingml/2006/main">
            <a:r>
              <a:t>            530.65404621091,</a:t>
            </a:r>
          </a:p>
          <a:p xmlns:a="http://schemas.openxmlformats.org/drawingml/2006/main">
            <a:r>
              <a:t>            525.83568838093,</a:t>
            </a:r>
          </a:p>
          <a:p xmlns:a="http://schemas.openxmlformats.org/drawingml/2006/main">
            <a:r>
              <a:t>            522.97175819268,</a:t>
            </a:r>
          </a:p>
          <a:p xmlns:a="http://schemas.openxmlformats.org/drawingml/2006/main">
            <a:r>
              <a:t>            512.25278988667,</a:t>
            </a:r>
          </a:p>
          <a:p xmlns:a="http://schemas.openxmlformats.org/drawingml/2006/main">
            <a:r>
              <a:t>            519.23098267656,</a:t>
            </a:r>
          </a:p>
          <a:p xmlns:a="http://schemas.openxmlformats.org/drawingml/2006/main">
            <a:r>
              <a:t>            492.6756389785,</a:t>
            </a:r>
          </a:p>
          <a:p xmlns:a="http://schemas.openxmlformats.org/drawingml/2006/main">
            <a:r>
              <a:t>            483.27026609596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485.29435524442,</a:t>
            </a:r>
          </a:p>
          <a:p xmlns:a="http://schemas.openxmlformats.org/drawingml/2006/main">
            <a:r>
              <a:t>            500.05692271257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477.60923068948,</a:t>
            </a:r>
          </a:p>
          <a:p xmlns:a="http://schemas.openxmlformats.org/drawingml/2006/main">
            <a:r>
              <a:t>            488.93130150244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507.91807989352,</a:t>
            </a:r>
          </a:p>
          <a:p xmlns:a="http://schemas.openxmlformats.org/drawingml/2006/main">
            <a:r>
              <a:t>            516.58749987981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514.07171791325,</a:t>
            </a:r>
          </a:p>
          <a:p xmlns:a="http://schemas.openxmlformats.org/drawingml/2006/main">
            <a:r>
              <a:t>            524.39024743986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525.58613398189,</a:t>
            </a:r>
          </a:p>
          <a:p xmlns:a="http://schemas.openxmlformats.org/drawingml/2006/main">
            <a:r>
              <a:t>            535.72195843994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531.68813493017,</a:t>
            </a:r>
          </a:p>
          <a:p xmlns:a="http://schemas.openxmlformats.org/drawingml/2006/main">
            <a:r>
              <a:t>            543.95841706978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516.53478766396,</a:t>
            </a:r>
          </a:p>
          <a:p xmlns:a="http://schemas.openxmlformats.org/drawingml/2006/main">
            <a:r>
              <a:t>            535.13658909789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516.16667196755,</a:t>
            </a:r>
          </a:p>
          <a:p xmlns:a="http://schemas.openxmlformats.org/drawingml/2006/main">
            <a:r>
              <a:t>            529.77684441781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"Vergelijkingsgroep",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510.81310221905,</a:t>
            </a:r>
          </a:p>
          <a:p xmlns:a="http://schemas.openxmlformats.org/drawingml/2006/main">
            <a:r>
              <a:t>            506.71915254837,</a:t>
            </a:r>
          </a:p>
          <a:p xmlns:a="http://schemas.openxmlformats.org/drawingml/2006/main">
            <a:r>
              <a:t>            507.18124844477,</a:t>
            </a:r>
          </a:p>
          <a:p xmlns:a="http://schemas.openxmlformats.org/drawingml/2006/main">
            <a:r>
              <a:t>            502.36825925954,</a:t>
            </a:r>
          </a:p>
          <a:p xmlns:a="http://schemas.openxmlformats.org/drawingml/2006/main">
            <a:r>
              <a:t>            501.35091718083,</a:t>
            </a:r>
          </a:p>
          <a:p xmlns:a="http://schemas.openxmlformats.org/drawingml/2006/main">
            <a:r>
              <a:t>            500.51784964009,</a:t>
            </a:r>
          </a:p>
          <a:p xmlns:a="http://schemas.openxmlformats.org/drawingml/2006/main">
            <a:r>
              <a:t>            483.20810303224,</a:t>
            </a:r>
          </a:p>
          <a:p xmlns:a="http://schemas.openxmlformats.org/drawingml/2006/main">
            <a:r>
              <a:t>            471.46103249793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"square",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"NLD|PISA|2022|mathematics|core|mean|total|total|||score_points|",</a:t>
            </a:r>
          </a:p>
          <a:p xmlns:a="http://schemas.openxmlformats.org/drawingml/2006/main">
            <a:r>
              <a:t>        "NLD|PISA|2025|mathematics|core|mean|total|total|||score_points|",</a:t>
            </a:r>
          </a:p>
          <a:p xmlns:a="http://schemas.openxmlformats.org/drawingml/2006/main">
            <a:r>
              <a:t>        "NLD|PISA|2015|mathematics|core|mean|total|total|||score_points|",</a:t>
            </a:r>
          </a:p>
          <a:p xmlns:a="http://schemas.openxmlformats.org/drawingml/2006/main">
            <a:r>
              <a:t>        "NLD|PISA|2018|mathematics|core|mean|total|total|||score_points|",</a:t>
            </a:r>
          </a:p>
          <a:p xmlns:a="http://schemas.openxmlformats.org/drawingml/2006/main">
            <a:r>
              <a:t>        "NLD|PISA|2006|mathematics|core|mean|total|total|||score_points|",</a:t>
            </a:r>
          </a:p>
          <a:p xmlns:a="http://schemas.openxmlformats.org/drawingml/2006/main">
            <a:r>
              <a:t>        "NLD|PISA|2003|mathematics|core|mean|total|total|||score_points|",</a:t>
            </a:r>
          </a:p>
          <a:p xmlns:a="http://schemas.openxmlformats.org/drawingml/2006/main">
            <a:r>
              <a:t>        "NLD|PISA|2009|mathematics|core|mean|total|total|||score_points|",</a:t>
            </a:r>
          </a:p>
          <a:p xmlns:a="http://schemas.openxmlformats.org/drawingml/2006/main">
            <a:r>
              <a:t>        "NLD|PISA|2012|mathematics|core|mean|total|total|||score_points|",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</a:t>
            </a:r>
          </a:p>
          <a:p xmlns:a="http://schemas.openxmlformats.org/drawingml/2006/main">
            <a:r>
              <a:t>        "AUS",</a:t>
            </a:r>
          </a:p>
          <a:p xmlns:a="http://schemas.openxmlformats.org/drawingml/2006/main">
            <a:r>
              <a:t>        "BEL",</a:t>
            </a:r>
          </a:p>
          <a:p xmlns:a="http://schemas.openxmlformats.org/drawingml/2006/main">
            <a:r>
              <a:t>        "CAN",</a:t>
            </a:r>
          </a:p>
          <a:p xmlns:a="http://schemas.openxmlformats.org/drawingml/2006/main">
            <a:r>
              <a:t>        "CHE",</a:t>
            </a:r>
          </a:p>
          <a:p xmlns:a="http://schemas.openxmlformats.org/drawingml/2006/main">
            <a:r>
              <a:t>        "DEU",</a:t>
            </a:r>
          </a:p>
          <a:p xmlns:a="http://schemas.openxmlformats.org/drawingml/2006/main">
            <a:r>
              <a:t>        "DNK",</a:t>
            </a:r>
          </a:p>
          <a:p xmlns:a="http://schemas.openxmlformats.org/drawingml/2006/main">
            <a:r>
              <a:t>        "FIN",</a:t>
            </a:r>
          </a:p>
          <a:p xmlns:a="http://schemas.openxmlformats.org/drawingml/2006/main">
            <a:r>
              <a:t>        "FRA",</a:t>
            </a:r>
          </a:p>
          <a:p xmlns:a="http://schemas.openxmlformats.org/drawingml/2006/main">
            <a:r>
              <a:t>        "IRL",</a:t>
            </a:r>
          </a:p>
          <a:p xmlns:a="http://schemas.openxmlformats.org/drawingml/2006/main">
            <a:r>
              <a:t>        "ITA",</a:t>
            </a:r>
          </a:p>
          <a:p xmlns:a="http://schemas.openxmlformats.org/drawingml/2006/main">
            <a:r>
              <a:t>        "NOR",</a:t>
            </a:r>
          </a:p>
          <a:p xmlns:a="http://schemas.openxmlformats.org/drawingml/2006/main">
            <a:r>
              <a:t>        "SWE",</a:t>
            </a:r>
          </a:p>
          <a:p xmlns:a="http://schemas.openxmlformats.org/drawingml/2006/main">
            <a:r>
              <a:t>        "USA"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"TR_MEAN_age15_science"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"Nederland",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524.8615059604,</a:t>
            </a:r>
          </a:p>
          <a:p xmlns:a="http://schemas.openxmlformats.org/drawingml/2006/main">
            <a:r>
              <a:t>            522.21812820108,</a:t>
            </a:r>
          </a:p>
          <a:p xmlns:a="http://schemas.openxmlformats.org/drawingml/2006/main">
            <a:r>
              <a:t>            522.0558217258,</a:t>
            </a:r>
          </a:p>
          <a:p xmlns:a="http://schemas.openxmlformats.org/drawingml/2006/main">
            <a:r>
              <a:t>            508.57480625604,</a:t>
            </a:r>
          </a:p>
          <a:p xmlns:a="http://schemas.openxmlformats.org/drawingml/2006/main">
            <a:r>
              <a:t>            503.38381975001,</a:t>
            </a:r>
          </a:p>
          <a:p xmlns:a="http://schemas.openxmlformats.org/drawingml/2006/main">
            <a:r>
              <a:t>            488.3168361619,</a:t>
            </a:r>
          </a:p>
          <a:p xmlns:a="http://schemas.openxmlformats.org/drawingml/2006/main">
            <a:r>
              <a:t>            485.45140612646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480.33341601276,</a:t>
            </a:r>
          </a:p>
          <a:p xmlns:a="http://schemas.openxmlformats.org/drawingml/2006/main">
            <a:r>
              <a:t>            496.30025631105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479.92132521575,</a:t>
            </a:r>
          </a:p>
          <a:p xmlns:a="http://schemas.openxmlformats.org/drawingml/2006/main">
            <a:r>
              <a:t>            490.98148703716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504.15031036797,</a:t>
            </a:r>
          </a:p>
          <a:p xmlns:a="http://schemas.openxmlformats.org/drawingml/2006/main">
            <a:r>
              <a:t>            512.99930214411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497.81620124478,</a:t>
            </a:r>
          </a:p>
          <a:p xmlns:a="http://schemas.openxmlformats.org/drawingml/2006/main">
            <a:r>
              <a:t>            508.95143825523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519.48788590846,</a:t>
            </a:r>
          </a:p>
          <a:p xmlns:a="http://schemas.openxmlformats.org/drawingml/2006/main">
            <a:r>
              <a:t>            530.23512601234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511.59716527556,</a:t>
            </a:r>
          </a:p>
          <a:p xmlns:a="http://schemas.openxmlformats.org/drawingml/2006/main">
            <a:r>
              <a:t>            532.83909112661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Nederland,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515.1798228998,</a:t>
            </a:r>
          </a:p>
          <a:p xmlns:a="http://schemas.openxmlformats.org/drawingml/2006/main">
            <a:r>
              <a:t>            528.9318205518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"Vergelijkingsgroep",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509.32795500765,</a:t>
            </a:r>
          </a:p>
          <a:p xmlns:a="http://schemas.openxmlformats.org/drawingml/2006/main">
            <a:r>
              <a:t>            511.3340622594,</a:t>
            </a:r>
          </a:p>
          <a:p xmlns:a="http://schemas.openxmlformats.org/drawingml/2006/main">
            <a:r>
              <a:t>            510.03689456314,</a:t>
            </a:r>
          </a:p>
          <a:p xmlns:a="http://schemas.openxmlformats.org/drawingml/2006/main">
            <a:r>
              <a:t>            504.45783154829,</a:t>
            </a:r>
          </a:p>
          <a:p xmlns:a="http://schemas.openxmlformats.org/drawingml/2006/main">
            <a:r>
              <a:t>            499.03784634663,</a:t>
            </a:r>
          </a:p>
          <a:p xmlns:a="http://schemas.openxmlformats.org/drawingml/2006/main">
            <a:r>
              <a:t>            496.55104773506,</a:t>
            </a:r>
          </a:p>
          <a:p xmlns:a="http://schemas.openxmlformats.org/drawingml/2006/main">
            <a:r>
              <a:t>            493.70062269245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"square",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"NLD|PISA|2022|science|core|mean|total|total|||score_points|",</a:t>
            </a:r>
          </a:p>
          <a:p xmlns:a="http://schemas.openxmlformats.org/drawingml/2006/main">
            <a:r>
              <a:t>        "NLD|PISA|2025|science|core|mean|total|total|||score_points|",</a:t>
            </a:r>
          </a:p>
          <a:p xmlns:a="http://schemas.openxmlformats.org/drawingml/2006/main">
            <a:r>
              <a:t>        "NLD|PISA|2015|science|core|mean|total|total|||score_points|",</a:t>
            </a:r>
          </a:p>
          <a:p xmlns:a="http://schemas.openxmlformats.org/drawingml/2006/main">
            <a:r>
              <a:t>        "NLD|PISA|2018|science|core|mean|total|total|||score_points|",</a:t>
            </a:r>
          </a:p>
          <a:p xmlns:a="http://schemas.openxmlformats.org/drawingml/2006/main">
            <a:r>
              <a:t>        "NLD|PISA|2006|science|core|mean|total|total|||score_points|",</a:t>
            </a:r>
          </a:p>
          <a:p xmlns:a="http://schemas.openxmlformats.org/drawingml/2006/main">
            <a:r>
              <a:t>        "NLD|PISA|2009|science|core|mean|total|total|||score_points|",</a:t>
            </a:r>
          </a:p>
          <a:p xmlns:a="http://schemas.openxmlformats.org/drawingml/2006/main">
            <a:r>
              <a:t>        "NLD|PISA|2012|science|core|mean|total|total|||score_points|",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null,</a:t>
            </a:r>
          </a:p>
          <a:p xmlns:a="http://schemas.openxmlformats.org/drawingml/2006/main">
            <a:r>
              <a:t>        null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</a:t>
            </a:r>
          </a:p>
          <a:p xmlns:a="http://schemas.openxmlformats.org/drawingml/2006/main">
            <a:r>
              <a:t>        "AUS",</a:t>
            </a:r>
          </a:p>
          <a:p xmlns:a="http://schemas.openxmlformats.org/drawingml/2006/main">
            <a:r>
              <a:t>        "BEL",</a:t>
            </a:r>
          </a:p>
          <a:p xmlns:a="http://schemas.openxmlformats.org/drawingml/2006/main">
            <a:r>
              <a:t>        "CAN",</a:t>
            </a:r>
          </a:p>
          <a:p xmlns:a="http://schemas.openxmlformats.org/drawingml/2006/main">
            <a:r>
              <a:t>        "CHE",</a:t>
            </a:r>
          </a:p>
          <a:p xmlns:a="http://schemas.openxmlformats.org/drawingml/2006/main">
            <a:r>
              <a:t>        "DEU",</a:t>
            </a:r>
          </a:p>
          <a:p xmlns:a="http://schemas.openxmlformats.org/drawingml/2006/main">
            <a:r>
              <a:t>        "DNK",</a:t>
            </a:r>
          </a:p>
          <a:p xmlns:a="http://schemas.openxmlformats.org/drawingml/2006/main">
            <a:r>
              <a:t>        "FIN",</a:t>
            </a:r>
          </a:p>
          <a:p xmlns:a="http://schemas.openxmlformats.org/drawingml/2006/main">
            <a:r>
              <a:t>        "FRA",</a:t>
            </a:r>
          </a:p>
          <a:p xmlns:a="http://schemas.openxmlformats.org/drawingml/2006/main">
            <a:r>
              <a:t>        "GBR",</a:t>
            </a:r>
          </a:p>
          <a:p xmlns:a="http://schemas.openxmlformats.org/drawingml/2006/main">
            <a:r>
              <a:t>        "IRL",</a:t>
            </a:r>
          </a:p>
          <a:p xmlns:a="http://schemas.openxmlformats.org/drawingml/2006/main">
            <a:r>
              <a:t>        "ITA",</a:t>
            </a:r>
          </a:p>
          <a:p xmlns:a="http://schemas.openxmlformats.org/drawingml/2006/main">
            <a:r>
              <a:t>        "NOR",</a:t>
            </a:r>
          </a:p>
          <a:p xmlns:a="http://schemas.openxmlformats.org/drawingml/2006/main">
            <a:r>
              <a:t>        "SWE",</a:t>
            </a:r>
          </a:p>
          <a:p xmlns:a="http://schemas.openxmlformats.org/drawingml/2006/main">
            <a:r>
              <a:t>        "USA"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3,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"DS_P10_age10_reading",</a:t>
            </a:r>
          </a:p>
          <a:p xmlns:a="http://schemas.openxmlformats.org/drawingml/2006/main">
            <a:r>
              <a:t>        "DS_P50_age10_reading",</a:t>
            </a:r>
          </a:p>
          <a:p xmlns:a="http://schemas.openxmlformats.org/drawingml/2006/main">
            <a:r>
              <a:t>        "DS_P90_age10_reading"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15,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"Tiende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481.3154212,</a:t>
            </a:r>
          </a:p>
          <a:p xmlns:a="http://schemas.openxmlformats.org/drawingml/2006/main">
            <a:r>
              <a:t>            478.4084246,</a:t>
            </a:r>
          </a:p>
          <a:p xmlns:a="http://schemas.openxmlformats.org/drawingml/2006/main">
            <a:r>
              <a:t>            475.204672,</a:t>
            </a:r>
          </a:p>
          <a:p xmlns:a="http://schemas.openxmlformats.org/drawingml/2006/main">
            <a:r>
              <a:t>            466.120164,</a:t>
            </a:r>
          </a:p>
          <a:p xmlns:a="http://schemas.openxmlformats.org/drawingml/2006/main">
            <a:r>
              <a:t>            441.294632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472.52918803144,</a:t>
            </a:r>
          </a:p>
          <a:p xmlns:a="http://schemas.openxmlformats.org/drawingml/2006/main">
            <a:r>
              <a:t>            490.10165436856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472.79279507122,</a:t>
            </a:r>
          </a:p>
          <a:p xmlns:a="http://schemas.openxmlformats.org/drawingml/2006/main">
            <a:r>
              <a:t>            484.02405412878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469.69967206147,</a:t>
            </a:r>
          </a:p>
          <a:p xmlns:a="http://schemas.openxmlformats.org/drawingml/2006/main">
            <a:r>
              <a:t>            480.70967193853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459.50526352612,</a:t>
            </a:r>
          </a:p>
          <a:p xmlns:a="http://schemas.openxmlformats.org/drawingml/2006/main">
            <a:r>
              <a:t>            472.73506447388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433.62007308551,</a:t>
            </a:r>
          </a:p>
          <a:p xmlns:a="http://schemas.openxmlformats.org/drawingml/2006/main">
            <a:r>
              <a:t>            448.96919091449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"Mediaan",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555.7766038,</a:t>
            </a:r>
          </a:p>
          <a:p xmlns:a="http://schemas.openxmlformats.org/drawingml/2006/main">
            <a:r>
              <a:t>            548.9338664,</a:t>
            </a:r>
          </a:p>
          <a:p xmlns:a="http://schemas.openxmlformats.org/drawingml/2006/main">
            <a:r>
              <a:t>            547.601948,</a:t>
            </a:r>
          </a:p>
          <a:p xmlns:a="http://schemas.openxmlformats.org/drawingml/2006/main">
            <a:r>
              <a:t>            547.544642,</a:t>
            </a:r>
          </a:p>
          <a:p xmlns:a="http://schemas.openxmlformats.org/drawingml/2006/main">
            <a:r>
              <a:t>            530.257462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550.33325171023,</a:t>
            </a:r>
          </a:p>
          <a:p xmlns:a="http://schemas.openxmlformats.org/drawingml/2006/main">
            <a:r>
              <a:t>            561.21995588977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545.06237589024,</a:t>
            </a:r>
          </a:p>
          <a:p xmlns:a="http://schemas.openxmlformats.org/drawingml/2006/main">
            <a:r>
              <a:t>            552.80535690976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543.41286589934,</a:t>
            </a:r>
          </a:p>
          <a:p xmlns:a="http://schemas.openxmlformats.org/drawingml/2006/main">
            <a:r>
              <a:t>            551.79103010066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542.91258292694,</a:t>
            </a:r>
          </a:p>
          <a:p xmlns:a="http://schemas.openxmlformats.org/drawingml/2006/main">
            <a:r>
              <a:t>            552.17670107306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525.24537147826,</a:t>
            </a:r>
          </a:p>
          <a:p xmlns:a="http://schemas.openxmlformats.org/drawingml/2006/main">
            <a:r>
              <a:t>            535.26955252174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"Negentigste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625.9437854,</a:t>
            </a:r>
          </a:p>
          <a:p xmlns:a="http://schemas.openxmlformats.org/drawingml/2006/main">
            <a:r>
              <a:t>            613.3660318,</a:t>
            </a:r>
          </a:p>
          <a:p xmlns:a="http://schemas.openxmlformats.org/drawingml/2006/main">
            <a:r>
              <a:t>            614.072892,</a:t>
            </a:r>
          </a:p>
          <a:p xmlns:a="http://schemas.openxmlformats.org/drawingml/2006/main">
            <a:r>
              <a:t>            618.964968,</a:t>
            </a:r>
          </a:p>
          <a:p xmlns:a="http://schemas.openxmlformats.org/drawingml/2006/main">
            <a:r>
              <a:t>            610.387696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619.92038555296,</a:t>
            </a:r>
          </a:p>
          <a:p xmlns:a="http://schemas.openxmlformats.org/drawingml/2006/main">
            <a:r>
              <a:t>            631.96718524704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609.49968427229,</a:t>
            </a:r>
          </a:p>
          <a:p xmlns:a="http://schemas.openxmlformats.org/drawingml/2006/main">
            <a:r>
              <a:t>            617.23237932771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610.45050825086,</a:t>
            </a:r>
          </a:p>
          <a:p xmlns:a="http://schemas.openxmlformats.org/drawingml/2006/main">
            <a:r>
              <a:t>            617.69527574914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614.70991141639,</a:t>
            </a:r>
          </a:p>
          <a:p xmlns:a="http://schemas.openxmlformats.org/drawingml/2006/main">
            <a:r>
              <a:t>            623.22002458361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604.4271640602,</a:t>
            </a:r>
          </a:p>
          <a:p xmlns:a="http://schemas.openxmlformats.org/drawingml/2006/main">
            <a:r>
              <a:t>            616.3482279398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"NLD|PIRLS|2001|reading|core|p10|total|total|||score_points|weighted_empirical_step_quantile",</a:t>
            </a:r>
          </a:p>
          <a:p xmlns:a="http://schemas.openxmlformats.org/drawingml/2006/main">
            <a:r>
              <a:t>        "NLD|PIRLS|2006|reading|core|p10|total|total|||score_points|weighted_empirical_step_quantile",</a:t>
            </a:r>
          </a:p>
          <a:p xmlns:a="http://schemas.openxmlformats.org/drawingml/2006/main">
            <a:r>
              <a:t>        "NLD|PIRLS|2011|reading|core|p10|total|total|||score_points|weighted_empirical_step_quantile",</a:t>
            </a:r>
          </a:p>
          <a:p xmlns:a="http://schemas.openxmlformats.org/drawingml/2006/main">
            <a:r>
              <a:t>        "NLD|PIRLS|2016|reading|core|p10|total|total|||score_points|weighted_empirical_step_quantile",</a:t>
            </a:r>
          </a:p>
          <a:p xmlns:a="http://schemas.openxmlformats.org/drawingml/2006/main">
            <a:r>
              <a:t>        "NLD|PIRLS|2021|reading|core|p10|total|total|||score_points|weighted_empirical_step_quantile",</a:t>
            </a:r>
          </a:p>
          <a:p xmlns:a="http://schemas.openxmlformats.org/drawingml/2006/main">
            <a:r>
              <a:t>        "NLD|PIRLS|2001|reading|core|p50|total|total|||score_points|weighted_empirical_step_quantile",</a:t>
            </a:r>
          </a:p>
          <a:p xmlns:a="http://schemas.openxmlformats.org/drawingml/2006/main">
            <a:r>
              <a:t>        "NLD|PIRLS|2006|reading|core|p50|total|total|||score_points|weighted_empirical_step_quantile",</a:t>
            </a:r>
          </a:p>
          <a:p xmlns:a="http://schemas.openxmlformats.org/drawingml/2006/main">
            <a:r>
              <a:t>        "NLD|PIRLS|2011|reading|core|p50|total|total|||score_points|weighted_empirical_step_quantile",</a:t>
            </a:r>
          </a:p>
          <a:p xmlns:a="http://schemas.openxmlformats.org/drawingml/2006/main">
            <a:r>
              <a:t>        "NLD|PIRLS|2016|reading|core|p50|total|total|||score_points|weighted_empirical_step_quantile",</a:t>
            </a:r>
          </a:p>
          <a:p xmlns:a="http://schemas.openxmlformats.org/drawingml/2006/main">
            <a:r>
              <a:t>        "NLD|PIRLS|2021|reading|core|p50|total|total|||score_points|weighted_empirical_step_quantile",</a:t>
            </a:r>
          </a:p>
          <a:p xmlns:a="http://schemas.openxmlformats.org/drawingml/2006/main">
            <a:r>
              <a:t>        "NLD|PIRLS|2001|reading|core|p90|total|total|||score_points|weighted_empirical_step_quantile",</a:t>
            </a:r>
          </a:p>
          <a:p xmlns:a="http://schemas.openxmlformats.org/drawingml/2006/main">
            <a:r>
              <a:t>        "NLD|PIRLS|2006|reading|core|p90|total|total|||score_points|weighted_empirical_step_quantile",</a:t>
            </a:r>
          </a:p>
          <a:p xmlns:a="http://schemas.openxmlformats.org/drawingml/2006/main">
            <a:r>
              <a:t>        "NLD|PIRLS|2011|reading|core|p90|total|total|||score_points|weighted_empirical_step_quantile",</a:t>
            </a:r>
          </a:p>
          <a:p xmlns:a="http://schemas.openxmlformats.org/drawingml/2006/main">
            <a:r>
              <a:t>        "NLD|PIRLS|2016|reading|core|p90|total|total|||score_points|weighted_empirical_step_quantile",</a:t>
            </a:r>
          </a:p>
          <a:p xmlns:a="http://schemas.openxmlformats.org/drawingml/2006/main">
            <a:r>
              <a:t>        "NLD|PIRLS|2021|reading|core|p90|total|total|||score_points|weighted_empirical_step_quantile"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"DS_P10_age10_mathematics",</a:t>
            </a:r>
          </a:p>
          <a:p xmlns:a="http://schemas.openxmlformats.org/drawingml/2006/main">
            <a:r>
              <a:t>        "DS_P50_age10_mathematics",</a:t>
            </a:r>
          </a:p>
          <a:p xmlns:a="http://schemas.openxmlformats.org/drawingml/2006/main">
            <a:r>
              <a:t>        "DS_P90_age10_mathematics"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"Tiende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470.83822237581,</a:t>
            </a:r>
          </a:p>
          <a:p xmlns:a="http://schemas.openxmlformats.org/drawingml/2006/main">
            <a:r>
              <a:t>            454.298,</a:t>
            </a:r>
          </a:p>
          <a:p xmlns:a="http://schemas.openxmlformats.org/drawingml/2006/main">
            <a:r>
              <a:t>            470.109198,</a:t>
            </a:r>
          </a:p>
          <a:p xmlns:a="http://schemas.openxmlformats.org/drawingml/2006/main">
            <a:r>
              <a:t>            456.58703,</a:t>
            </a:r>
          </a:p>
          <a:p xmlns:a="http://schemas.openxmlformats.org/drawingml/2006/main">
            <a:r>
              <a:t>            456.694686,</a:t>
            </a:r>
          </a:p>
          <a:p xmlns:a="http://schemas.openxmlformats.org/drawingml/2006/main">
            <a:r>
              <a:t>            452.492792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451.36029510953,</a:t>
            </a:r>
          </a:p>
          <a:p xmlns:a="http://schemas.openxmlformats.org/drawingml/2006/main">
            <a:r>
              <a:t>            461.81376489047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463.04108278357,</a:t>
            </a:r>
          </a:p>
          <a:p xmlns:a="http://schemas.openxmlformats.org/drawingml/2006/main">
            <a:r>
              <a:t>            478.63536196806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446.61303420291,</a:t>
            </a:r>
          </a:p>
          <a:p xmlns:a="http://schemas.openxmlformats.org/drawingml/2006/main">
            <a:r>
              <a:t>            461.98296579709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464.34229388923,</a:t>
            </a:r>
          </a:p>
          <a:p xmlns:a="http://schemas.openxmlformats.org/drawingml/2006/main">
            <a:r>
              <a:t>            475.87610211077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448.1089012887,</a:t>
            </a:r>
          </a:p>
          <a:p xmlns:a="http://schemas.openxmlformats.org/drawingml/2006/main">
            <a:r>
              <a:t>            465.2804707113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444.79869647811,</a:t>
            </a:r>
          </a:p>
          <a:p xmlns:a="http://schemas.openxmlformats.org/drawingml/2006/main">
            <a:r>
              <a:t>            460.18688752189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"Mediaan",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541.87044231687,</a:t>
            </a:r>
          </a:p>
          <a:p xmlns:a="http://schemas.openxmlformats.org/drawingml/2006/main">
            <a:r>
              <a:t>            536.93,</a:t>
            </a:r>
          </a:p>
          <a:p xmlns:a="http://schemas.openxmlformats.org/drawingml/2006/main">
            <a:r>
              <a:t>            542.736472,</a:t>
            </a:r>
          </a:p>
          <a:p xmlns:a="http://schemas.openxmlformats.org/drawingml/2006/main">
            <a:r>
              <a:t>            531.368294,</a:t>
            </a:r>
          </a:p>
          <a:p xmlns:a="http://schemas.openxmlformats.org/drawingml/2006/main">
            <a:r>
              <a:t>            540.121378,</a:t>
            </a:r>
          </a:p>
          <a:p xmlns:a="http://schemas.openxmlformats.org/drawingml/2006/main">
            <a:r>
              <a:t>            539.81382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527.24380282491,</a:t>
            </a:r>
          </a:p>
          <a:p xmlns:a="http://schemas.openxmlformats.org/drawingml/2006/main">
            <a:r>
              <a:t>            535.49278517509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536.46487467666,</a:t>
            </a:r>
          </a:p>
          <a:p xmlns:a="http://schemas.openxmlformats.org/drawingml/2006/main">
            <a:r>
              <a:t>            547.27600995707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532.1342200284,</a:t>
            </a:r>
          </a:p>
          <a:p xmlns:a="http://schemas.openxmlformats.org/drawingml/2006/main">
            <a:r>
              <a:t>            541.7257799716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538.76425335232,</a:t>
            </a:r>
          </a:p>
          <a:p xmlns:a="http://schemas.openxmlformats.org/drawingml/2006/main">
            <a:r>
              <a:t>            546.70869064768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533.91991379415,</a:t>
            </a:r>
          </a:p>
          <a:p xmlns:a="http://schemas.openxmlformats.org/drawingml/2006/main">
            <a:r>
              <a:t>            546.32284220585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534.57585456378,</a:t>
            </a:r>
          </a:p>
          <a:p xmlns:a="http://schemas.openxmlformats.org/drawingml/2006/main">
            <a:r>
              <a:t>            545.05178543622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"Negentigste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608.92785134229,</a:t>
            </a:r>
          </a:p>
          <a:p xmlns:a="http://schemas.openxmlformats.org/drawingml/2006/main">
            <a:r>
              <a:t>            611.826,</a:t>
            </a:r>
          </a:p>
          <a:p xmlns:a="http://schemas.openxmlformats.org/drawingml/2006/main">
            <a:r>
              <a:t>            605.300486,</a:t>
            </a:r>
          </a:p>
          <a:p xmlns:a="http://schemas.openxmlformats.org/drawingml/2006/main">
            <a:r>
              <a:t>            600.803506,</a:t>
            </a:r>
          </a:p>
          <a:p xmlns:a="http://schemas.openxmlformats.org/drawingml/2006/main">
            <a:r>
              <a:t>            615.295958,</a:t>
            </a:r>
          </a:p>
          <a:p xmlns:a="http://schemas.openxmlformats.org/drawingml/2006/main">
            <a:r>
              <a:t>            617.951598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595.53798074956,</a:t>
            </a:r>
          </a:p>
          <a:p xmlns:a="http://schemas.openxmlformats.org/drawingml/2006/main">
            <a:r>
              <a:t>            606.06903125044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603.40043973243,</a:t>
            </a:r>
          </a:p>
          <a:p xmlns:a="http://schemas.openxmlformats.org/drawingml/2006/main">
            <a:r>
              <a:t>            614.45526295214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605.17566598902,</a:t>
            </a:r>
          </a:p>
          <a:p xmlns:a="http://schemas.openxmlformats.org/drawingml/2006/main">
            <a:r>
              <a:t>            618.47633401098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600.36768377312,</a:t>
            </a:r>
          </a:p>
          <a:p xmlns:a="http://schemas.openxmlformats.org/drawingml/2006/main">
            <a:r>
              <a:t>            610.23328822688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608.5264115461,</a:t>
            </a:r>
          </a:p>
          <a:p xmlns:a="http://schemas.openxmlformats.org/drawingml/2006/main">
            <a:r>
              <a:t>            622.0655044539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611.88808799676,</a:t>
            </a:r>
          </a:p>
          <a:p xmlns:a="http://schemas.openxmlformats.org/drawingml/2006/main">
            <a:r>
              <a:t>            624.01510800324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"NLD|TIMSS|2015|mathematics|core|p10|total|total|||score_points|weighted_empirical_step_quantile",</a:t>
            </a:r>
          </a:p>
          <a:p xmlns:a="http://schemas.openxmlformats.org/drawingml/2006/main">
            <a:r>
              <a:t>        "NLD|TIMSS|2003|mathematics|core|p10|total|total|||score_points|weighted_empirical_step_quantile",</a:t>
            </a:r>
          </a:p>
          <a:p xmlns:a="http://schemas.openxmlformats.org/drawingml/2006/main">
            <a:r>
              <a:t>        "NLD|TIMSS|2007|mathematics|core|p10|total|total|||score_points|weighted_empirical_step_quantile",</a:t>
            </a:r>
          </a:p>
          <a:p xmlns:a="http://schemas.openxmlformats.org/drawingml/2006/main">
            <a:r>
              <a:t>        "NLD|TIMSS|2011|mathematics|core|p10|total|total|||score_points|weighted_empirical_step_quantile",</a:t>
            </a:r>
          </a:p>
          <a:p xmlns:a="http://schemas.openxmlformats.org/drawingml/2006/main">
            <a:r>
              <a:t>        "NLD|TIMSS|2019|mathematics|core|p10|total|total|||score_points|weighted_empirical_step_quantile",</a:t>
            </a:r>
          </a:p>
          <a:p xmlns:a="http://schemas.openxmlformats.org/drawingml/2006/main">
            <a:r>
              <a:t>        "NLD|TIMSS|2023|mathematics|core|p10|total|total|||score_points|weighted_empirical_step_quantile",</a:t>
            </a:r>
          </a:p>
          <a:p xmlns:a="http://schemas.openxmlformats.org/drawingml/2006/main">
            <a:r>
              <a:t>        "NLD|TIMSS|2015|mathematics|core|p50|total|total|||score_points|weighted_empirical_step_quantile",</a:t>
            </a:r>
          </a:p>
          <a:p xmlns:a="http://schemas.openxmlformats.org/drawingml/2006/main">
            <a:r>
              <a:t>        "NLD|TIMSS|2003|mathematics|core|p50|total|total|||score_points|weighted_empirical_step_quantile",</a:t>
            </a:r>
          </a:p>
          <a:p xmlns:a="http://schemas.openxmlformats.org/drawingml/2006/main">
            <a:r>
              <a:t>        "NLD|TIMSS|2007|mathematics|core|p50|total|total|||score_points|weighted_empirical_step_quantile",</a:t>
            </a:r>
          </a:p>
          <a:p xmlns:a="http://schemas.openxmlformats.org/drawingml/2006/main">
            <a:r>
              <a:t>        "NLD|TIMSS|2011|mathematics|core|p50|total|total|||score_points|weighted_empirical_step_quantile",</a:t>
            </a:r>
          </a:p>
          <a:p xmlns:a="http://schemas.openxmlformats.org/drawingml/2006/main">
            <a:r>
              <a:t>        "NLD|TIMSS|2019|mathematics|core|p50|total|total|||score_points|weighted_empirical_step_quantile",</a:t>
            </a:r>
          </a:p>
          <a:p xmlns:a="http://schemas.openxmlformats.org/drawingml/2006/main">
            <a:r>
              <a:t>        "NLD|TIMSS|2023|mathematics|core|p50|total|total|||score_points|weighted_empirical_step_quantile",</a:t>
            </a:r>
          </a:p>
          <a:p xmlns:a="http://schemas.openxmlformats.org/drawingml/2006/main">
            <a:r>
              <a:t>        "NLD|TIMSS|2015|mathematics|core|p90|total|total|||score_points|weighted_empirical_step_quantile",</a:t>
            </a:r>
          </a:p>
          <a:p xmlns:a="http://schemas.openxmlformats.org/drawingml/2006/main">
            <a:r>
              <a:t>        "NLD|TIMSS|2003|mathematics|core|p90|total|total|||score_points|weighted_empirical_step_quantile",</a:t>
            </a:r>
          </a:p>
          <a:p xmlns:a="http://schemas.openxmlformats.org/drawingml/2006/main">
            <a:r>
              <a:t>        "NLD|TIMSS|2007|mathematics|core|p90|total|total|||score_points|weighted_empirical_step_quantile",</a:t>
            </a:r>
          </a:p>
          <a:p xmlns:a="http://schemas.openxmlformats.org/drawingml/2006/main">
            <a:r>
              <a:t>        "NLD|TIMSS|2011|mathematics|core|p90|total|total|||score_points|weighted_empirical_step_quantile",</a:t>
            </a:r>
          </a:p>
          <a:p xmlns:a="http://schemas.openxmlformats.org/drawingml/2006/main">
            <a:r>
              <a:t>        "NLD|TIMSS|2019|mathematics|core|p90|total|total|||score_points|weighted_empirical_step_quantile",</a:t>
            </a:r>
          </a:p>
          <a:p xmlns:a="http://schemas.openxmlformats.org/drawingml/2006/main">
            <a:r>
              <a:t>        "NLD|TIMSS|2023|mathematics|core|p90|total|total|||score_points|weighted_empirical_step_quantile"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"DS_P10_age10_science",</a:t>
            </a:r>
          </a:p>
          <a:p xmlns:a="http://schemas.openxmlformats.org/drawingml/2006/main">
            <a:r>
              <a:t>        "DS_P50_age10_science",</a:t>
            </a:r>
          </a:p>
          <a:p xmlns:a="http://schemas.openxmlformats.org/drawingml/2006/main">
            <a:r>
              <a:t>        "DS_P90_age10_science"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"Tiende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456.53695648148,</a:t>
            </a:r>
          </a:p>
          <a:p xmlns:a="http://schemas.openxmlformats.org/drawingml/2006/main">
            <a:r>
              <a:t>            445.16,</a:t>
            </a:r>
          </a:p>
          <a:p xmlns:a="http://schemas.openxmlformats.org/drawingml/2006/main">
            <a:r>
              <a:t>            461.404214,</a:t>
            </a:r>
          </a:p>
          <a:p xmlns:a="http://schemas.openxmlformats.org/drawingml/2006/main">
            <a:r>
              <a:t>            438.44505,</a:t>
            </a:r>
          </a:p>
          <a:p xmlns:a="http://schemas.openxmlformats.org/drawingml/2006/main">
            <a:r>
              <a:t>            434.159228,</a:t>
            </a:r>
          </a:p>
          <a:p xmlns:a="http://schemas.openxmlformats.org/drawingml/2006/main">
            <a:r>
              <a:t>            429.689106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429.61419955321,</a:t>
            </a:r>
          </a:p>
          <a:p xmlns:a="http://schemas.openxmlformats.org/drawingml/2006/main">
            <a:r>
              <a:t>            447.27590044679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448.29368203913,</a:t>
            </a:r>
          </a:p>
          <a:p xmlns:a="http://schemas.openxmlformats.org/drawingml/2006/main">
            <a:r>
              <a:t>            464.78023092383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436.59827667814,</a:t>
            </a:r>
          </a:p>
          <a:p xmlns:a="http://schemas.openxmlformats.org/drawingml/2006/main">
            <a:r>
              <a:t>            453.72172332186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452.03181726833,</a:t>
            </a:r>
          </a:p>
          <a:p xmlns:a="http://schemas.openxmlformats.org/drawingml/2006/main">
            <a:r>
              <a:t>            470.77661073167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425.79169053401,</a:t>
            </a:r>
          </a:p>
          <a:p xmlns:a="http://schemas.openxmlformats.org/drawingml/2006/main">
            <a:r>
              <a:t>            442.52676546599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421.43490992233,</a:t>
            </a:r>
          </a:p>
          <a:p xmlns:a="http://schemas.openxmlformats.org/drawingml/2006/main">
            <a:r>
              <a:t>            437.94330207767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"Mediaan",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526.7438909213,</a:t>
            </a:r>
          </a:p>
          <a:p xmlns:a="http://schemas.openxmlformats.org/drawingml/2006/main">
            <a:r>
              <a:t>            525.028,</a:t>
            </a:r>
          </a:p>
          <a:p xmlns:a="http://schemas.openxmlformats.org/drawingml/2006/main">
            <a:r>
              <a:t>            533.643848,</a:t>
            </a:r>
          </a:p>
          <a:p xmlns:a="http://schemas.openxmlformats.org/drawingml/2006/main">
            <a:r>
              <a:t>            519.708136,</a:t>
            </a:r>
          </a:p>
          <a:p xmlns:a="http://schemas.openxmlformats.org/drawingml/2006/main">
            <a:r>
              <a:t>            521.611138,</a:t>
            </a:r>
          </a:p>
          <a:p xmlns:a="http://schemas.openxmlformats.org/drawingml/2006/main">
            <a:r>
              <a:t>            519.74813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513.88615843911,</a:t>
            </a:r>
          </a:p>
          <a:p xmlns:a="http://schemas.openxmlformats.org/drawingml/2006/main">
            <a:r>
              <a:t>            525.53011356089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522.09325915245,</a:t>
            </a:r>
          </a:p>
          <a:p xmlns:a="http://schemas.openxmlformats.org/drawingml/2006/main">
            <a:r>
              <a:t>            531.39452269015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519.38474371108,</a:t>
            </a:r>
          </a:p>
          <a:p xmlns:a="http://schemas.openxmlformats.org/drawingml/2006/main">
            <a:r>
              <a:t>            530.67125628892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529.30510693984,</a:t>
            </a:r>
          </a:p>
          <a:p xmlns:a="http://schemas.openxmlformats.org/drawingml/2006/main">
            <a:r>
              <a:t>            537.98258906016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515.08639089398,</a:t>
            </a:r>
          </a:p>
          <a:p xmlns:a="http://schemas.openxmlformats.org/drawingml/2006/main">
            <a:r>
              <a:t>            528.13588510602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511.47813843527,</a:t>
            </a:r>
          </a:p>
          <a:p xmlns:a="http://schemas.openxmlformats.org/drawingml/2006/main">
            <a:r>
              <a:t>            528.01812156473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"Negentigste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591.37739984797,</a:t>
            </a:r>
          </a:p>
          <a:p xmlns:a="http://schemas.openxmlformats.org/drawingml/2006/main">
            <a:r>
              <a:t>            597.998,</a:t>
            </a:r>
          </a:p>
          <a:p xmlns:a="http://schemas.openxmlformats.org/drawingml/2006/main">
            <a:r>
              <a:t>            596.533306,</a:t>
            </a:r>
          </a:p>
          <a:p xmlns:a="http://schemas.openxmlformats.org/drawingml/2006/main">
            <a:r>
              <a:t>            592.479196,</a:t>
            </a:r>
          </a:p>
          <a:p xmlns:a="http://schemas.openxmlformats.org/drawingml/2006/main">
            <a:r>
              <a:t>            599.238998,</a:t>
            </a:r>
          </a:p>
          <a:p xmlns:a="http://schemas.openxmlformats.org/drawingml/2006/main">
            <a:r>
              <a:t>            600.028204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585.7455703964,</a:t>
            </a:r>
          </a:p>
          <a:p xmlns:a="http://schemas.openxmlformats.org/drawingml/2006/main">
            <a:r>
              <a:t>            599.2128216036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585.20886600748,</a:t>
            </a:r>
          </a:p>
          <a:p xmlns:a="http://schemas.openxmlformats.org/drawingml/2006/main">
            <a:r>
              <a:t>            597.54593368845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591.16294182216,</a:t>
            </a:r>
          </a:p>
          <a:p xmlns:a="http://schemas.openxmlformats.org/drawingml/2006/main">
            <a:r>
              <a:t>            604.83305817784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590.37054785859,</a:t>
            </a:r>
          </a:p>
          <a:p xmlns:a="http://schemas.openxmlformats.org/drawingml/2006/main">
            <a:r>
              <a:t>            602.69606414141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591.86171504355,</a:t>
            </a:r>
          </a:p>
          <a:p xmlns:a="http://schemas.openxmlformats.org/drawingml/2006/main">
            <a:r>
              <a:t>            606.61628095645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594.33712548093,</a:t>
            </a:r>
          </a:p>
          <a:p xmlns:a="http://schemas.openxmlformats.org/drawingml/2006/main">
            <a:r>
              <a:t>            605.71928251907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"NLD|TIMSS|2015|science|core|p10|total|total|||score_points|weighted_empirical_step_quantile",</a:t>
            </a:r>
          </a:p>
          <a:p xmlns:a="http://schemas.openxmlformats.org/drawingml/2006/main">
            <a:r>
              <a:t>        "NLD|TIMSS|2003|science|core|p10|total|total|||score_points|weighted_empirical_step_quantile",</a:t>
            </a:r>
          </a:p>
          <a:p xmlns:a="http://schemas.openxmlformats.org/drawingml/2006/main">
            <a:r>
              <a:t>        "NLD|TIMSS|2007|science|core|p10|total|total|||score_points|weighted_empirical_step_quantile",</a:t>
            </a:r>
          </a:p>
          <a:p xmlns:a="http://schemas.openxmlformats.org/drawingml/2006/main">
            <a:r>
              <a:t>        "NLD|TIMSS|2011|science|core|p10|total|total|||score_points|weighted_empirical_step_quantile",</a:t>
            </a:r>
          </a:p>
          <a:p xmlns:a="http://schemas.openxmlformats.org/drawingml/2006/main">
            <a:r>
              <a:t>        "NLD|TIMSS|2019|science|core|p10|total|total|||score_points|weighted_empirical_step_quantile",</a:t>
            </a:r>
          </a:p>
          <a:p xmlns:a="http://schemas.openxmlformats.org/drawingml/2006/main">
            <a:r>
              <a:t>        "NLD|TIMSS|2023|science|core|p10|total|total|||score_points|weighted_empirical_step_quantile",</a:t>
            </a:r>
          </a:p>
          <a:p xmlns:a="http://schemas.openxmlformats.org/drawingml/2006/main">
            <a:r>
              <a:t>        "NLD|TIMSS|2015|science|core|p50|total|total|||score_points|weighted_empirical_step_quantile",</a:t>
            </a:r>
          </a:p>
          <a:p xmlns:a="http://schemas.openxmlformats.org/drawingml/2006/main">
            <a:r>
              <a:t>        "NLD|TIMSS|2003|science|core|p50|total|total|||score_points|weighted_empirical_step_quantile",</a:t>
            </a:r>
          </a:p>
          <a:p xmlns:a="http://schemas.openxmlformats.org/drawingml/2006/main">
            <a:r>
              <a:t>        "NLD|TIMSS|2007|science|core|p50|total|total|||score_points|weighted_empirical_step_quantile",</a:t>
            </a:r>
          </a:p>
          <a:p xmlns:a="http://schemas.openxmlformats.org/drawingml/2006/main">
            <a:r>
              <a:t>        "NLD|TIMSS|2011|science|core|p50|total|total|||score_points|weighted_empirical_step_quantile",</a:t>
            </a:r>
          </a:p>
          <a:p xmlns:a="http://schemas.openxmlformats.org/drawingml/2006/main">
            <a:r>
              <a:t>        "NLD|TIMSS|2019|science|core|p50|total|total|||score_points|weighted_empirical_step_quantile",</a:t>
            </a:r>
          </a:p>
          <a:p xmlns:a="http://schemas.openxmlformats.org/drawingml/2006/main">
            <a:r>
              <a:t>        "NLD|TIMSS|2023|science|core|p50|total|total|||score_points|weighted_empirical_step_quantile",</a:t>
            </a:r>
          </a:p>
          <a:p xmlns:a="http://schemas.openxmlformats.org/drawingml/2006/main">
            <a:r>
              <a:t>        "NLD|TIMSS|2015|science|core|p90|total|total|||score_points|weighted_empirical_step_quantile",</a:t>
            </a:r>
          </a:p>
          <a:p xmlns:a="http://schemas.openxmlformats.org/drawingml/2006/main">
            <a:r>
              <a:t>        "NLD|TIMSS|2003|science|core|p90|total|total|||score_points|weighted_empirical_step_quantile",</a:t>
            </a:r>
          </a:p>
          <a:p xmlns:a="http://schemas.openxmlformats.org/drawingml/2006/main">
            <a:r>
              <a:t>        "NLD|TIMSS|2007|science|core|p90|total|total|||score_points|weighted_empirical_step_quantile",</a:t>
            </a:r>
          </a:p>
          <a:p xmlns:a="http://schemas.openxmlformats.org/drawingml/2006/main">
            <a:r>
              <a:t>        "NLD|TIMSS|2011|science|core|p90|total|total|||score_points|weighted_empirical_step_quantile",</a:t>
            </a:r>
          </a:p>
          <a:p xmlns:a="http://schemas.openxmlformats.org/drawingml/2006/main">
            <a:r>
              <a:t>        "NLD|TIMSS|2019|science|core|p90|total|total|||score_points|weighted_empirical_step_quantile",</a:t>
            </a:r>
          </a:p>
          <a:p xmlns:a="http://schemas.openxmlformats.org/drawingml/2006/main">
            <a:r>
              <a:t>        "NLD|TIMSS|2023|science|core|p90|total|total|||score_points|weighted_empirical_step_quantile"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"DS_P10_age15_reading",</a:t>
            </a:r>
          </a:p>
          <a:p xmlns:a="http://schemas.openxmlformats.org/drawingml/2006/main">
            <a:r>
              <a:t>        "DS_P50_age15_reading",</a:t>
            </a:r>
          </a:p>
          <a:p xmlns:a="http://schemas.openxmlformats.org/drawingml/2006/main">
            <a:r>
              <a:t>        "DS_P90_age15_reading"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"Tiende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400.38432,</a:t>
            </a:r>
          </a:p>
          <a:p xmlns:a="http://schemas.openxmlformats.org/drawingml/2006/main">
            <a:r>
              <a:t>            378.86876,</a:t>
            </a:r>
          </a:p>
          <a:p xmlns:a="http://schemas.openxmlformats.org/drawingml/2006/main">
            <a:r>
              <a:t>            390.274,</a:t>
            </a:r>
          </a:p>
          <a:p xmlns:a="http://schemas.openxmlformats.org/drawingml/2006/main">
            <a:r>
              <a:t>            386.19148,</a:t>
            </a:r>
          </a:p>
          <a:p xmlns:a="http://schemas.openxmlformats.org/drawingml/2006/main">
            <a:r>
              <a:t>            368.0115,</a:t>
            </a:r>
          </a:p>
          <a:p xmlns:a="http://schemas.openxmlformats.org/drawingml/2006/main">
            <a:r>
              <a:t>            343.7185,</a:t>
            </a:r>
          </a:p>
          <a:p xmlns:a="http://schemas.openxmlformats.org/drawingml/2006/main">
            <a:r>
              <a:t>            304.4244,</a:t>
            </a:r>
          </a:p>
          <a:p xmlns:a="http://schemas.openxmlformats.org/drawingml/2006/main">
            <a:r>
              <a:t>            289.78930065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280.80207688613,</a:t>
            </a:r>
          </a:p>
          <a:p xmlns:a="http://schemas.openxmlformats.org/drawingml/2006/main">
            <a:r>
              <a:t>            298.77652441387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358.93669228771,</a:t>
            </a:r>
          </a:p>
          <a:p xmlns:a="http://schemas.openxmlformats.org/drawingml/2006/main">
            <a:r>
              <a:t>            377.08630771229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335.01068114808,</a:t>
            </a:r>
          </a:p>
          <a:p xmlns:a="http://schemas.openxmlformats.org/drawingml/2006/main">
            <a:r>
              <a:t>            352.42631885192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291.48955799764,</a:t>
            </a:r>
          </a:p>
          <a:p xmlns:a="http://schemas.openxmlformats.org/drawingml/2006/main">
            <a:r>
              <a:t>            317.35924200236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366.31984828025,</a:t>
            </a:r>
          </a:p>
          <a:p xmlns:a="http://schemas.openxmlformats.org/drawingml/2006/main">
            <a:r>
              <a:t>            391.41767171975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390.26811726088,</a:t>
            </a:r>
          </a:p>
          <a:p xmlns:a="http://schemas.openxmlformats.org/drawingml/2006/main">
            <a:r>
              <a:t>            410.50052273912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380.38999031502,</a:t>
            </a:r>
          </a:p>
          <a:p xmlns:a="http://schemas.openxmlformats.org/drawingml/2006/main">
            <a:r>
              <a:t>            400.15800968498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373.2133675689,</a:t>
            </a:r>
          </a:p>
          <a:p xmlns:a="http://schemas.openxmlformats.org/drawingml/2006/main">
            <a:r>
              <a:t>            399.1695924311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"Mediaan",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516.9328,</a:t>
            </a:r>
          </a:p>
          <a:p xmlns:a="http://schemas.openxmlformats.org/drawingml/2006/main">
            <a:r>
              <a:t>            515.12926,</a:t>
            </a:r>
          </a:p>
          <a:p xmlns:a="http://schemas.openxmlformats.org/drawingml/2006/main">
            <a:r>
              <a:t>            509.558,</a:t>
            </a:r>
          </a:p>
          <a:p xmlns:a="http://schemas.openxmlformats.org/drawingml/2006/main">
            <a:r>
              <a:t>            519.30476,</a:t>
            </a:r>
          </a:p>
          <a:p xmlns:a="http://schemas.openxmlformats.org/drawingml/2006/main">
            <a:r>
              <a:t>            508.523,</a:t>
            </a:r>
          </a:p>
          <a:p xmlns:a="http://schemas.openxmlformats.org/drawingml/2006/main">
            <a:r>
              <a:t>            486.4085,</a:t>
            </a:r>
          </a:p>
          <a:p xmlns:a="http://schemas.openxmlformats.org/drawingml/2006/main">
            <a:r>
              <a:t>            462.3126,</a:t>
            </a:r>
          </a:p>
          <a:p xmlns:a="http://schemas.openxmlformats.org/drawingml/2006/main">
            <a:r>
              <a:t>            446.10076026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438.11173309192,</a:t>
            </a:r>
          </a:p>
          <a:p xmlns:a="http://schemas.openxmlformats.org/drawingml/2006/main">
            <a:r>
              <a:t>            454.08978742808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502.66600027176,</a:t>
            </a:r>
          </a:p>
          <a:p xmlns:a="http://schemas.openxmlformats.org/drawingml/2006/main">
            <a:r>
              <a:t>            514.37999972824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479.22084903172,</a:t>
            </a:r>
          </a:p>
          <a:p xmlns:a="http://schemas.openxmlformats.org/drawingml/2006/main">
            <a:r>
              <a:t>            493.59615096828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451.10377800832,</a:t>
            </a:r>
          </a:p>
          <a:p xmlns:a="http://schemas.openxmlformats.org/drawingml/2006/main">
            <a:r>
              <a:t>            473.52142199168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508.06883340179,</a:t>
            </a:r>
          </a:p>
          <a:p xmlns:a="http://schemas.openxmlformats.org/drawingml/2006/main">
            <a:r>
              <a:t>            522.18968659821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509.50179520711,</a:t>
            </a:r>
          </a:p>
          <a:p xmlns:a="http://schemas.openxmlformats.org/drawingml/2006/main">
            <a:r>
              <a:t>            524.36380479289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495.83859123274,</a:t>
            </a:r>
          </a:p>
          <a:p xmlns:a="http://schemas.openxmlformats.org/drawingml/2006/main">
            <a:r>
              <a:t>            523.27740876726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510.79952856538,</a:t>
            </a:r>
          </a:p>
          <a:p xmlns:a="http://schemas.openxmlformats.org/drawingml/2006/main">
            <a:r>
              <a:t>            527.80999143462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"Negentigste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620.50322,</a:t>
            </a:r>
          </a:p>
          <a:p xmlns:a="http://schemas.openxmlformats.org/drawingml/2006/main">
            <a:r>
              <a:t>            622.20864,</a:t>
            </a:r>
          </a:p>
          <a:p xmlns:a="http://schemas.openxmlformats.org/drawingml/2006/main">
            <a:r>
              <a:t>            624.582,</a:t>
            </a:r>
          </a:p>
          <a:p xmlns:a="http://schemas.openxmlformats.org/drawingml/2006/main">
            <a:r>
              <a:t>            624.82928,</a:t>
            </a:r>
          </a:p>
          <a:p xmlns:a="http://schemas.openxmlformats.org/drawingml/2006/main">
            <a:r>
              <a:t>            629.8189,</a:t>
            </a:r>
          </a:p>
          <a:p xmlns:a="http://schemas.openxmlformats.org/drawingml/2006/main">
            <a:r>
              <a:t>            620.5354,</a:t>
            </a:r>
          </a:p>
          <a:p xmlns:a="http://schemas.openxmlformats.org/drawingml/2006/main">
            <a:r>
              <a:t>            607.7146,</a:t>
            </a:r>
          </a:p>
          <a:p xmlns:a="http://schemas.openxmlformats.org/drawingml/2006/main">
            <a:r>
              <a:t>            584.89967372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578.70291014466,</a:t>
            </a:r>
          </a:p>
          <a:p xmlns:a="http://schemas.openxmlformats.org/drawingml/2006/main">
            <a:r>
              <a:t>            591.09643729534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623.77179743848,</a:t>
            </a:r>
          </a:p>
          <a:p xmlns:a="http://schemas.openxmlformats.org/drawingml/2006/main">
            <a:r>
              <a:t>            635.86600256152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614.06509207126,</a:t>
            </a:r>
          </a:p>
          <a:p xmlns:a="http://schemas.openxmlformats.org/drawingml/2006/main">
            <a:r>
              <a:t>            627.00570792874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600.2441991641,</a:t>
            </a:r>
          </a:p>
          <a:p xmlns:a="http://schemas.openxmlformats.org/drawingml/2006/main">
            <a:r>
              <a:t>            615.1850008359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617.46918186095,</a:t>
            </a:r>
          </a:p>
          <a:p xmlns:a="http://schemas.openxmlformats.org/drawingml/2006/main">
            <a:r>
              <a:t>            626.94809813905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614.84788062998,</a:t>
            </a:r>
          </a:p>
          <a:p xmlns:a="http://schemas.openxmlformats.org/drawingml/2006/main">
            <a:r>
              <a:t>            626.15855937002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615.5572605053,</a:t>
            </a:r>
          </a:p>
          <a:p xmlns:a="http://schemas.openxmlformats.org/drawingml/2006/main">
            <a:r>
              <a:t>            633.6067394947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617.74621237017,</a:t>
            </a:r>
          </a:p>
          <a:p xmlns:a="http://schemas.openxmlformats.org/drawingml/2006/main">
            <a:r>
              <a:t>            631.91234762983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"NLD|PISA|2025|reading|core|p10|total|total|||score_points|weighted_empirical_step_quantile",</a:t>
            </a:r>
          </a:p>
          <a:p xmlns:a="http://schemas.openxmlformats.org/drawingml/2006/main">
            <a:r>
              <a:t>        "NLD|PISA|2015|reading|core|p10|total|total|||score_points|weighted_empirical_step_quantile",</a:t>
            </a:r>
          </a:p>
          <a:p xmlns:a="http://schemas.openxmlformats.org/drawingml/2006/main">
            <a:r>
              <a:t>        "NLD|PISA|2018|reading|core|p10|total|total|||score_points|weighted_empirical_step_quantile",</a:t>
            </a:r>
          </a:p>
          <a:p xmlns:a="http://schemas.openxmlformats.org/drawingml/2006/main">
            <a:r>
              <a:t>        "NLD|PISA|2022|reading|core|p10|total|total|||score_points|weighted_empirical_step_quantile",</a:t>
            </a:r>
          </a:p>
          <a:p xmlns:a="http://schemas.openxmlformats.org/drawingml/2006/main">
            <a:r>
              <a:t>        "NLD|PISA|2006|reading|core|p10|total|total|||score_points|weighted_empirical_step_quantile",</a:t>
            </a:r>
          </a:p>
          <a:p xmlns:a="http://schemas.openxmlformats.org/drawingml/2006/main">
            <a:r>
              <a:t>        "NLD|PISA|2003|reading|core|p10|total|total|||score_points|weighted_empirical_step_quantile",</a:t>
            </a:r>
          </a:p>
          <a:p xmlns:a="http://schemas.openxmlformats.org/drawingml/2006/main">
            <a:r>
              <a:t>        "NLD|PISA|2009|reading|core|p10|total|total|||score_points|weighted_empirical_step_quantile",</a:t>
            </a:r>
          </a:p>
          <a:p xmlns:a="http://schemas.openxmlformats.org/drawingml/2006/main">
            <a:r>
              <a:t>        "NLD|PISA|2012|reading|core|p10|total|total|||score_points|weighted_empirical_step_quantile",</a:t>
            </a:r>
          </a:p>
          <a:p xmlns:a="http://schemas.openxmlformats.org/drawingml/2006/main">
            <a:r>
              <a:t>        "NLD|PISA|2025|reading|core|p50|total|total|||score_points|weighted_empirical_step_quantile",</a:t>
            </a:r>
          </a:p>
          <a:p xmlns:a="http://schemas.openxmlformats.org/drawingml/2006/main">
            <a:r>
              <a:t>        "NLD|PISA|2015|reading|core|p50|total|total|||score_points|weighted_empirical_step_quantile",</a:t>
            </a:r>
          </a:p>
          <a:p xmlns:a="http://schemas.openxmlformats.org/drawingml/2006/main">
            <a:r>
              <a:t>        "NLD|PISA|2018|reading|core|p50|total|total|||score_points|weighted_empirical_step_quantile",</a:t>
            </a:r>
          </a:p>
          <a:p xmlns:a="http://schemas.openxmlformats.org/drawingml/2006/main">
            <a:r>
              <a:t>        "NLD|PISA|2022|reading|core|p50|total|total|||score_points|weighted_empirical_step_quantile",</a:t>
            </a:r>
          </a:p>
          <a:p xmlns:a="http://schemas.openxmlformats.org/drawingml/2006/main">
            <a:r>
              <a:t>        "NLD|PISA|2006|reading|core|p50|total|total|||score_points|weighted_empirical_step_quantile",</a:t>
            </a:r>
          </a:p>
          <a:p xmlns:a="http://schemas.openxmlformats.org/drawingml/2006/main">
            <a:r>
              <a:t>        "NLD|PISA|2003|reading|core|p50|total|total|||score_points|weighted_empirical_step_quantile",</a:t>
            </a:r>
          </a:p>
          <a:p xmlns:a="http://schemas.openxmlformats.org/drawingml/2006/main">
            <a:r>
              <a:t>        "NLD|PISA|2009|reading|core|p50|total|total|||score_points|weighted_empirical_step_quantile",</a:t>
            </a:r>
          </a:p>
          <a:p xmlns:a="http://schemas.openxmlformats.org/drawingml/2006/main">
            <a:r>
              <a:t>        "NLD|PISA|2012|reading|core|p50|total|total|||score_points|weighted_empirical_step_quantile",</a:t>
            </a:r>
          </a:p>
          <a:p xmlns:a="http://schemas.openxmlformats.org/drawingml/2006/main">
            <a:r>
              <a:t>        "NLD|PISA|2025|reading|core|p90|total|total|||score_points|weighted_empirical_step_quantile",</a:t>
            </a:r>
          </a:p>
          <a:p xmlns:a="http://schemas.openxmlformats.org/drawingml/2006/main">
            <a:r>
              <a:t>        "NLD|PISA|2015|reading|core|p90|total|total|||score_points|weighted_empirical_step_quantile",</a:t>
            </a:r>
          </a:p>
          <a:p xmlns:a="http://schemas.openxmlformats.org/drawingml/2006/main">
            <a:r>
              <a:t>        "NLD|PISA|2018|reading|core|p90|total|total|||score_points|weighted_empirical_step_quantile",</a:t>
            </a:r>
          </a:p>
          <a:p xmlns:a="http://schemas.openxmlformats.org/drawingml/2006/main">
            <a:r>
              <a:t>        "NLD|PISA|2022|reading|core|p90|total|total|||score_points|weighted_empirical_step_quantile",</a:t>
            </a:r>
          </a:p>
          <a:p xmlns:a="http://schemas.openxmlformats.org/drawingml/2006/main">
            <a:r>
              <a:t>        "NLD|PISA|2006|reading|core|p90|total|total|||score_points|weighted_empirical_step_quantile",</a:t>
            </a:r>
          </a:p>
          <a:p xmlns:a="http://schemas.openxmlformats.org/drawingml/2006/main">
            <a:r>
              <a:t>        "NLD|PISA|2003|reading|core|p90|total|total|||score_points|weighted_empirical_step_quantile",</a:t>
            </a:r>
          </a:p>
          <a:p xmlns:a="http://schemas.openxmlformats.org/drawingml/2006/main">
            <a:r>
              <a:t>        "NLD|PISA|2009|reading|core|p90|total|total|||score_points|weighted_empirical_step_quantile",</a:t>
            </a:r>
          </a:p>
          <a:p xmlns:a="http://schemas.openxmlformats.org/drawingml/2006/main">
            <a:r>
              <a:t>        "NLD|PISA|2012|reading|core|p90|total|total|||score_points|weighted_empirical_step_quantile"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"DS_P10_age15_mathematics",</a:t>
            </a:r>
          </a:p>
          <a:p xmlns:a="http://schemas.openxmlformats.org/drawingml/2006/main">
            <a:r>
              <a:t>        "DS_P50_age15_mathematics",</a:t>
            </a:r>
          </a:p>
          <a:p xmlns:a="http://schemas.openxmlformats.org/drawingml/2006/main">
            <a:r>
              <a:t>        "DS_P90_age15_mathematics"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"Tiende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415.4074,</a:t>
            </a:r>
          </a:p>
          <a:p xmlns:a="http://schemas.openxmlformats.org/drawingml/2006/main">
            <a:r>
              <a:t>            412.11246,</a:t>
            </a:r>
          </a:p>
          <a:p xmlns:a="http://schemas.openxmlformats.org/drawingml/2006/main">
            <a:r>
              <a:t>            405.896,</a:t>
            </a:r>
          </a:p>
          <a:p xmlns:a="http://schemas.openxmlformats.org/drawingml/2006/main">
            <a:r>
              <a:t>            396.50254,</a:t>
            </a:r>
          </a:p>
          <a:p xmlns:a="http://schemas.openxmlformats.org/drawingml/2006/main">
            <a:r>
              <a:t>            389.822,</a:t>
            </a:r>
          </a:p>
          <a:p xmlns:a="http://schemas.openxmlformats.org/drawingml/2006/main">
            <a:r>
              <a:t>            394.188,</a:t>
            </a:r>
          </a:p>
          <a:p xmlns:a="http://schemas.openxmlformats.org/drawingml/2006/main">
            <a:r>
              <a:t>            347.5136,</a:t>
            </a:r>
          </a:p>
          <a:p xmlns:a="http://schemas.openxmlformats.org/drawingml/2006/main">
            <a:r>
              <a:t>            341.78045583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334.25813361015,</a:t>
            </a:r>
          </a:p>
          <a:p xmlns:a="http://schemas.openxmlformats.org/drawingml/2006/main">
            <a:r>
              <a:t>            349.30277804985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382.18583582555,</a:t>
            </a:r>
          </a:p>
          <a:p xmlns:a="http://schemas.openxmlformats.org/drawingml/2006/main">
            <a:r>
              <a:t>            397.45816417445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384.76346525781,</a:t>
            </a:r>
          </a:p>
          <a:p xmlns:a="http://schemas.openxmlformats.org/drawingml/2006/main">
            <a:r>
              <a:t>            403.61253474219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336.42294007303,</a:t>
            </a:r>
          </a:p>
          <a:p xmlns:a="http://schemas.openxmlformats.org/drawingml/2006/main">
            <a:r>
              <a:t>            358.60425992697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402.370675485,</a:t>
            </a:r>
          </a:p>
          <a:p xmlns:a="http://schemas.openxmlformats.org/drawingml/2006/main">
            <a:r>
              <a:t>            421.854244515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403.95208586626,</a:t>
            </a:r>
          </a:p>
          <a:p xmlns:a="http://schemas.openxmlformats.org/drawingml/2006/main">
            <a:r>
              <a:t>            426.86271413374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394.95461586036,</a:t>
            </a:r>
          </a:p>
          <a:p xmlns:a="http://schemas.openxmlformats.org/drawingml/2006/main">
            <a:r>
              <a:t>            416.83738413964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385.76548685239,</a:t>
            </a:r>
          </a:p>
          <a:p xmlns:a="http://schemas.openxmlformats.org/drawingml/2006/main">
            <a:r>
              <a:t>            407.23959314761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"Mediaan",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539.61676,</a:t>
            </a:r>
          </a:p>
          <a:p xmlns:a="http://schemas.openxmlformats.org/drawingml/2006/main">
            <a:r>
              <a:t>            533.53328,</a:t>
            </a:r>
          </a:p>
          <a:p xmlns:a="http://schemas.openxmlformats.org/drawingml/2006/main">
            <a:r>
              <a:t>            529.28,</a:t>
            </a:r>
          </a:p>
          <a:p xmlns:a="http://schemas.openxmlformats.org/drawingml/2006/main">
            <a:r>
              <a:t>            528.54808,</a:t>
            </a:r>
          </a:p>
          <a:p xmlns:a="http://schemas.openxmlformats.org/drawingml/2006/main">
            <a:r>
              <a:t>            516.4415,</a:t>
            </a:r>
          </a:p>
          <a:p xmlns:a="http://schemas.openxmlformats.org/drawingml/2006/main">
            <a:r>
              <a:t>            524.3393,</a:t>
            </a:r>
          </a:p>
          <a:p xmlns:a="http://schemas.openxmlformats.org/drawingml/2006/main">
            <a:r>
              <a:t>            496.7963,</a:t>
            </a:r>
          </a:p>
          <a:p xmlns:a="http://schemas.openxmlformats.org/drawingml/2006/main">
            <a:r>
              <a:t>            486.90412104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479.55690808568,</a:t>
            </a:r>
          </a:p>
          <a:p xmlns:a="http://schemas.openxmlformats.org/drawingml/2006/main">
            <a:r>
              <a:t>            494.25133399432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511.03482190261,</a:t>
            </a:r>
          </a:p>
          <a:p xmlns:a="http://schemas.openxmlformats.org/drawingml/2006/main">
            <a:r>
              <a:t>            521.84817809739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518.38219122723,</a:t>
            </a:r>
          </a:p>
          <a:p xmlns:a="http://schemas.openxmlformats.org/drawingml/2006/main">
            <a:r>
              <a:t>            530.29640877277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487.2065112874,</a:t>
            </a:r>
          </a:p>
          <a:p xmlns:a="http://schemas.openxmlformats.org/drawingml/2006/main">
            <a:r>
              <a:t>            506.3860887126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526.68687187732,</a:t>
            </a:r>
          </a:p>
          <a:p xmlns:a="http://schemas.openxmlformats.org/drawingml/2006/main">
            <a:r>
              <a:t>            540.37968812268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530.93499664436,</a:t>
            </a:r>
          </a:p>
          <a:p xmlns:a="http://schemas.openxmlformats.org/drawingml/2006/main">
            <a:r>
              <a:t>            548.29852335564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517.58222409898,</a:t>
            </a:r>
          </a:p>
          <a:p xmlns:a="http://schemas.openxmlformats.org/drawingml/2006/main">
            <a:r>
              <a:t>            540.97777590102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519.28216229366,</a:t>
            </a:r>
          </a:p>
          <a:p xmlns:a="http://schemas.openxmlformats.org/drawingml/2006/main">
            <a:r>
              <a:t>            537.81399770634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"Negentigste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656.51972,</a:t>
            </a:r>
          </a:p>
          <a:p xmlns:a="http://schemas.openxmlformats.org/drawingml/2006/main">
            <a:r>
              <a:t>            644.59418,</a:t>
            </a:r>
          </a:p>
          <a:p xmlns:a="http://schemas.openxmlformats.org/drawingml/2006/main">
            <a:r>
              <a:t>            639.936,</a:t>
            </a:r>
          </a:p>
          <a:p xmlns:a="http://schemas.openxmlformats.org/drawingml/2006/main">
            <a:r>
              <a:t>            638.1134,</a:t>
            </a:r>
          </a:p>
          <a:p xmlns:a="http://schemas.openxmlformats.org/drawingml/2006/main">
            <a:r>
              <a:t>            627.2394,</a:t>
            </a:r>
          </a:p>
          <a:p xmlns:a="http://schemas.openxmlformats.org/drawingml/2006/main">
            <a:r>
              <a:t>            637.6233,</a:t>
            </a:r>
          </a:p>
          <a:p xmlns:a="http://schemas.openxmlformats.org/drawingml/2006/main">
            <a:r>
              <a:t>            629.6742,</a:t>
            </a:r>
          </a:p>
          <a:p xmlns:a="http://schemas.openxmlformats.org/drawingml/2006/main">
            <a:r>
              <a:t>            620.41699498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613.70170096602,</a:t>
            </a:r>
          </a:p>
          <a:p xmlns:a="http://schemas.openxmlformats.org/drawingml/2006/main">
            <a:r>
              <a:t>            627.13228899398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621.14590907295,</a:t>
            </a:r>
          </a:p>
          <a:p xmlns:a="http://schemas.openxmlformats.org/drawingml/2006/main">
            <a:r>
              <a:t>            633.33289092705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630.48392200175,</a:t>
            </a:r>
          </a:p>
          <a:p xmlns:a="http://schemas.openxmlformats.org/drawingml/2006/main">
            <a:r>
              <a:t>            644.76267799825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624.27672011911,</a:t>
            </a:r>
          </a:p>
          <a:p xmlns:a="http://schemas.openxmlformats.org/drawingml/2006/main">
            <a:r>
              <a:t>            635.07167988089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638.02922405826,</a:t>
            </a:r>
          </a:p>
          <a:p xmlns:a="http://schemas.openxmlformats.org/drawingml/2006/main">
            <a:r>
              <a:t>            651.15913594174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650.23423055584,</a:t>
            </a:r>
          </a:p>
          <a:p xmlns:a="http://schemas.openxmlformats.org/drawingml/2006/main">
            <a:r>
              <a:t>            662.80520944416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631.36550739264,</a:t>
            </a:r>
          </a:p>
          <a:p xmlns:a="http://schemas.openxmlformats.org/drawingml/2006/main">
            <a:r>
              <a:t>            648.50649260736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630.83621395421,</a:t>
            </a:r>
          </a:p>
          <a:p xmlns:a="http://schemas.openxmlformats.org/drawingml/2006/main">
            <a:r>
              <a:t>            645.39058604579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"NLD|PISA|2025|mathematics|core|p10|total|total|||score_points|weighted_empirical_step_quantile",</a:t>
            </a:r>
          </a:p>
          <a:p xmlns:a="http://schemas.openxmlformats.org/drawingml/2006/main">
            <a:r>
              <a:t>        "NLD|PISA|2015|mathematics|core|p10|total|total|||score_points|weighted_empirical_step_quantile",</a:t>
            </a:r>
          </a:p>
          <a:p xmlns:a="http://schemas.openxmlformats.org/drawingml/2006/main">
            <a:r>
              <a:t>        "NLD|PISA|2018|mathematics|core|p10|total|total|||score_points|weighted_empirical_step_quantile",</a:t>
            </a:r>
          </a:p>
          <a:p xmlns:a="http://schemas.openxmlformats.org/drawingml/2006/main">
            <a:r>
              <a:t>        "NLD|PISA|2022|mathematics|core|p10|total|total|||score_points|weighted_empirical_step_quantile",</a:t>
            </a:r>
          </a:p>
          <a:p xmlns:a="http://schemas.openxmlformats.org/drawingml/2006/main">
            <a:r>
              <a:t>        "NLD|PISA|2006|mathematics|core|p10|total|total|||score_points|weighted_empirical_step_quantile",</a:t>
            </a:r>
          </a:p>
          <a:p xmlns:a="http://schemas.openxmlformats.org/drawingml/2006/main">
            <a:r>
              <a:t>        "NLD|PISA|2003|mathematics|core|p10|total|total|||score_points|weighted_empirical_step_quantile",</a:t>
            </a:r>
          </a:p>
          <a:p xmlns:a="http://schemas.openxmlformats.org/drawingml/2006/main">
            <a:r>
              <a:t>        "NLD|PISA|2009|mathematics|core|p10|total|total|||score_points|weighted_empirical_step_quantile",</a:t>
            </a:r>
          </a:p>
          <a:p xmlns:a="http://schemas.openxmlformats.org/drawingml/2006/main">
            <a:r>
              <a:t>        "NLD|PISA|2012|mathematics|core|p10|total|total|||score_points|weighted_empirical_step_quantile",</a:t>
            </a:r>
          </a:p>
          <a:p xmlns:a="http://schemas.openxmlformats.org/drawingml/2006/main">
            <a:r>
              <a:t>        "NLD|PISA|2025|mathematics|core|p50|total|total|||score_points|weighted_empirical_step_quantile",</a:t>
            </a:r>
          </a:p>
          <a:p xmlns:a="http://schemas.openxmlformats.org/drawingml/2006/main">
            <a:r>
              <a:t>        "NLD|PISA|2015|mathematics|core|p50|total|total|||score_points|weighted_empirical_step_quantile",</a:t>
            </a:r>
          </a:p>
          <a:p xmlns:a="http://schemas.openxmlformats.org/drawingml/2006/main">
            <a:r>
              <a:t>        "NLD|PISA|2018|mathematics|core|p50|total|total|||score_points|weighted_empirical_step_quantile",</a:t>
            </a:r>
          </a:p>
          <a:p xmlns:a="http://schemas.openxmlformats.org/drawingml/2006/main">
            <a:r>
              <a:t>        "NLD|PISA|2022|mathematics|core|p50|total|total|||score_points|weighted_empirical_step_quantile",</a:t>
            </a:r>
          </a:p>
          <a:p xmlns:a="http://schemas.openxmlformats.org/drawingml/2006/main">
            <a:r>
              <a:t>        "NLD|PISA|2006|mathematics|core|p50|total|total|||score_points|weighted_empirical_step_quantile",</a:t>
            </a:r>
          </a:p>
          <a:p xmlns:a="http://schemas.openxmlformats.org/drawingml/2006/main">
            <a:r>
              <a:t>        "NLD|PISA|2003|mathematics|core|p50|total|total|||score_points|weighted_empirical_step_quantile",</a:t>
            </a:r>
          </a:p>
          <a:p xmlns:a="http://schemas.openxmlformats.org/drawingml/2006/main">
            <a:r>
              <a:t>        "NLD|PISA|2009|mathematics|core|p50|total|total|||score_points|weighted_empirical_step_quantile",</a:t>
            </a:r>
          </a:p>
          <a:p xmlns:a="http://schemas.openxmlformats.org/drawingml/2006/main">
            <a:r>
              <a:t>        "NLD|PISA|2012|mathematics|core|p50|total|total|||score_points|weighted_empirical_step_quantile",</a:t>
            </a:r>
          </a:p>
          <a:p xmlns:a="http://schemas.openxmlformats.org/drawingml/2006/main">
            <a:r>
              <a:t>        "NLD|PISA|2025|mathematics|core|p90|total|total|||score_points|weighted_empirical_step_quantile",</a:t>
            </a:r>
          </a:p>
          <a:p xmlns:a="http://schemas.openxmlformats.org/drawingml/2006/main">
            <a:r>
              <a:t>        "NLD|PISA|2015|mathematics|core|p90|total|total|||score_points|weighted_empirical_step_quantile",</a:t>
            </a:r>
          </a:p>
          <a:p xmlns:a="http://schemas.openxmlformats.org/drawingml/2006/main">
            <a:r>
              <a:t>        "NLD|PISA|2018|mathematics|core|p90|total|total|||score_points|weighted_empirical_step_quantile",</a:t>
            </a:r>
          </a:p>
          <a:p xmlns:a="http://schemas.openxmlformats.org/drawingml/2006/main">
            <a:r>
              <a:t>        "NLD|PISA|2022|mathematics|core|p90|total|total|||score_points|weighted_empirical_step_quantile",</a:t>
            </a:r>
          </a:p>
          <a:p xmlns:a="http://schemas.openxmlformats.org/drawingml/2006/main">
            <a:r>
              <a:t>        "NLD|PISA|2006|mathematics|core|p90|total|total|||score_points|weighted_empirical_step_quantile",</a:t>
            </a:r>
          </a:p>
          <a:p xmlns:a="http://schemas.openxmlformats.org/drawingml/2006/main">
            <a:r>
              <a:t>        "NLD|PISA|2003|mathematics|core|p90|total|total|||score_points|weighted_empirical_step_quantile",</a:t>
            </a:r>
          </a:p>
          <a:p xmlns:a="http://schemas.openxmlformats.org/drawingml/2006/main">
            <a:r>
              <a:t>        "NLD|PISA|2009|mathematics|core|p90|total|total|||score_points|weighted_empirical_step_quantile",</a:t>
            </a:r>
          </a:p>
          <a:p xmlns:a="http://schemas.openxmlformats.org/drawingml/2006/main">
            <a:r>
              <a:t>        "NLD|PISA|2012|mathematics|core|p90|total|total|||score_points|weighted_empirical_step_quantile"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"DS_P10_age15_science",</a:t>
            </a:r>
          </a:p>
          <a:p xmlns:a="http://schemas.openxmlformats.org/drawingml/2006/main">
            <a:r>
              <a:t>        "DS_P50_age15_science",</a:t>
            </a:r>
          </a:p>
          <a:p xmlns:a="http://schemas.openxmlformats.org/drawingml/2006/main">
            <a:r>
              <a:t>        "DS_P90_age15_science"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21,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"Tiende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394.69768,</a:t>
            </a:r>
          </a:p>
          <a:p xmlns:a="http://schemas.openxmlformats.org/drawingml/2006/main">
            <a:r>
              <a:t>            394.592,</a:t>
            </a:r>
          </a:p>
          <a:p xmlns:a="http://schemas.openxmlformats.org/drawingml/2006/main">
            <a:r>
              <a:t>            393.13688,</a:t>
            </a:r>
          </a:p>
          <a:p xmlns:a="http://schemas.openxmlformats.org/drawingml/2006/main">
            <a:r>
              <a:t>            371.8568,</a:t>
            </a:r>
          </a:p>
          <a:p xmlns:a="http://schemas.openxmlformats.org/drawingml/2006/main">
            <a:r>
              <a:t>            363.9042,</a:t>
            </a:r>
          </a:p>
          <a:p xmlns:a="http://schemas.openxmlformats.org/drawingml/2006/main">
            <a:r>
              <a:t>            340.2107,</a:t>
            </a:r>
          </a:p>
          <a:p xmlns:a="http://schemas.openxmlformats.org/drawingml/2006/main">
            <a:r>
              <a:t>            338.14917633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330.61294619322,</a:t>
            </a:r>
          </a:p>
          <a:p xmlns:a="http://schemas.openxmlformats.org/drawingml/2006/main">
            <a:r>
              <a:t>            345.68540646678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363.43272899664,</a:t>
            </a:r>
          </a:p>
          <a:p xmlns:a="http://schemas.openxmlformats.org/drawingml/2006/main">
            <a:r>
              <a:t>            380.28087100336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353.77906302222,</a:t>
            </a:r>
          </a:p>
          <a:p xmlns:a="http://schemas.openxmlformats.org/drawingml/2006/main">
            <a:r>
              <a:t>            374.02933697778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329.63575402591,</a:t>
            </a:r>
          </a:p>
          <a:p xmlns:a="http://schemas.openxmlformats.org/drawingml/2006/main">
            <a:r>
              <a:t>            350.78564597409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384.13464552129,</a:t>
            </a:r>
          </a:p>
          <a:p xmlns:a="http://schemas.openxmlformats.org/drawingml/2006/main">
            <a:r>
              <a:t>            405.26071447871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380.83200960105,</a:t>
            </a:r>
          </a:p>
          <a:p xmlns:a="http://schemas.openxmlformats.org/drawingml/2006/main">
            <a:r>
              <a:t>            408.35199039895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Tiende percentiel,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382.59048837854,</a:t>
            </a:r>
          </a:p>
          <a:p xmlns:a="http://schemas.openxmlformats.org/drawingml/2006/main">
            <a:r>
              <a:t>            403.68327162146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"Mediaan",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530.03694,</a:t>
            </a:r>
          </a:p>
          <a:p xmlns:a="http://schemas.openxmlformats.org/drawingml/2006/main">
            <a:r>
              <a:t>            525.476,</a:t>
            </a:r>
          </a:p>
          <a:p xmlns:a="http://schemas.openxmlformats.org/drawingml/2006/main">
            <a:r>
              <a:t>            527.75082,</a:t>
            </a:r>
          </a:p>
          <a:p xmlns:a="http://schemas.openxmlformats.org/drawingml/2006/main">
            <a:r>
              <a:t>            511.6227,</a:t>
            </a:r>
          </a:p>
          <a:p xmlns:a="http://schemas.openxmlformats.org/drawingml/2006/main">
            <a:r>
              <a:t>            507.8988,</a:t>
            </a:r>
          </a:p>
          <a:p xmlns:a="http://schemas.openxmlformats.org/drawingml/2006/main">
            <a:r>
              <a:t>            488.9111,</a:t>
            </a:r>
          </a:p>
          <a:p xmlns:a="http://schemas.openxmlformats.org/drawingml/2006/main">
            <a:r>
              <a:t>            489.58429358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481.79208965408,</a:t>
            </a:r>
          </a:p>
          <a:p xmlns:a="http://schemas.openxmlformats.org/drawingml/2006/main">
            <a:r>
              <a:t>            497.37649750592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505.84839441599,</a:t>
            </a:r>
          </a:p>
          <a:p xmlns:a="http://schemas.openxmlformats.org/drawingml/2006/main">
            <a:r>
              <a:t>            517.39700558401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500.72349094167,</a:t>
            </a:r>
          </a:p>
          <a:p xmlns:a="http://schemas.openxmlformats.org/drawingml/2006/main">
            <a:r>
              <a:t>            515.07410905833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478.83637958471,</a:t>
            </a:r>
          </a:p>
          <a:p xmlns:a="http://schemas.openxmlformats.org/drawingml/2006/main">
            <a:r>
              <a:t>            498.98582041529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522.93480779607,</a:t>
            </a:r>
          </a:p>
          <a:p xmlns:a="http://schemas.openxmlformats.org/drawingml/2006/main">
            <a:r>
              <a:t>            537.13907220393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510.39262786621,</a:t>
            </a:r>
          </a:p>
          <a:p xmlns:a="http://schemas.openxmlformats.org/drawingml/2006/main">
            <a:r>
              <a:t>            540.55937213379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Mediaan,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518.84648794714,</a:t>
            </a:r>
          </a:p>
          <a:p xmlns:a="http://schemas.openxmlformats.org/drawingml/2006/main">
            <a:r>
              <a:t>            536.65515205286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"Negentigste percentiel",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646.09264,</a:t>
            </a:r>
          </a:p>
          <a:p xmlns:a="http://schemas.openxmlformats.org/drawingml/2006/main">
            <a:r>
              <a:t>            645.152,</a:t>
            </a:r>
          </a:p>
          <a:p xmlns:a="http://schemas.openxmlformats.org/drawingml/2006/main">
            <a:r>
              <a:t>            641.36518,</a:t>
            </a:r>
          </a:p>
          <a:p xmlns:a="http://schemas.openxmlformats.org/drawingml/2006/main">
            <a:r>
              <a:t>            638.2091,</a:t>
            </a:r>
          </a:p>
          <a:p xmlns:a="http://schemas.openxmlformats.org/drawingml/2006/main">
            <a:r>
              <a:t>            636.1887,</a:t>
            </a:r>
          </a:p>
          <a:p xmlns:a="http://schemas.openxmlformats.org/drawingml/2006/main">
            <a:r>
              <a:t>            636.1207,</a:t>
            </a:r>
          </a:p>
          <a:p xmlns:a="http://schemas.openxmlformats.org/drawingml/2006/main">
            <a:r>
              <a:t>            626.28275456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619.9441144422,</a:t>
            </a:r>
          </a:p>
          <a:p xmlns:a="http://schemas.openxmlformats.org/drawingml/2006/main">
            <a:r>
              <a:t>            632.6213946778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632.47555315127,</a:t>
            </a:r>
          </a:p>
          <a:p xmlns:a="http://schemas.openxmlformats.org/drawingml/2006/main">
            <a:r>
              <a:t>            643.94264684873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629.29626059629,</a:t>
            </a:r>
          </a:p>
          <a:p xmlns:a="http://schemas.openxmlformats.org/drawingml/2006/main">
            <a:r>
              <a:t>            643.08113940371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628.9266342442,</a:t>
            </a:r>
          </a:p>
          <a:p xmlns:a="http://schemas.openxmlformats.org/drawingml/2006/main">
            <a:r>
              <a:t>            643.3147657558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639.42898856817,</a:t>
            </a:r>
          </a:p>
          <a:p xmlns:a="http://schemas.openxmlformats.org/drawingml/2006/main">
            <a:r>
              <a:t>            652.75629143183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635.75675149995,</a:t>
            </a:r>
          </a:p>
          <a:p xmlns:a="http://schemas.openxmlformats.org/drawingml/2006/main">
            <a:r>
              <a:t>            654.54724850005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Negentigste percentiel,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633.31738209578,</a:t>
            </a:r>
          </a:p>
          <a:p xmlns:a="http://schemas.openxmlformats.org/drawingml/2006/main">
            <a:r>
              <a:t>            649.41297790422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"NLD|PISA|2025|science|core|p10|total|total|||score_points|weighted_empirical_step_quantile",</a:t>
            </a:r>
          </a:p>
          <a:p xmlns:a="http://schemas.openxmlformats.org/drawingml/2006/main">
            <a:r>
              <a:t>        "NLD|PISA|2015|science|core|p10|total|total|||score_points|weighted_empirical_step_quantile",</a:t>
            </a:r>
          </a:p>
          <a:p xmlns:a="http://schemas.openxmlformats.org/drawingml/2006/main">
            <a:r>
              <a:t>        "NLD|PISA|2018|science|core|p10|total|total|||score_points|weighted_empirical_step_quantile",</a:t>
            </a:r>
          </a:p>
          <a:p xmlns:a="http://schemas.openxmlformats.org/drawingml/2006/main">
            <a:r>
              <a:t>        "NLD|PISA|2022|science|core|p10|total|total|||score_points|weighted_empirical_step_quantile",</a:t>
            </a:r>
          </a:p>
          <a:p xmlns:a="http://schemas.openxmlformats.org/drawingml/2006/main">
            <a:r>
              <a:t>        "NLD|PISA|2006|science|core|p10|total|total|||score_points|weighted_empirical_step_quantile",</a:t>
            </a:r>
          </a:p>
          <a:p xmlns:a="http://schemas.openxmlformats.org/drawingml/2006/main">
            <a:r>
              <a:t>        "NLD|PISA|2009|science|core|p10|total|total|||score_points|weighted_empirical_step_quantile",</a:t>
            </a:r>
          </a:p>
          <a:p xmlns:a="http://schemas.openxmlformats.org/drawingml/2006/main">
            <a:r>
              <a:t>        "NLD|PISA|2012|science|core|p10|total|total|||score_points|weighted_empirical_step_quantile",</a:t>
            </a:r>
          </a:p>
          <a:p xmlns:a="http://schemas.openxmlformats.org/drawingml/2006/main">
            <a:r>
              <a:t>        "NLD|PISA|2025|science|core|p50|total|total|||score_points|weighted_empirical_step_quantile",</a:t>
            </a:r>
          </a:p>
          <a:p xmlns:a="http://schemas.openxmlformats.org/drawingml/2006/main">
            <a:r>
              <a:t>        "NLD|PISA|2015|science|core|p50|total|total|||score_points|weighted_empirical_step_quantile",</a:t>
            </a:r>
          </a:p>
          <a:p xmlns:a="http://schemas.openxmlformats.org/drawingml/2006/main">
            <a:r>
              <a:t>        "NLD|PISA|2018|science|core|p50|total|total|||score_points|weighted_empirical_step_quantile",</a:t>
            </a:r>
          </a:p>
          <a:p xmlns:a="http://schemas.openxmlformats.org/drawingml/2006/main">
            <a:r>
              <a:t>        "NLD|PISA|2022|science|core|p50|total|total|||score_points|weighted_empirical_step_quantile",</a:t>
            </a:r>
          </a:p>
          <a:p xmlns:a="http://schemas.openxmlformats.org/drawingml/2006/main">
            <a:r>
              <a:t>        "NLD|PISA|2006|science|core|p50|total|total|||score_points|weighted_empirical_step_quantile",</a:t>
            </a:r>
          </a:p>
          <a:p xmlns:a="http://schemas.openxmlformats.org/drawingml/2006/main">
            <a:r>
              <a:t>        "NLD|PISA|2009|science|core|p50|total|total|||score_points|weighted_empirical_step_quantile",</a:t>
            </a:r>
          </a:p>
          <a:p xmlns:a="http://schemas.openxmlformats.org/drawingml/2006/main">
            <a:r>
              <a:t>        "NLD|PISA|2012|science|core|p50|total|total|||score_points|weighted_empirical_step_quantile",</a:t>
            </a:r>
          </a:p>
          <a:p xmlns:a="http://schemas.openxmlformats.org/drawingml/2006/main">
            <a:r>
              <a:t>        "NLD|PISA|2025|science|core|p90|total|total|||score_points|weighted_empirical_step_quantile",</a:t>
            </a:r>
          </a:p>
          <a:p xmlns:a="http://schemas.openxmlformats.org/drawingml/2006/main">
            <a:r>
              <a:t>        "NLD|PISA|2015|science|core|p90|total|total|||score_points|weighted_empirical_step_quantile",</a:t>
            </a:r>
          </a:p>
          <a:p xmlns:a="http://schemas.openxmlformats.org/drawingml/2006/main">
            <a:r>
              <a:t>        "NLD|PISA|2018|science|core|p90|total|total|||score_points|weighted_empirical_step_quantile",</a:t>
            </a:r>
          </a:p>
          <a:p xmlns:a="http://schemas.openxmlformats.org/drawingml/2006/main">
            <a:r>
              <a:t>        "NLD|PISA|2022|science|core|p90|total|total|||score_points|weighted_empirical_step_quantile",</a:t>
            </a:r>
          </a:p>
          <a:p xmlns:a="http://schemas.openxmlformats.org/drawingml/2006/main">
            <a:r>
              <a:t>        "NLD|PISA|2006|science|core|p90|total|total|||score_points|weighted_empirical_step_quantile",</a:t>
            </a:r>
          </a:p>
          <a:p xmlns:a="http://schemas.openxmlformats.org/drawingml/2006/main">
            <a:r>
              <a:t>        "NLD|PISA|2009|science|core|p90|total|total|||score_points|weighted_empirical_step_quantile",</a:t>
            </a:r>
          </a:p>
          <a:p xmlns:a="http://schemas.openxmlformats.org/drawingml/2006/main">
            <a:r>
              <a:t>        "NLD|PISA|2012|science|core|p90|total|total|||score_points|weighted_empirical_step_quantile"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4,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"GP_SES_LEVELS_age10_reading"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536.18747680152,</a:t>
            </a:r>
          </a:p>
          <a:p xmlns:a="http://schemas.openxmlformats.org/drawingml/2006/main">
            <a:r>
              <a:t>            525.15575809985,</a:t>
            </a:r>
          </a:p>
          <a:p xmlns:a="http://schemas.openxmlformats.org/drawingml/2006/main">
            <a:r>
              <a:t>            527.84930705546,</a:t>
            </a:r>
          </a:p>
          <a:p xmlns:a="http://schemas.openxmlformats.org/drawingml/2006/main">
            <a:r>
              <a:t>            521.8920356876,</a:t>
            </a:r>
          </a:p>
          <a:p xmlns:a="http://schemas.openxmlformats.org/drawingml/2006/main">
            <a:r>
              <a:t>            502.04354858496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529.4420945584,</a:t>
            </a:r>
          </a:p>
          <a:p xmlns:a="http://schemas.openxmlformats.org/drawingml/2006/main">
            <a:r>
              <a:t>            542.93285904465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520.6664317951,</a:t>
            </a:r>
          </a:p>
          <a:p xmlns:a="http://schemas.openxmlformats.org/drawingml/2006/main">
            <a:r>
              <a:t>            529.64508440459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523.3240739177,</a:t>
            </a:r>
          </a:p>
          <a:p xmlns:a="http://schemas.openxmlformats.org/drawingml/2006/main">
            <a:r>
              <a:t>            532.37454019322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517.60779457126,</a:t>
            </a:r>
          </a:p>
          <a:p xmlns:a="http://schemas.openxmlformats.org/drawingml/2006/main">
            <a:r>
              <a:t>            526.17627680394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494.111909587,</a:t>
            </a:r>
          </a:p>
          <a:p xmlns:a="http://schemas.openxmlformats.org/drawingml/2006/main">
            <a:r>
              <a:t>            509.97518758291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569.60056522227,</a:t>
            </a:r>
          </a:p>
          <a:p xmlns:a="http://schemas.openxmlformats.org/drawingml/2006/main">
            <a:r>
              <a:t>            567.67165119748,</a:t>
            </a:r>
          </a:p>
          <a:p xmlns:a="http://schemas.openxmlformats.org/drawingml/2006/main">
            <a:r>
              <a:t>            562.75727718011,</a:t>
            </a:r>
          </a:p>
          <a:p xmlns:a="http://schemas.openxmlformats.org/drawingml/2006/main">
            <a:r>
              <a:t>            565.36357646372,</a:t>
            </a:r>
          </a:p>
          <a:p xmlns:a="http://schemas.openxmlformats.org/drawingml/2006/main">
            <a:r>
              <a:t>            550.97307881736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564.85652739365,</a:t>
            </a:r>
          </a:p>
          <a:p xmlns:a="http://schemas.openxmlformats.org/drawingml/2006/main">
            <a:r>
              <a:t>            574.34460305088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563.20724210369,</a:t>
            </a:r>
          </a:p>
          <a:p xmlns:a="http://schemas.openxmlformats.org/drawingml/2006/main">
            <a:r>
              <a:t>            572.13606029127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557.79695144622,</a:t>
            </a:r>
          </a:p>
          <a:p xmlns:a="http://schemas.openxmlformats.org/drawingml/2006/main">
            <a:r>
              <a:t>            567.71760291401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560.24726321394,</a:t>
            </a:r>
          </a:p>
          <a:p xmlns:a="http://schemas.openxmlformats.org/drawingml/2006/main">
            <a:r>
              <a:t>            570.4798897135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544.38465120036,</a:t>
            </a:r>
          </a:p>
          <a:p xmlns:a="http://schemas.openxmlformats.org/drawingml/2006/main">
            <a:r>
              <a:t>            557.56150643437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"NLD|PIRLS|2001|reading|ses_national|q1_mean|q1|books5_fractional|||score_points|",</a:t>
            </a:r>
          </a:p>
          <a:p xmlns:a="http://schemas.openxmlformats.org/drawingml/2006/main">
            <a:r>
              <a:t>        "NLD|PIRLS|2001|reading|ses_national|q4_mean|q4|books5_fractional|||score_points|",</a:t>
            </a:r>
          </a:p>
          <a:p xmlns:a="http://schemas.openxmlformats.org/drawingml/2006/main">
            <a:r>
              <a:t>        "NLD|PIRLS|2006|reading|ses_national|q1_mean|q1|books5_fractional|||score_points|",</a:t>
            </a:r>
          </a:p>
          <a:p xmlns:a="http://schemas.openxmlformats.org/drawingml/2006/main">
            <a:r>
              <a:t>        "NLD|PIRLS|2006|reading|ses_national|q4_mean|q4|books5_fractional|||score_points|",</a:t>
            </a:r>
          </a:p>
          <a:p xmlns:a="http://schemas.openxmlformats.org/drawingml/2006/main">
            <a:r>
              <a:t>        "NLD|PIRLS|2011|reading|ses_national|q1_mean|q1|books5_fractional|||score_points|",</a:t>
            </a:r>
          </a:p>
          <a:p xmlns:a="http://schemas.openxmlformats.org/drawingml/2006/main">
            <a:r>
              <a:t>        "NLD|PIRLS|2011|reading|ses_national|q4_mean|q4|books5_fractional|||score_points|",</a:t>
            </a:r>
          </a:p>
          <a:p xmlns:a="http://schemas.openxmlformats.org/drawingml/2006/main">
            <a:r>
              <a:t>        "NLD|PIRLS|2016|reading|ses_national|q1_mean|q1|books5_fractional|||score_points|",</a:t>
            </a:r>
          </a:p>
          <a:p xmlns:a="http://schemas.openxmlformats.org/drawingml/2006/main">
            <a:r>
              <a:t>        "NLD|PIRLS|2016|reading|ses_national|q4_mean|q4|books5_fractional|||score_points|",</a:t>
            </a:r>
          </a:p>
          <a:p xmlns:a="http://schemas.openxmlformats.org/drawingml/2006/main">
            <a:r>
              <a:t>        "NLD|PIRLS|2021|reading|ses_national|q1_mean|q1|books5_fractional|||score_points|",</a:t>
            </a:r>
          </a:p>
          <a:p xmlns:a="http://schemas.openxmlformats.org/drawingml/2006/main">
            <a:r>
              <a:t>        "NLD|PIRLS|2021|reading|ses_national|q4_mean|q4|books5_fractional|||score_points|"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"GP_SES_LEVELS_age10_mathematics"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519.48489183273,</a:t>
            </a:r>
          </a:p>
          <a:p xmlns:a="http://schemas.openxmlformats.org/drawingml/2006/main">
            <a:r>
              <a:t>            512.69578271862,</a:t>
            </a:r>
          </a:p>
          <a:p xmlns:a="http://schemas.openxmlformats.org/drawingml/2006/main">
            <a:r>
              <a:t>            518.97905508736,</a:t>
            </a:r>
          </a:p>
          <a:p xmlns:a="http://schemas.openxmlformats.org/drawingml/2006/main">
            <a:r>
              <a:t>            510.58175648829,</a:t>
            </a:r>
          </a:p>
          <a:p xmlns:a="http://schemas.openxmlformats.org/drawingml/2006/main">
            <a:r>
              <a:t>            519.04312840973,</a:t>
            </a:r>
          </a:p>
          <a:p xmlns:a="http://schemas.openxmlformats.org/drawingml/2006/main">
            <a:r>
              <a:t>            514.4220489501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505.77495937144,</a:t>
            </a:r>
          </a:p>
          <a:p xmlns:a="http://schemas.openxmlformats.org/drawingml/2006/main">
            <a:r>
              <a:t>            515.38855360515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511.20097803606,</a:t>
            </a:r>
          </a:p>
          <a:p xmlns:a="http://schemas.openxmlformats.org/drawingml/2006/main">
            <a:r>
              <a:t>            527.76880562941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507.14635109992,</a:t>
            </a:r>
          </a:p>
          <a:p xmlns:a="http://schemas.openxmlformats.org/drawingml/2006/main">
            <a:r>
              <a:t>            518.24521433732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514.74803337188,</a:t>
            </a:r>
          </a:p>
          <a:p xmlns:a="http://schemas.openxmlformats.org/drawingml/2006/main">
            <a:r>
              <a:t>            523.21007680284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513.36615790536,</a:t>
            </a:r>
          </a:p>
          <a:p xmlns:a="http://schemas.openxmlformats.org/drawingml/2006/main">
            <a:r>
              <a:t>            524.7200989141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507.16963475877,</a:t>
            </a:r>
          </a:p>
          <a:p xmlns:a="http://schemas.openxmlformats.org/drawingml/2006/main">
            <a:r>
              <a:t>            521.67446314143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559.2985744588,</a:t>
            </a:r>
          </a:p>
          <a:p xmlns:a="http://schemas.openxmlformats.org/drawingml/2006/main">
            <a:r>
              <a:t>            551.06206146216,</a:t>
            </a:r>
          </a:p>
          <a:p xmlns:a="http://schemas.openxmlformats.org/drawingml/2006/main">
            <a:r>
              <a:t>            555.41825573067,</a:t>
            </a:r>
          </a:p>
          <a:p xmlns:a="http://schemas.openxmlformats.org/drawingml/2006/main">
            <a:r>
              <a:t>            546.63001879858,</a:t>
            </a:r>
          </a:p>
          <a:p xmlns:a="http://schemas.openxmlformats.org/drawingml/2006/main">
            <a:r>
              <a:t>            556.88543108617,</a:t>
            </a:r>
          </a:p>
          <a:p xmlns:a="http://schemas.openxmlformats.org/drawingml/2006/main">
            <a:r>
              <a:t>            553.3575958449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540.93659723583,</a:t>
            </a:r>
          </a:p>
          <a:p xmlns:a="http://schemas.openxmlformats.org/drawingml/2006/main">
            <a:r>
              <a:t>            552.32344036132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553.71637345363,</a:t>
            </a:r>
          </a:p>
          <a:p xmlns:a="http://schemas.openxmlformats.org/drawingml/2006/main">
            <a:r>
              <a:t>            564.88077546396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543.19086802518,</a:t>
            </a:r>
          </a:p>
          <a:p xmlns:a="http://schemas.openxmlformats.org/drawingml/2006/main">
            <a:r>
              <a:t>            558.93325489913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548.57458079854,</a:t>
            </a:r>
          </a:p>
          <a:p xmlns:a="http://schemas.openxmlformats.org/drawingml/2006/main">
            <a:r>
              <a:t>            562.26193066281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551.09603070259,</a:t>
            </a:r>
          </a:p>
          <a:p xmlns:a="http://schemas.openxmlformats.org/drawingml/2006/main">
            <a:r>
              <a:t>            562.67483146975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546.99884726295,</a:t>
            </a:r>
          </a:p>
          <a:p xmlns:a="http://schemas.openxmlformats.org/drawingml/2006/main">
            <a:r>
              <a:t>            559.71634442685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"NLD|TIMSS|2015|mathematics|ses_national|q1_mean|q1|books5_fractional|||score_points|",</a:t>
            </a:r>
          </a:p>
          <a:p xmlns:a="http://schemas.openxmlformats.org/drawingml/2006/main">
            <a:r>
              <a:t>        "NLD|TIMSS|2015|mathematics|ses_national|q4_mean|q4|books5_fractional|||score_points|",</a:t>
            </a:r>
          </a:p>
          <a:p xmlns:a="http://schemas.openxmlformats.org/drawingml/2006/main">
            <a:r>
              <a:t>        "NLD|TIMSS|2003|mathematics|ses_national|q1_mean|q1|books5_fractional|||score_points|",</a:t>
            </a:r>
          </a:p>
          <a:p xmlns:a="http://schemas.openxmlformats.org/drawingml/2006/main">
            <a:r>
              <a:t>        "NLD|TIMSS|2003|mathematics|ses_national|q4_mean|q4|books5_fractional|||score_points|",</a:t>
            </a:r>
          </a:p>
          <a:p xmlns:a="http://schemas.openxmlformats.org/drawingml/2006/main">
            <a:r>
              <a:t>        "NLD|TIMSS|2007|mathematics|ses_national|q1_mean|q1|books5_fractional|||score_points|",</a:t>
            </a:r>
          </a:p>
          <a:p xmlns:a="http://schemas.openxmlformats.org/drawingml/2006/main">
            <a:r>
              <a:t>        "NLD|TIMSS|2007|mathematics|ses_national|q4_mean|q4|books5_fractional|||score_points|",</a:t>
            </a:r>
          </a:p>
          <a:p xmlns:a="http://schemas.openxmlformats.org/drawingml/2006/main">
            <a:r>
              <a:t>        "NLD|TIMSS|2011|mathematics|ses_national|q1_mean|q1|books5_fractional|||score_points|",</a:t>
            </a:r>
          </a:p>
          <a:p xmlns:a="http://schemas.openxmlformats.org/drawingml/2006/main">
            <a:r>
              <a:t>        "NLD|TIMSS|2011|mathematics|ses_national|q4_mean|q4|books5_fractional|||score_points|",</a:t>
            </a:r>
          </a:p>
          <a:p xmlns:a="http://schemas.openxmlformats.org/drawingml/2006/main">
            <a:r>
              <a:t>        "NLD|TIMSS|2019|mathematics|ses_national|q1_mean|q1|books5_fractional|||score_points|",</a:t>
            </a:r>
          </a:p>
          <a:p xmlns:a="http://schemas.openxmlformats.org/drawingml/2006/main">
            <a:r>
              <a:t>        "NLD|TIMSS|2019|mathematics|ses_national|q4_mean|q4|books5_fractional|||score_points|",</a:t>
            </a:r>
          </a:p>
          <a:p xmlns:a="http://schemas.openxmlformats.org/drawingml/2006/main">
            <a:r>
              <a:t>        "NLD|TIMSS|2023|mathematics|ses_national|q1_mean|q1|books5_fractional|||score_points|",</a:t>
            </a:r>
          </a:p>
          <a:p xmlns:a="http://schemas.openxmlformats.org/drawingml/2006/main">
            <a:r>
              <a:t>        "NLD|TIMSS|2023|mathematics|ses_national|q4_mean|q4|books5_fractional|||score_points|"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"GP_SES_LEVELS_age10_science"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504.79459345559,</a:t>
            </a:r>
          </a:p>
          <a:p xmlns:a="http://schemas.openxmlformats.org/drawingml/2006/main">
            <a:r>
              <a:t>            500.09746617113,</a:t>
            </a:r>
          </a:p>
          <a:p xmlns:a="http://schemas.openxmlformats.org/drawingml/2006/main">
            <a:r>
              <a:t>            509.3088525108,</a:t>
            </a:r>
          </a:p>
          <a:p xmlns:a="http://schemas.openxmlformats.org/drawingml/2006/main">
            <a:r>
              <a:t>            493.82662259747,</a:t>
            </a:r>
          </a:p>
          <a:p xmlns:a="http://schemas.openxmlformats.org/drawingml/2006/main">
            <a:r>
              <a:t>            493.31481540854,</a:t>
            </a:r>
          </a:p>
          <a:p xmlns:a="http://schemas.openxmlformats.org/drawingml/2006/main">
            <a:r>
              <a:t>            489.33679842056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486.95486271429,</a:t>
            </a:r>
          </a:p>
          <a:p xmlns:a="http://schemas.openxmlformats.org/drawingml/2006/main">
            <a:r>
              <a:t>            500.69838248064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497.4370373816,</a:t>
            </a:r>
          </a:p>
          <a:p xmlns:a="http://schemas.openxmlformats.org/drawingml/2006/main">
            <a:r>
              <a:t>            512.15214952958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493.71616850132,</a:t>
            </a:r>
          </a:p>
          <a:p xmlns:a="http://schemas.openxmlformats.org/drawingml/2006/main">
            <a:r>
              <a:t>            506.47876384094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502.92370119689,</a:t>
            </a:r>
          </a:p>
          <a:p xmlns:a="http://schemas.openxmlformats.org/drawingml/2006/main">
            <a:r>
              <a:t>            515.69400382471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485.95840719972,</a:t>
            </a:r>
          </a:p>
          <a:p xmlns:a="http://schemas.openxmlformats.org/drawingml/2006/main">
            <a:r>
              <a:t>            500.67122361736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481.79798890665,</a:t>
            </a:r>
          </a:p>
          <a:p xmlns:a="http://schemas.openxmlformats.org/drawingml/2006/main">
            <a:r>
              <a:t>            496.87560793447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541.818748392,</a:t>
            </a:r>
          </a:p>
          <a:p xmlns:a="http://schemas.openxmlformats.org/drawingml/2006/main">
            <a:r>
              <a:t>            545.92584241978,</a:t>
            </a:r>
          </a:p>
          <a:p xmlns:a="http://schemas.openxmlformats.org/drawingml/2006/main">
            <a:r>
              <a:t>            548.38635608864,</a:t>
            </a:r>
          </a:p>
          <a:p xmlns:a="http://schemas.openxmlformats.org/drawingml/2006/main">
            <a:r>
              <a:t>            535.13341589527,</a:t>
            </a:r>
          </a:p>
          <a:p xmlns:a="http://schemas.openxmlformats.org/drawingml/2006/main">
            <a:r>
              <a:t>            539.55452144866,</a:t>
            </a:r>
          </a:p>
          <a:p xmlns:a="http://schemas.openxmlformats.org/drawingml/2006/main">
            <a:r>
              <a:t>            540.8901088966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528.67760356239,</a:t>
            </a:r>
          </a:p>
          <a:p xmlns:a="http://schemas.openxmlformats.org/drawingml/2006/main">
            <a:r>
              <a:t>            541.58922822815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537.08131990143,</a:t>
            </a:r>
          </a:p>
          <a:p xmlns:a="http://schemas.openxmlformats.org/drawingml/2006/main">
            <a:r>
              <a:t>            546.55617688257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537.83058539442,</a:t>
            </a:r>
          </a:p>
          <a:p xmlns:a="http://schemas.openxmlformats.org/drawingml/2006/main">
            <a:r>
              <a:t>            554.02109944513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541.27823077704,</a:t>
            </a:r>
          </a:p>
          <a:p xmlns:a="http://schemas.openxmlformats.org/drawingml/2006/main">
            <a:r>
              <a:t>            555.49448140024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532.27900355126,</a:t>
            </a:r>
          </a:p>
          <a:p xmlns:a="http://schemas.openxmlformats.org/drawingml/2006/main">
            <a:r>
              <a:t>            546.83003934606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533.14665193538,</a:t>
            </a:r>
          </a:p>
          <a:p xmlns:a="http://schemas.openxmlformats.org/drawingml/2006/main">
            <a:r>
              <a:t>            548.63356585783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"NLD|TIMSS|2015|science|ses_national|q1_mean|q1|books5_fractional|||score_points|",</a:t>
            </a:r>
          </a:p>
          <a:p xmlns:a="http://schemas.openxmlformats.org/drawingml/2006/main">
            <a:r>
              <a:t>        "NLD|TIMSS|2015|science|ses_national|q4_mean|q4|books5_fractional|||score_points|",</a:t>
            </a:r>
          </a:p>
          <a:p xmlns:a="http://schemas.openxmlformats.org/drawingml/2006/main">
            <a:r>
              <a:t>        "NLD|TIMSS|2003|science|ses_national|q1_mean|q1|books5_fractional|||score_points|",</a:t>
            </a:r>
          </a:p>
          <a:p xmlns:a="http://schemas.openxmlformats.org/drawingml/2006/main">
            <a:r>
              <a:t>        "NLD|TIMSS|2003|science|ses_national|q4_mean|q4|books5_fractional|||score_points|",</a:t>
            </a:r>
          </a:p>
          <a:p xmlns:a="http://schemas.openxmlformats.org/drawingml/2006/main">
            <a:r>
              <a:t>        "NLD|TIMSS|2007|science|ses_national|q1_mean|q1|books5_fractional|||score_points|",</a:t>
            </a:r>
          </a:p>
          <a:p xmlns:a="http://schemas.openxmlformats.org/drawingml/2006/main">
            <a:r>
              <a:t>        "NLD|TIMSS|2007|science|ses_national|q4_mean|q4|books5_fractional|||score_points|",</a:t>
            </a:r>
          </a:p>
          <a:p xmlns:a="http://schemas.openxmlformats.org/drawingml/2006/main">
            <a:r>
              <a:t>        "NLD|TIMSS|2011|science|ses_national|q1_mean|q1|books5_fractional|||score_points|",</a:t>
            </a:r>
          </a:p>
          <a:p xmlns:a="http://schemas.openxmlformats.org/drawingml/2006/main">
            <a:r>
              <a:t>        "NLD|TIMSS|2011|science|ses_national|q4_mean|q4|books5_fractional|||score_points|",</a:t>
            </a:r>
          </a:p>
          <a:p xmlns:a="http://schemas.openxmlformats.org/drawingml/2006/main">
            <a:r>
              <a:t>        "NLD|TIMSS|2019|science|ses_national|q1_mean|q1|books5_fractional|||score_points|",</a:t>
            </a:r>
          </a:p>
          <a:p xmlns:a="http://schemas.openxmlformats.org/drawingml/2006/main">
            <a:r>
              <a:t>        "NLD|TIMSS|2019|science|ses_national|q4_mean|q4|books5_fractional|||score_points|",</a:t>
            </a:r>
          </a:p>
          <a:p xmlns:a="http://schemas.openxmlformats.org/drawingml/2006/main">
            <a:r>
              <a:t>        "NLD|TIMSS|2023|science|ses_national|q1_mean|q1|books5_fractional|||score_points|",</a:t>
            </a:r>
          </a:p>
          <a:p xmlns:a="http://schemas.openxmlformats.org/drawingml/2006/main">
            <a:r>
              <a:t>        "NLD|TIMSS|2023|science|ses_national|q4_mean|q4|books5_fractional|||score_points|"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5,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"GP_SES_GAP_age10_reading"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5,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"Q4 min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33.413088420744,</a:t>
            </a:r>
          </a:p>
          <a:p xmlns:a="http://schemas.openxmlformats.org/drawingml/2006/main">
            <a:r>
              <a:t>            42.515893097632,</a:t>
            </a:r>
          </a:p>
          <a:p xmlns:a="http://schemas.openxmlformats.org/drawingml/2006/main">
            <a:r>
              <a:t>            34.907970124652,</a:t>
            </a:r>
          </a:p>
          <a:p xmlns:a="http://schemas.openxmlformats.org/drawingml/2006/main">
            <a:r>
              <a:t>            43.471540776124,</a:t>
            </a:r>
          </a:p>
          <a:p xmlns:a="http://schemas.openxmlformats.org/drawingml/2006/main">
            <a:r>
              <a:t>            48.929530232407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26.930286545136,</a:t>
            </a:r>
          </a:p>
          <a:p xmlns:a="http://schemas.openxmlformats.org/drawingml/2006/main">
            <a:r>
              <a:t>            39.895890296352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36.920797238111,</a:t>
            </a:r>
          </a:p>
          <a:p xmlns:a="http://schemas.openxmlformats.org/drawingml/2006/main">
            <a:r>
              <a:t>            48.110988957152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30.029081908921,</a:t>
            </a:r>
          </a:p>
          <a:p xmlns:a="http://schemas.openxmlformats.org/drawingml/2006/main">
            <a:r>
              <a:t>            39.786858340384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37.515937821375,</a:t>
            </a:r>
          </a:p>
          <a:p xmlns:a="http://schemas.openxmlformats.org/drawingml/2006/main">
            <a:r>
              <a:t>            49.427143730872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39.750924294961,</a:t>
            </a:r>
          </a:p>
          <a:p xmlns:a="http://schemas.openxmlformats.org/drawingml/2006/main">
            <a:r>
              <a:t>            58.108136169853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"NLD|PIRLS|2001|reading|ses_national|score_gap_q4_minus_q1|q4_minus_q1|books5_fractional|||score_points|",</a:t>
            </a:r>
          </a:p>
          <a:p xmlns:a="http://schemas.openxmlformats.org/drawingml/2006/main">
            <a:r>
              <a:t>        "NLD|PIRLS|2006|reading|ses_national|score_gap_q4_minus_q1|q4_minus_q1|books5_fractional|||score_points|",</a:t>
            </a:r>
          </a:p>
          <a:p xmlns:a="http://schemas.openxmlformats.org/drawingml/2006/main">
            <a:r>
              <a:t>        "NLD|PIRLS|2011|reading|ses_national|score_gap_q4_minus_q1|q4_minus_q1|books5_fractional|||score_points|",</a:t>
            </a:r>
          </a:p>
          <a:p xmlns:a="http://schemas.openxmlformats.org/drawingml/2006/main">
            <a:r>
              <a:t>        "NLD|PIRLS|2016|reading|ses_national|score_gap_q4_minus_q1|q4_minus_q1|books5_fractional|||score_points|",</a:t>
            </a:r>
          </a:p>
          <a:p xmlns:a="http://schemas.openxmlformats.org/drawingml/2006/main">
            <a:r>
              <a:t>        "NLD|PIRLS|2021|reading|ses_national|score_gap_q4_minus_q1|q4_minus_q1|books5_fractional|||score_points|"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"GP_SES_GAP_age10_mathematics"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"Q4 min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39.813682626064,</a:t>
            </a:r>
          </a:p>
          <a:p xmlns:a="http://schemas.openxmlformats.org/drawingml/2006/main">
            <a:r>
              <a:t>            38.366278743539,</a:t>
            </a:r>
          </a:p>
          <a:p xmlns:a="http://schemas.openxmlformats.org/drawingml/2006/main">
            <a:r>
              <a:t>            36.439200643313,</a:t>
            </a:r>
          </a:p>
          <a:p xmlns:a="http://schemas.openxmlformats.org/drawingml/2006/main">
            <a:r>
              <a:t>            36.048262310284,</a:t>
            </a:r>
          </a:p>
          <a:p xmlns:a="http://schemas.openxmlformats.org/drawingml/2006/main">
            <a:r>
              <a:t>            37.842302676443,</a:t>
            </a:r>
          </a:p>
          <a:p xmlns:a="http://schemas.openxmlformats.org/drawingml/2006/main">
            <a:r>
              <a:t>            38.9355468948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28.459568169481,</a:t>
            </a:r>
          </a:p>
          <a:p xmlns:a="http://schemas.openxmlformats.org/drawingml/2006/main">
            <a:r>
              <a:t>            43.636956451087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30.41961038312,</a:t>
            </a:r>
          </a:p>
          <a:p xmlns:a="http://schemas.openxmlformats.org/drawingml/2006/main">
            <a:r>
              <a:t>            49.207754869008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29.662536109324,</a:t>
            </a:r>
          </a:p>
          <a:p xmlns:a="http://schemas.openxmlformats.org/drawingml/2006/main">
            <a:r>
              <a:t>            47.070021377753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27.987823989516,</a:t>
            </a:r>
          </a:p>
          <a:p xmlns:a="http://schemas.openxmlformats.org/drawingml/2006/main">
            <a:r>
              <a:t>            44.890577297111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31.18631395604,</a:t>
            </a:r>
          </a:p>
          <a:p xmlns:a="http://schemas.openxmlformats.org/drawingml/2006/main">
            <a:r>
              <a:t>            44.498291396847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30.017340084704,</a:t>
            </a:r>
          </a:p>
          <a:p xmlns:a="http://schemas.openxmlformats.org/drawingml/2006/main">
            <a:r>
              <a:t>            47.853753704897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"NLD|TIMSS|2015|mathematics|ses_national|score_gap_q4_minus_q1|q4_minus_q1|books5_fractional|||score_points|",</a:t>
            </a:r>
          </a:p>
          <a:p xmlns:a="http://schemas.openxmlformats.org/drawingml/2006/main">
            <a:r>
              <a:t>        "NLD|TIMSS|2003|mathematics|ses_national|score_gap_q4_minus_q1|q4_minus_q1|books5_fractional|||score_points|",</a:t>
            </a:r>
          </a:p>
          <a:p xmlns:a="http://schemas.openxmlformats.org/drawingml/2006/main">
            <a:r>
              <a:t>        "NLD|TIMSS|2007|mathematics|ses_national|score_gap_q4_minus_q1|q4_minus_q1|books5_fractional|||score_points|",</a:t>
            </a:r>
          </a:p>
          <a:p xmlns:a="http://schemas.openxmlformats.org/drawingml/2006/main">
            <a:r>
              <a:t>        "NLD|TIMSS|2011|mathematics|ses_national|score_gap_q4_minus_q1|q4_minus_q1|books5_fractional|||score_points|",</a:t>
            </a:r>
          </a:p>
          <a:p xmlns:a="http://schemas.openxmlformats.org/drawingml/2006/main">
            <a:r>
              <a:t>        "NLD|TIMSS|2019|mathematics|ses_national|score_gap_q4_minus_q1|q4_minus_q1|books5_fractional|||score_points|",</a:t>
            </a:r>
          </a:p>
          <a:p xmlns:a="http://schemas.openxmlformats.org/drawingml/2006/main">
            <a:r>
              <a:t>        "NLD|TIMSS|2023|mathematics|ses_national|score_gap_q4_minus_q1|q4_minus_q1|books5_fractional|||score_points|"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"GP_SES_GAP_age10_science"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"Q4 min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37.024154936407,</a:t>
            </a:r>
          </a:p>
          <a:p xmlns:a="http://schemas.openxmlformats.org/drawingml/2006/main">
            <a:r>
              <a:t>            45.828376248648,</a:t>
            </a:r>
          </a:p>
          <a:p xmlns:a="http://schemas.openxmlformats.org/drawingml/2006/main">
            <a:r>
              <a:t>            39.077503577839,</a:t>
            </a:r>
          </a:p>
          <a:p xmlns:a="http://schemas.openxmlformats.org/drawingml/2006/main">
            <a:r>
              <a:t>            41.306793297804,</a:t>
            </a:r>
          </a:p>
          <a:p xmlns:a="http://schemas.openxmlformats.org/drawingml/2006/main">
            <a:r>
              <a:t>            46.23970604012,</a:t>
            </a:r>
          </a:p>
          <a:p xmlns:a="http://schemas.openxmlformats.org/drawingml/2006/main">
            <a:r>
              <a:t>            51.553310476045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33.004724434077,</a:t>
            </a:r>
          </a:p>
          <a:p xmlns:a="http://schemas.openxmlformats.org/drawingml/2006/main">
            <a:r>
              <a:t>            49.608862161532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29.225173192778,</a:t>
            </a:r>
          </a:p>
          <a:p xmlns:a="http://schemas.openxmlformats.org/drawingml/2006/main">
            <a:r>
              <a:t>            44.823136680036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37.502252381037,</a:t>
            </a:r>
          </a:p>
          <a:p xmlns:a="http://schemas.openxmlformats.org/drawingml/2006/main">
            <a:r>
              <a:t>            54.154500116258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31.069364172033,</a:t>
            </a:r>
          </a:p>
          <a:p xmlns:a="http://schemas.openxmlformats.org/drawingml/2006/main">
            <a:r>
              <a:t>            47.085642983644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37.369247436942,</a:t>
            </a:r>
          </a:p>
          <a:p xmlns:a="http://schemas.openxmlformats.org/drawingml/2006/main">
            <a:r>
              <a:t>            55.110164643297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43.465448425183,</a:t>
            </a:r>
          </a:p>
          <a:p xmlns:a="http://schemas.openxmlformats.org/drawingml/2006/main">
            <a:r>
              <a:t>            59.641172526906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"NLD|TIMSS|2015|science|ses_national|score_gap_q4_minus_q1|q4_minus_q1|books5_fractional|||score_points|",</a:t>
            </a:r>
          </a:p>
          <a:p xmlns:a="http://schemas.openxmlformats.org/drawingml/2006/main">
            <a:r>
              <a:t>        "NLD|TIMSS|2003|science|ses_national|score_gap_q4_minus_q1|q4_minus_q1|books5_fractional|||score_points|",</a:t>
            </a:r>
          </a:p>
          <a:p xmlns:a="http://schemas.openxmlformats.org/drawingml/2006/main">
            <a:r>
              <a:t>        "NLD|TIMSS|2007|science|ses_national|score_gap_q4_minus_q1|q4_minus_q1|books5_fractional|||score_points|",</a:t>
            </a:r>
          </a:p>
          <a:p xmlns:a="http://schemas.openxmlformats.org/drawingml/2006/main">
            <a:r>
              <a:t>        "NLD|TIMSS|2011|science|ses_national|score_gap_q4_minus_q1|q4_minus_q1|books5_fractional|||score_points|",</a:t>
            </a:r>
          </a:p>
          <a:p xmlns:a="http://schemas.openxmlformats.org/drawingml/2006/main">
            <a:r>
              <a:t>        "NLD|TIMSS|2019|science|ses_national|score_gap_q4_minus_q1|q4_minus_q1|books5_fractional|||score_points|",</a:t>
            </a:r>
          </a:p>
          <a:p xmlns:a="http://schemas.openxmlformats.org/drawingml/2006/main">
            <a:r>
              <a:t>        "NLD|TIMSS|2023|science|ses_national|score_gap_q4_minus_q1|q4_minus_q1|books5_fractional|||score_points|"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6,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"GP_SES_BASIC_age10_reading"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13.283478837709,</a:t>
            </a:r>
          </a:p>
          <a:p xmlns:a="http://schemas.openxmlformats.org/drawingml/2006/main">
            <a:r>
              <a:t>            15.545985630197,</a:t>
            </a:r>
          </a:p>
          <a:p xmlns:a="http://schemas.openxmlformats.org/drawingml/2006/main">
            <a:r>
              <a:t>            15.034589739685,</a:t>
            </a:r>
          </a:p>
          <a:p xmlns:a="http://schemas.openxmlformats.org/drawingml/2006/main">
            <a:r>
              <a:t>            21.074441829771,</a:t>
            </a:r>
          </a:p>
          <a:p xmlns:a="http://schemas.openxmlformats.org/drawingml/2006/main">
            <a:r>
              <a:t>            32.453907636196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9.6874853800687,</a:t>
            </a:r>
          </a:p>
          <a:p xmlns:a="http://schemas.openxmlformats.org/drawingml/2006/main">
            <a:r>
              <a:t>            16.879472295349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12.335499637693,</a:t>
            </a:r>
          </a:p>
          <a:p xmlns:a="http://schemas.openxmlformats.org/drawingml/2006/main">
            <a:r>
              <a:t>            18.7564716227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11.987077239624,</a:t>
            </a:r>
          </a:p>
          <a:p xmlns:a="http://schemas.openxmlformats.org/drawingml/2006/main">
            <a:r>
              <a:t>            18.082102239746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18.258310505482,</a:t>
            </a:r>
          </a:p>
          <a:p xmlns:a="http://schemas.openxmlformats.org/drawingml/2006/main">
            <a:r>
              <a:t>            23.890573154059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27.928313486213,</a:t>
            </a:r>
          </a:p>
          <a:p xmlns:a="http://schemas.openxmlformats.org/drawingml/2006/main">
            <a:r>
              <a:t>            36.97950178618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4.4867277192334,</a:t>
            </a:r>
          </a:p>
          <a:p xmlns:a="http://schemas.openxmlformats.org/drawingml/2006/main">
            <a:r>
              <a:t>            4.3154186080514,</a:t>
            </a:r>
          </a:p>
          <a:p xmlns:a="http://schemas.openxmlformats.org/drawingml/2006/main">
            <a:r>
              <a:t>            6.1150575355978,</a:t>
            </a:r>
          </a:p>
          <a:p xmlns:a="http://schemas.openxmlformats.org/drawingml/2006/main">
            <a:r>
              <a:t>            6.1224167619026,</a:t>
            </a:r>
          </a:p>
          <a:p xmlns:a="http://schemas.openxmlformats.org/drawingml/2006/main">
            <a:r>
              <a:t>            11.678520920254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2.7323383240385,</a:t>
            </a:r>
          </a:p>
          <a:p xmlns:a="http://schemas.openxmlformats.org/drawingml/2006/main">
            <a:r>
              <a:t>            6.2411171144283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2.3582929686611,</a:t>
            </a:r>
          </a:p>
          <a:p xmlns:a="http://schemas.openxmlformats.org/drawingml/2006/main">
            <a:r>
              <a:t>            6.2725442474417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4.1028539311627,</a:t>
            </a:r>
          </a:p>
          <a:p xmlns:a="http://schemas.openxmlformats.org/drawingml/2006/main">
            <a:r>
              <a:t>            8.1272611400329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3.8037675853539,</a:t>
            </a:r>
          </a:p>
          <a:p xmlns:a="http://schemas.openxmlformats.org/drawingml/2006/main">
            <a:r>
              <a:t>            8.4410659384513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8.0408878054683,</a:t>
            </a:r>
          </a:p>
          <a:p xmlns:a="http://schemas.openxmlformats.org/drawingml/2006/main">
            <a:r>
              <a:t>            15.316154035039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"NLD|PIRLS|2001|reading|ses_national|q1_basic|q1|books5_fractional||475|proportion|",</a:t>
            </a:r>
          </a:p>
          <a:p xmlns:a="http://schemas.openxmlformats.org/drawingml/2006/main">
            <a:r>
              <a:t>        "NLD|PIRLS|2001|reading|ses_national|q4_basic|q4|books5_fractional||475|proportion|",</a:t>
            </a:r>
          </a:p>
          <a:p xmlns:a="http://schemas.openxmlformats.org/drawingml/2006/main">
            <a:r>
              <a:t>        "NLD|PIRLS|2006|reading|ses_national|q1_basic|q1|books5_fractional||475|proportion|",</a:t>
            </a:r>
          </a:p>
          <a:p xmlns:a="http://schemas.openxmlformats.org/drawingml/2006/main">
            <a:r>
              <a:t>        "NLD|PIRLS|2006|reading|ses_national|q4_basic|q4|books5_fractional||475|proportion|",</a:t>
            </a:r>
          </a:p>
          <a:p xmlns:a="http://schemas.openxmlformats.org/drawingml/2006/main">
            <a:r>
              <a:t>        "NLD|PIRLS|2011|reading|ses_national|q1_basic|q1|books5_fractional||475|proportion|",</a:t>
            </a:r>
          </a:p>
          <a:p xmlns:a="http://schemas.openxmlformats.org/drawingml/2006/main">
            <a:r>
              <a:t>        "NLD|PIRLS|2011|reading|ses_national|q4_basic|q4|books5_fractional||475|proportion|",</a:t>
            </a:r>
          </a:p>
          <a:p xmlns:a="http://schemas.openxmlformats.org/drawingml/2006/main">
            <a:r>
              <a:t>        "NLD|PIRLS|2016|reading|ses_national|q1_basic|q1|books5_fractional||475|proportion|",</a:t>
            </a:r>
          </a:p>
          <a:p xmlns:a="http://schemas.openxmlformats.org/drawingml/2006/main">
            <a:r>
              <a:t>        "NLD|PIRLS|2016|reading|ses_national|q4_basic|q4|books5_fractional||475|proportion|",</a:t>
            </a:r>
          </a:p>
          <a:p xmlns:a="http://schemas.openxmlformats.org/drawingml/2006/main">
            <a:r>
              <a:t>        "NLD|PIRLS|2021|reading|ses_national|q1_basic|q1|books5_fractional||475|proportion|",</a:t>
            </a:r>
          </a:p>
          <a:p xmlns:a="http://schemas.openxmlformats.org/drawingml/2006/main">
            <a:r>
              <a:t>        "NLD|PIRLS|2021|reading|ses_national|q4_basic|q4|books5_fractional||475|proportion|"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"GP_SES_BASIC_age10_mathematics"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19.55864806058,</a:t>
            </a:r>
          </a:p>
          <a:p xmlns:a="http://schemas.openxmlformats.org/drawingml/2006/main">
            <a:r>
              <a:t>            25.432425363521,</a:t>
            </a:r>
          </a:p>
          <a:p xmlns:a="http://schemas.openxmlformats.org/drawingml/2006/main">
            <a:r>
              <a:t>            19.615493600614,</a:t>
            </a:r>
          </a:p>
          <a:p xmlns:a="http://schemas.openxmlformats.org/drawingml/2006/main">
            <a:r>
              <a:t>            26.334638278591,</a:t>
            </a:r>
          </a:p>
          <a:p xmlns:a="http://schemas.openxmlformats.org/drawingml/2006/main">
            <a:r>
              <a:t>            22.3389743815,</a:t>
            </a:r>
          </a:p>
          <a:p xmlns:a="http://schemas.openxmlformats.org/drawingml/2006/main">
            <a:r>
              <a:t>            25.841124361211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22.549024227055,</a:t>
            </a:r>
          </a:p>
          <a:p xmlns:a="http://schemas.openxmlformats.org/drawingml/2006/main">
            <a:r>
              <a:t>            30.120252330127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13.917536282648,</a:t>
            </a:r>
          </a:p>
          <a:p xmlns:a="http://schemas.openxmlformats.org/drawingml/2006/main">
            <a:r>
              <a:t>            25.199759838511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20.637675601036,</a:t>
            </a:r>
          </a:p>
          <a:p xmlns:a="http://schemas.openxmlformats.org/drawingml/2006/main">
            <a:r>
              <a:t>            30.227175126006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16.116769480972,</a:t>
            </a:r>
          </a:p>
          <a:p xmlns:a="http://schemas.openxmlformats.org/drawingml/2006/main">
            <a:r>
              <a:t>            23.114217720256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18.370891625467,</a:t>
            </a:r>
          </a:p>
          <a:p xmlns:a="http://schemas.openxmlformats.org/drawingml/2006/main">
            <a:r>
              <a:t>            26.307057137532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20.491506027647,</a:t>
            </a:r>
          </a:p>
          <a:p xmlns:a="http://schemas.openxmlformats.org/drawingml/2006/main">
            <a:r>
              <a:t>            31.190742694775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6.124258760685,</a:t>
            </a:r>
          </a:p>
          <a:p xmlns:a="http://schemas.openxmlformats.org/drawingml/2006/main">
            <a:r>
              <a:t>            10.854853433925,</a:t>
            </a:r>
          </a:p>
          <a:p xmlns:a="http://schemas.openxmlformats.org/drawingml/2006/main">
            <a:r>
              <a:t>            6.6082912317615,</a:t>
            </a:r>
          </a:p>
          <a:p xmlns:a="http://schemas.openxmlformats.org/drawingml/2006/main">
            <a:r>
              <a:t>            9.2531580656773,</a:t>
            </a:r>
          </a:p>
          <a:p xmlns:a="http://schemas.openxmlformats.org/drawingml/2006/main">
            <a:r>
              <a:t>            9.1126619121797,</a:t>
            </a:r>
          </a:p>
          <a:p xmlns:a="http://schemas.openxmlformats.org/drawingml/2006/main">
            <a:r>
              <a:t>            11.669988168484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6.3926708138541,</a:t>
            </a:r>
          </a:p>
          <a:p xmlns:a="http://schemas.openxmlformats.org/drawingml/2006/main">
            <a:r>
              <a:t>            12.1136453175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3.8943798057336,</a:t>
            </a:r>
          </a:p>
          <a:p xmlns:a="http://schemas.openxmlformats.org/drawingml/2006/main">
            <a:r>
              <a:t>            8.3541377156364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7.484293554163,</a:t>
            </a:r>
          </a:p>
          <a:p xmlns:a="http://schemas.openxmlformats.org/drawingml/2006/main">
            <a:r>
              <a:t>            14.225413313688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3.7495328169495,</a:t>
            </a:r>
          </a:p>
          <a:p xmlns:a="http://schemas.openxmlformats.org/drawingml/2006/main">
            <a:r>
              <a:t>            9.4670496465735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6.5223726485513,</a:t>
            </a:r>
          </a:p>
          <a:p xmlns:a="http://schemas.openxmlformats.org/drawingml/2006/main">
            <a:r>
              <a:t>            11.702951175808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8.1291009381518,</a:t>
            </a:r>
          </a:p>
          <a:p xmlns:a="http://schemas.openxmlformats.org/drawingml/2006/main">
            <a:r>
              <a:t>            15.210875398816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"NLD|TIMSS|2015|mathematics|ses_national|q1_basic|q1|books5_fractional||475|proportion|",</a:t>
            </a:r>
          </a:p>
          <a:p xmlns:a="http://schemas.openxmlformats.org/drawingml/2006/main">
            <a:r>
              <a:t>        "NLD|TIMSS|2015|mathematics|ses_national|q4_basic|q4|books5_fractional||475|proportion|",</a:t>
            </a:r>
          </a:p>
          <a:p xmlns:a="http://schemas.openxmlformats.org/drawingml/2006/main">
            <a:r>
              <a:t>        "NLD|TIMSS|2003|mathematics|ses_national|q1_basic|q1|books5_fractional||475|proportion|",</a:t>
            </a:r>
          </a:p>
          <a:p xmlns:a="http://schemas.openxmlformats.org/drawingml/2006/main">
            <a:r>
              <a:t>        "NLD|TIMSS|2003|mathematics|ses_national|q4_basic|q4|books5_fractional||475|proportion|",</a:t>
            </a:r>
          </a:p>
          <a:p xmlns:a="http://schemas.openxmlformats.org/drawingml/2006/main">
            <a:r>
              <a:t>        "NLD|TIMSS|2007|mathematics|ses_national|q1_basic|q1|books5_fractional||475|proportion|",</a:t>
            </a:r>
          </a:p>
          <a:p xmlns:a="http://schemas.openxmlformats.org/drawingml/2006/main">
            <a:r>
              <a:t>        "NLD|TIMSS|2007|mathematics|ses_national|q4_basic|q4|books5_fractional||475|proportion|",</a:t>
            </a:r>
          </a:p>
          <a:p xmlns:a="http://schemas.openxmlformats.org/drawingml/2006/main">
            <a:r>
              <a:t>        "NLD|TIMSS|2011|mathematics|ses_national|q1_basic|q1|books5_fractional||475|proportion|",</a:t>
            </a:r>
          </a:p>
          <a:p xmlns:a="http://schemas.openxmlformats.org/drawingml/2006/main">
            <a:r>
              <a:t>        "NLD|TIMSS|2011|mathematics|ses_national|q4_basic|q4|books5_fractional||475|proportion|",</a:t>
            </a:r>
          </a:p>
          <a:p xmlns:a="http://schemas.openxmlformats.org/drawingml/2006/main">
            <a:r>
              <a:t>        "NLD|TIMSS|2019|mathematics|ses_national|q1_basic|q1|books5_fractional||475|proportion|",</a:t>
            </a:r>
          </a:p>
          <a:p xmlns:a="http://schemas.openxmlformats.org/drawingml/2006/main">
            <a:r>
              <a:t>        "NLD|TIMSS|2019|mathematics|ses_national|q4_basic|q4|books5_fractional||475|proportion|",</a:t>
            </a:r>
          </a:p>
          <a:p xmlns:a="http://schemas.openxmlformats.org/drawingml/2006/main">
            <a:r>
              <a:t>        "NLD|TIMSS|2023|mathematics|ses_national|q1_basic|q1|books5_fractional||475|proportion|",</a:t>
            </a:r>
          </a:p>
          <a:p xmlns:a="http://schemas.openxmlformats.org/drawingml/2006/main">
            <a:r>
              <a:t>        "NLD|TIMSS|2023|mathematics|ses_national|q4_basic|q4|books5_fractional||475|proportion|"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"GP_SES_BASIC_age10_science"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28.79354523014,</a:t>
            </a:r>
          </a:p>
          <a:p xmlns:a="http://schemas.openxmlformats.org/drawingml/2006/main">
            <a:r>
              <a:t>            32.488531889002,</a:t>
            </a:r>
          </a:p>
          <a:p xmlns:a="http://schemas.openxmlformats.org/drawingml/2006/main">
            <a:r>
              <a:t>            24.196457134013,</a:t>
            </a:r>
          </a:p>
          <a:p xmlns:a="http://schemas.openxmlformats.org/drawingml/2006/main">
            <a:r>
              <a:t>            36.684086376166,</a:t>
            </a:r>
          </a:p>
          <a:p xmlns:a="http://schemas.openxmlformats.org/drawingml/2006/main">
            <a:r>
              <a:t>            35.724216518088,</a:t>
            </a:r>
          </a:p>
          <a:p xmlns:a="http://schemas.openxmlformats.org/drawingml/2006/main">
            <a:r>
              <a:t>            39.901298387258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32.246504107248,</a:t>
            </a:r>
          </a:p>
          <a:p xmlns:a="http://schemas.openxmlformats.org/drawingml/2006/main">
            <a:r>
              <a:t>            41.121668645084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23.763840841409,</a:t>
            </a:r>
          </a:p>
          <a:p xmlns:a="http://schemas.openxmlformats.org/drawingml/2006/main">
            <a:r>
              <a:t>            33.823249618871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28.419299726155,</a:t>
            </a:r>
          </a:p>
          <a:p xmlns:a="http://schemas.openxmlformats.org/drawingml/2006/main">
            <a:r>
              <a:t>            36.557764051849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19.680092908159,</a:t>
            </a:r>
          </a:p>
          <a:p xmlns:a="http://schemas.openxmlformats.org/drawingml/2006/main">
            <a:r>
              <a:t>            28.712821359867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30.199756709689,</a:t>
            </a:r>
          </a:p>
          <a:p xmlns:a="http://schemas.openxmlformats.org/drawingml/2006/main">
            <a:r>
              <a:t>            41.248676326487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35.067768390996,</a:t>
            </a:r>
          </a:p>
          <a:p xmlns:a="http://schemas.openxmlformats.org/drawingml/2006/main">
            <a:r>
              <a:t>            44.73482838352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8.9388213552289,</a:t>
            </a:r>
          </a:p>
          <a:p xmlns:a="http://schemas.openxmlformats.org/drawingml/2006/main">
            <a:r>
              <a:t>            12.583528916877,</a:t>
            </a:r>
          </a:p>
          <a:p xmlns:a="http://schemas.openxmlformats.org/drawingml/2006/main">
            <a:r>
              <a:t>            7.8905792925303,</a:t>
            </a:r>
          </a:p>
          <a:p xmlns:a="http://schemas.openxmlformats.org/drawingml/2006/main">
            <a:r>
              <a:t>            14.772989670192,</a:t>
            </a:r>
          </a:p>
          <a:p xmlns:a="http://schemas.openxmlformats.org/drawingml/2006/main">
            <a:r>
              <a:t>            15.480219778791,</a:t>
            </a:r>
          </a:p>
          <a:p xmlns:a="http://schemas.openxmlformats.org/drawingml/2006/main">
            <a:r>
              <a:t>            15.069157231072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11.324258443501,</a:t>
            </a:r>
          </a:p>
          <a:p xmlns:a="http://schemas.openxmlformats.org/drawingml/2006/main">
            <a:r>
              <a:t>            18.221720896884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6.4977214764825,</a:t>
            </a:r>
          </a:p>
          <a:p xmlns:a="http://schemas.openxmlformats.org/drawingml/2006/main">
            <a:r>
              <a:t>            11.379921233975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9.229204456843,</a:t>
            </a:r>
          </a:p>
          <a:p xmlns:a="http://schemas.openxmlformats.org/drawingml/2006/main">
            <a:r>
              <a:t>            15.937853376912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4.3119659394343,</a:t>
            </a:r>
          </a:p>
          <a:p xmlns:a="http://schemas.openxmlformats.org/drawingml/2006/main">
            <a:r>
              <a:t>            11.469192645626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11.635720274887,</a:t>
            </a:r>
          </a:p>
          <a:p xmlns:a="http://schemas.openxmlformats.org/drawingml/2006/main">
            <a:r>
              <a:t>            19.324719282695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11.21366953348,</a:t>
            </a:r>
          </a:p>
          <a:p xmlns:a="http://schemas.openxmlformats.org/drawingml/2006/main">
            <a:r>
              <a:t>            18.924644928663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"NLD|TIMSS|2015|science|ses_national|q1_basic|q1|books5_fractional||475|proportion|",</a:t>
            </a:r>
          </a:p>
          <a:p xmlns:a="http://schemas.openxmlformats.org/drawingml/2006/main">
            <a:r>
              <a:t>        "NLD|TIMSS|2015|science|ses_national|q4_basic|q4|books5_fractional||475|proportion|",</a:t>
            </a:r>
          </a:p>
          <a:p xmlns:a="http://schemas.openxmlformats.org/drawingml/2006/main">
            <a:r>
              <a:t>        "NLD|TIMSS|2003|science|ses_national|q1_basic|q1|books5_fractional||475|proportion|",</a:t>
            </a:r>
          </a:p>
          <a:p xmlns:a="http://schemas.openxmlformats.org/drawingml/2006/main">
            <a:r>
              <a:t>        "NLD|TIMSS|2003|science|ses_national|q4_basic|q4|books5_fractional||475|proportion|",</a:t>
            </a:r>
          </a:p>
          <a:p xmlns:a="http://schemas.openxmlformats.org/drawingml/2006/main">
            <a:r>
              <a:t>        "NLD|TIMSS|2007|science|ses_national|q1_basic|q1|books5_fractional||475|proportion|",</a:t>
            </a:r>
          </a:p>
          <a:p xmlns:a="http://schemas.openxmlformats.org/drawingml/2006/main">
            <a:r>
              <a:t>        "NLD|TIMSS|2007|science|ses_national|q4_basic|q4|books5_fractional||475|proportion|",</a:t>
            </a:r>
          </a:p>
          <a:p xmlns:a="http://schemas.openxmlformats.org/drawingml/2006/main">
            <a:r>
              <a:t>        "NLD|TIMSS|2011|science|ses_national|q1_basic|q1|books5_fractional||475|proportion|",</a:t>
            </a:r>
          </a:p>
          <a:p xmlns:a="http://schemas.openxmlformats.org/drawingml/2006/main">
            <a:r>
              <a:t>        "NLD|TIMSS|2011|science|ses_national|q4_basic|q4|books5_fractional||475|proportion|",</a:t>
            </a:r>
          </a:p>
          <a:p xmlns:a="http://schemas.openxmlformats.org/drawingml/2006/main">
            <a:r>
              <a:t>        "NLD|TIMSS|2019|science|ses_national|q1_basic|q1|books5_fractional||475|proportion|",</a:t>
            </a:r>
          </a:p>
          <a:p xmlns:a="http://schemas.openxmlformats.org/drawingml/2006/main">
            <a:r>
              <a:t>        "NLD|TIMSS|2019|science|ses_national|q4_basic|q4|books5_fractional||475|proportion|",</a:t>
            </a:r>
          </a:p>
          <a:p xmlns:a="http://schemas.openxmlformats.org/drawingml/2006/main">
            <a:r>
              <a:t>        "NLD|TIMSS|2023|science|ses_national|q1_basic|q1|books5_fractional||475|proportion|",</a:t>
            </a:r>
          </a:p>
          <a:p xmlns:a="http://schemas.openxmlformats.org/drawingml/2006/main">
            <a:r>
              <a:t>        "NLD|TIMSS|2023|science|ses_national|q4_basic|q4|books5_fractional||475|proportion|"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7,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"GP_SES_LEVELS_age15_reading"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463.41757793764,</a:t>
            </a:r>
          </a:p>
          <a:p xmlns:a="http://schemas.openxmlformats.org/drawingml/2006/main">
            <a:r>
              <a:t>            449.43268410665,</a:t>
            </a:r>
          </a:p>
          <a:p xmlns:a="http://schemas.openxmlformats.org/drawingml/2006/main">
            <a:r>
              <a:t>            417.68927365962,</a:t>
            </a:r>
          </a:p>
          <a:p xmlns:a="http://schemas.openxmlformats.org/drawingml/2006/main">
            <a:r>
              <a:t>            401.99200758969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392.45502767563,</a:t>
            </a:r>
          </a:p>
          <a:p xmlns:a="http://schemas.openxmlformats.org/drawingml/2006/main">
            <a:r>
              <a:t>            411.52898750375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454.21149492032,</a:t>
            </a:r>
          </a:p>
          <a:p xmlns:a="http://schemas.openxmlformats.org/drawingml/2006/main">
            <a:r>
              <a:t>            472.62366095497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440.08002809553,</a:t>
            </a:r>
          </a:p>
          <a:p xmlns:a="http://schemas.openxmlformats.org/drawingml/2006/main">
            <a:r>
              <a:t>            458.78534011776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406.37722226586,</a:t>
            </a:r>
          </a:p>
          <a:p xmlns:a="http://schemas.openxmlformats.org/drawingml/2006/main">
            <a:r>
              <a:t>            429.00132505338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547.17365532652,</a:t>
            </a:r>
          </a:p>
          <a:p xmlns:a="http://schemas.openxmlformats.org/drawingml/2006/main">
            <a:r>
              <a:t>            527.9890846813,</a:t>
            </a:r>
          </a:p>
          <a:p xmlns:a="http://schemas.openxmlformats.org/drawingml/2006/main">
            <a:r>
              <a:t>            510.81374511403,</a:t>
            </a:r>
          </a:p>
          <a:p xmlns:a="http://schemas.openxmlformats.org/drawingml/2006/main">
            <a:r>
              <a:t>            499.50667457888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491.30481481491,</a:t>
            </a:r>
          </a:p>
          <a:p xmlns:a="http://schemas.openxmlformats.org/drawingml/2006/main">
            <a:r>
              <a:t>            507.70853434285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539.95233950727,</a:t>
            </a:r>
          </a:p>
          <a:p xmlns:a="http://schemas.openxmlformats.org/drawingml/2006/main">
            <a:r>
              <a:t>            554.39497114576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519.8662014885,</a:t>
            </a:r>
          </a:p>
          <a:p xmlns:a="http://schemas.openxmlformats.org/drawingml/2006/main">
            <a:r>
              <a:t>            536.11196787409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500.83841481558,</a:t>
            </a:r>
          </a:p>
          <a:p xmlns:a="http://schemas.openxmlformats.org/drawingml/2006/main">
            <a:r>
              <a:t>            520.78907541249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"NLD|PISA|2025|reading|ses_harmonized|q1_mean|q1|Cobreros_fourwave_13item_trend_comparable|||score_points|",</a:t>
            </a:r>
          </a:p>
          <a:p xmlns:a="http://schemas.openxmlformats.org/drawingml/2006/main">
            <a:r>
              <a:t>        "NLD|PISA|2025|reading|ses_harmonized|q4_mean|q4|Cobreros_fourwave_13item_trend_comparable|||score_points|",</a:t>
            </a:r>
          </a:p>
          <a:p xmlns:a="http://schemas.openxmlformats.org/drawingml/2006/main">
            <a:r>
              <a:t>        "NLD|PISA|2015|reading|ses_harmonized|q1_mean|q1|Cobreros_fourwave_13item_trend_comparable|||score_points|",</a:t>
            </a:r>
          </a:p>
          <a:p xmlns:a="http://schemas.openxmlformats.org/drawingml/2006/main">
            <a:r>
              <a:t>        "NLD|PISA|2015|reading|ses_harmonized|q4_mean|q4|Cobreros_fourwave_13item_trend_comparable|||score_points|",</a:t>
            </a:r>
          </a:p>
          <a:p xmlns:a="http://schemas.openxmlformats.org/drawingml/2006/main">
            <a:r>
              <a:t>        "NLD|PISA|2018|reading|ses_harmonized|q1_mean|q1|Cobreros_fourwave_13item_trend_comparable|||score_points|",</a:t>
            </a:r>
          </a:p>
          <a:p xmlns:a="http://schemas.openxmlformats.org/drawingml/2006/main">
            <a:r>
              <a:t>        "NLD|PISA|2018|reading|ses_harmonized|q4_mean|q4|Cobreros_fourwave_13item_trend_comparable|||score_points|",</a:t>
            </a:r>
          </a:p>
          <a:p xmlns:a="http://schemas.openxmlformats.org/drawingml/2006/main">
            <a:r>
              <a:t>        "NLD|PISA|2022|reading|ses_harmonized|q1_mean|q1|Cobreros_fourwave_13item_trend_comparable|||score_points|",</a:t>
            </a:r>
          </a:p>
          <a:p xmlns:a="http://schemas.openxmlformats.org/drawingml/2006/main">
            <a:r>
              <a:t>        "NLD|PISA|2022|reading|ses_harmonized|q4_mean|q4|Cobreros_fourwave_13item_trend_comparable|||score_points|"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"GP_SES_LEVELS_age15_mathematics"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475.96194413507,</a:t>
            </a:r>
          </a:p>
          <a:p xmlns:a="http://schemas.openxmlformats.org/drawingml/2006/main">
            <a:r>
              <a:t>            481.48755617317,</a:t>
            </a:r>
          </a:p>
          <a:p xmlns:a="http://schemas.openxmlformats.org/drawingml/2006/main">
            <a:r>
              <a:t>            449.86104020277,</a:t>
            </a:r>
          </a:p>
          <a:p xmlns:a="http://schemas.openxmlformats.org/drawingml/2006/main">
            <a:r>
              <a:t>            439.45023556256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430.05583292745,</a:t>
            </a:r>
          </a:p>
          <a:p xmlns:a="http://schemas.openxmlformats.org/drawingml/2006/main">
            <a:r>
              <a:t>            448.84463819767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467.49154469876,</a:t>
            </a:r>
          </a:p>
          <a:p xmlns:a="http://schemas.openxmlformats.org/drawingml/2006/main">
            <a:r>
              <a:t>            484.43234357137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472.2135031569,</a:t>
            </a:r>
          </a:p>
          <a:p xmlns:a="http://schemas.openxmlformats.org/drawingml/2006/main">
            <a:r>
              <a:t>            490.76160918944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439.72596958588,</a:t>
            </a:r>
          </a:p>
          <a:p xmlns:a="http://schemas.openxmlformats.org/drawingml/2006/main">
            <a:r>
              <a:t>            459.99611081966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552.13835202564,</a:t>
            </a:r>
          </a:p>
          <a:p xmlns:a="http://schemas.openxmlformats.org/drawingml/2006/main">
            <a:r>
              <a:t>            562.4626254508,</a:t>
            </a:r>
          </a:p>
          <a:p xmlns:a="http://schemas.openxmlformats.org/drawingml/2006/main">
            <a:r>
              <a:t>            546.38661905118,</a:t>
            </a:r>
          </a:p>
          <a:p xmlns:a="http://schemas.openxmlformats.org/drawingml/2006/main">
            <a:r>
              <a:t>            544.29029319636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535.79335786128,</a:t>
            </a:r>
          </a:p>
          <a:p xmlns:a="http://schemas.openxmlformats.org/drawingml/2006/main">
            <a:r>
              <a:t>            552.78722853144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544.77598966954,</a:t>
            </a:r>
          </a:p>
          <a:p xmlns:a="http://schemas.openxmlformats.org/drawingml/2006/main">
            <a:r>
              <a:t>            559.50071438175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554.65778522243,</a:t>
            </a:r>
          </a:p>
          <a:p xmlns:a="http://schemas.openxmlformats.org/drawingml/2006/main">
            <a:r>
              <a:t>            570.26746567916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538.0786350547,</a:t>
            </a:r>
          </a:p>
          <a:p xmlns:a="http://schemas.openxmlformats.org/drawingml/2006/main">
            <a:r>
              <a:t>            554.69460304766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"NLD|PISA|2025|mathematics|ses_harmonized|q1_mean|q1|Cobreros_fourwave_13item_trend_comparable|||score_points|",</a:t>
            </a:r>
          </a:p>
          <a:p xmlns:a="http://schemas.openxmlformats.org/drawingml/2006/main">
            <a:r>
              <a:t>        "NLD|PISA|2025|mathematics|ses_harmonized|q4_mean|q4|Cobreros_fourwave_13item_trend_comparable|||score_points|",</a:t>
            </a:r>
          </a:p>
          <a:p xmlns:a="http://schemas.openxmlformats.org/drawingml/2006/main">
            <a:r>
              <a:t>        "NLD|PISA|2015|mathematics|ses_harmonized|q1_mean|q1|Cobreros_fourwave_13item_trend_comparable|||score_points|",</a:t>
            </a:r>
          </a:p>
          <a:p xmlns:a="http://schemas.openxmlformats.org/drawingml/2006/main">
            <a:r>
              <a:t>        "NLD|PISA|2015|mathematics|ses_harmonized|q4_mean|q4|Cobreros_fourwave_13item_trend_comparable|||score_points|",</a:t>
            </a:r>
          </a:p>
          <a:p xmlns:a="http://schemas.openxmlformats.org/drawingml/2006/main">
            <a:r>
              <a:t>        "NLD|PISA|2018|mathematics|ses_harmonized|q1_mean|q1|Cobreros_fourwave_13item_trend_comparable|||score_points|",</a:t>
            </a:r>
          </a:p>
          <a:p xmlns:a="http://schemas.openxmlformats.org/drawingml/2006/main">
            <a:r>
              <a:t>        "NLD|PISA|2018|mathematics|ses_harmonized|q4_mean|q4|Cobreros_fourwave_13item_trend_comparable|||score_points|",</a:t>
            </a:r>
          </a:p>
          <a:p xmlns:a="http://schemas.openxmlformats.org/drawingml/2006/main">
            <a:r>
              <a:t>        "NLD|PISA|2022|mathematics|ses_harmonized|q1_mean|q1|Cobreros_fourwave_13item_trend_comparable|||score_points|",</a:t>
            </a:r>
          </a:p>
          <a:p xmlns:a="http://schemas.openxmlformats.org/drawingml/2006/main">
            <a:r>
              <a:t>        "NLD|PISA|2022|mathematics|ses_harmonized|q4_mean|q4|Cobreros_fourwave_13item_trend_comparable|||score_points|"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"GP_SES_LEVELS_age15_science"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464.97651788946,</a:t>
            </a:r>
          </a:p>
          <a:p xmlns:a="http://schemas.openxmlformats.org/drawingml/2006/main">
            <a:r>
              <a:t>            462.03337012098,</a:t>
            </a:r>
          </a:p>
          <a:p xmlns:a="http://schemas.openxmlformats.org/drawingml/2006/main">
            <a:r>
              <a:t>            443.39566862687,</a:t>
            </a:r>
          </a:p>
          <a:p xmlns:a="http://schemas.openxmlformats.org/drawingml/2006/main">
            <a:r>
              <a:t>            439.19915682552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429.07889022301,</a:t>
            </a:r>
          </a:p>
          <a:p xmlns:a="http://schemas.openxmlformats.org/drawingml/2006/main">
            <a:r>
              <a:t>            449.31942342803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456.39468955023,</a:t>
            </a:r>
          </a:p>
          <a:p xmlns:a="http://schemas.openxmlformats.org/drawingml/2006/main">
            <a:r>
              <a:t>            473.5583462287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451.88670203716,</a:t>
            </a:r>
          </a:p>
          <a:p xmlns:a="http://schemas.openxmlformats.org/drawingml/2006/main">
            <a:r>
              <a:t>            472.1800382048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432.3051343066,</a:t>
            </a:r>
          </a:p>
          <a:p xmlns:a="http://schemas.openxmlformats.org/drawingml/2006/main">
            <a:r>
              <a:t>            454.48620294713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554.20911810558,</a:t>
            </a:r>
          </a:p>
          <a:p xmlns:a="http://schemas.openxmlformats.org/drawingml/2006/main">
            <a:r>
              <a:t>            551.59870019626,</a:t>
            </a:r>
          </a:p>
          <a:p xmlns:a="http://schemas.openxmlformats.org/drawingml/2006/main">
            <a:r>
              <a:t>            543.42148243412,</a:t>
            </a:r>
          </a:p>
          <a:p xmlns:a="http://schemas.openxmlformats.org/drawingml/2006/main">
            <a:r>
              <a:t>            548.83567335429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540.83077969713,</a:t>
            </a:r>
          </a:p>
          <a:p xmlns:a="http://schemas.openxmlformats.org/drawingml/2006/main">
            <a:r>
              <a:t>            556.84056701146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546.87428264254,</a:t>
            </a:r>
          </a:p>
          <a:p xmlns:a="http://schemas.openxmlformats.org/drawingml/2006/main">
            <a:r>
              <a:t>            561.54395356863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543.54033654398,</a:t>
            </a:r>
          </a:p>
          <a:p xmlns:a="http://schemas.openxmlformats.org/drawingml/2006/main">
            <a:r>
              <a:t>            559.65706384854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534.17575628403,</a:t>
            </a:r>
          </a:p>
          <a:p xmlns:a="http://schemas.openxmlformats.org/drawingml/2006/main">
            <a:r>
              <a:t>            552.6672085842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"NLD|PISA|2025|science|ses_harmonized|q1_mean|q1|Cobreros_fourwave_13item_trend_comparable|||score_points|",</a:t>
            </a:r>
          </a:p>
          <a:p xmlns:a="http://schemas.openxmlformats.org/drawingml/2006/main">
            <a:r>
              <a:t>        "NLD|PISA|2025|science|ses_harmonized|q4_mean|q4|Cobreros_fourwave_13item_trend_comparable|||score_points|",</a:t>
            </a:r>
          </a:p>
          <a:p xmlns:a="http://schemas.openxmlformats.org/drawingml/2006/main">
            <a:r>
              <a:t>        "NLD|PISA|2015|science|ses_harmonized|q1_mean|q1|Cobreros_fourwave_13item_trend_comparable|||score_points|",</a:t>
            </a:r>
          </a:p>
          <a:p xmlns:a="http://schemas.openxmlformats.org/drawingml/2006/main">
            <a:r>
              <a:t>        "NLD|PISA|2015|science|ses_harmonized|q4_mean|q4|Cobreros_fourwave_13item_trend_comparable|||score_points|",</a:t>
            </a:r>
          </a:p>
          <a:p xmlns:a="http://schemas.openxmlformats.org/drawingml/2006/main">
            <a:r>
              <a:t>        "NLD|PISA|2018|science|ses_harmonized|q1_mean|q1|Cobreros_fourwave_13item_trend_comparable|||score_points|",</a:t>
            </a:r>
          </a:p>
          <a:p xmlns:a="http://schemas.openxmlformats.org/drawingml/2006/main">
            <a:r>
              <a:t>        "NLD|PISA|2018|science|ses_harmonized|q4_mean|q4|Cobreros_fourwave_13item_trend_comparable|||score_points|",</a:t>
            </a:r>
          </a:p>
          <a:p xmlns:a="http://schemas.openxmlformats.org/drawingml/2006/main">
            <a:r>
              <a:t>        "NLD|PISA|2022|science|ses_harmonized|q1_mean|q1|Cobreros_fourwave_13item_trend_comparable|||score_points|",</a:t>
            </a:r>
          </a:p>
          <a:p xmlns:a="http://schemas.openxmlformats.org/drawingml/2006/main">
            <a:r>
              <a:t>        "NLD|PISA|2022|science|ses_harmonized|q4_mean|q4|Cobreros_fourwave_13item_trend_comparable|||score_points|"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8,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"GP_SES_GAP_age15_reading"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"Q4 min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83.756077388871,</a:t>
            </a:r>
          </a:p>
          <a:p xmlns:a="http://schemas.openxmlformats.org/drawingml/2006/main">
            <a:r>
              <a:t>            78.556400574648,</a:t>
            </a:r>
          </a:p>
          <a:p xmlns:a="http://schemas.openxmlformats.org/drawingml/2006/main">
            <a:r>
              <a:t>            93.124471454416,</a:t>
            </a:r>
          </a:p>
          <a:p xmlns:a="http://schemas.openxmlformats.org/drawingml/2006/main">
            <a:r>
              <a:t>            97.514666989186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85.132265195291,</a:t>
            </a:r>
          </a:p>
          <a:p xmlns:a="http://schemas.openxmlformats.org/drawingml/2006/main">
            <a:r>
              <a:t>            109.89706878308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71.620658651031,</a:t>
            </a:r>
          </a:p>
          <a:p xmlns:a="http://schemas.openxmlformats.org/drawingml/2006/main">
            <a:r>
              <a:t>            95.891496126711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67.028255477456,</a:t>
            </a:r>
          </a:p>
          <a:p xmlns:a="http://schemas.openxmlformats.org/drawingml/2006/main">
            <a:r>
              <a:t>            90.08454567184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79.22298451485,</a:t>
            </a:r>
          </a:p>
          <a:p xmlns:a="http://schemas.openxmlformats.org/drawingml/2006/main">
            <a:r>
              <a:t>            107.02595839398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"NLD|PISA|2015|reading|ses_harmonized|score_gap_q4_minus_q1|q4_minus_q1|Cobreros_fourwave_13item_trend_comparable|||score_points|",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"NLD|PISA|2018|reading|ses_harmonized|score_gap_q4_minus_q1|q4_minus_q1|Cobreros_fourwave_13item_trend_comparable|||score_points|",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"NLD|PISA|2022|reading|ses_harmonized|score_gap_q4_minus_q1|q4_minus_q1|Cobreros_fourwave_13item_trend_comparable|||score_points|"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"GP_SES_GAP_age15_mathematics"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"Q4 min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76.176407890579,</a:t>
            </a:r>
          </a:p>
          <a:p xmlns:a="http://schemas.openxmlformats.org/drawingml/2006/main">
            <a:r>
              <a:t>            80.975069277633,</a:t>
            </a:r>
          </a:p>
          <a:p xmlns:a="http://schemas.openxmlformats.org/drawingml/2006/main">
            <a:r>
              <a:t>            96.525578848405,</a:t>
            </a:r>
          </a:p>
          <a:p xmlns:a="http://schemas.openxmlformats.org/drawingml/2006/main">
            <a:r>
              <a:t>            104.8400576338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92.268688641279,</a:t>
            </a:r>
          </a:p>
          <a:p xmlns:a="http://schemas.openxmlformats.org/drawingml/2006/main">
            <a:r>
              <a:t>            117.41142662633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64.4025744891,</a:t>
            </a:r>
          </a:p>
          <a:p xmlns:a="http://schemas.openxmlformats.org/drawingml/2006/main">
            <a:r>
              <a:t>            87.950241292058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69.675019422337,</a:t>
            </a:r>
          </a:p>
          <a:p xmlns:a="http://schemas.openxmlformats.org/drawingml/2006/main">
            <a:r>
              <a:t>            92.275119132929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83.76506181384,</a:t>
            </a:r>
          </a:p>
          <a:p xmlns:a="http://schemas.openxmlformats.org/drawingml/2006/main">
            <a:r>
              <a:t>            109.28609588297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"NLD|PISA|2015|mathematics|ses_harmonized|score_gap_q4_minus_q1|q4_minus_q1|Cobreros_fourwave_13item_trend_comparable|||score_points|",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"NLD|PISA|2018|mathematics|ses_harmonized|score_gap_q4_minus_q1|q4_minus_q1|Cobreros_fourwave_13item_trend_comparable|||score_points|",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"NLD|PISA|2022|mathematics|ses_harmonized|score_gap_q4_minus_q1|q4_minus_q1|Cobreros_fourwave_13item_trend_comparable|||score_points|"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"GP_SES_GAP_age15_science"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"Q4 min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89.232600216117,</a:t>
            </a:r>
          </a:p>
          <a:p xmlns:a="http://schemas.openxmlformats.org/drawingml/2006/main">
            <a:r>
              <a:t>            89.565330075286,</a:t>
            </a:r>
          </a:p>
          <a:p xmlns:a="http://schemas.openxmlformats.org/drawingml/2006/main">
            <a:r>
              <a:t>            100.02581380725,</a:t>
            </a:r>
          </a:p>
          <a:p xmlns:a="http://schemas.openxmlformats.org/drawingml/2006/main">
            <a:r>
              <a:t>            109.63651652878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96.95448115485,</a:t>
            </a:r>
          </a:p>
          <a:p xmlns:a="http://schemas.openxmlformats.org/drawingml/2006/main">
            <a:r>
              <a:t>            122.3185519027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77.481571071118,</a:t>
            </a:r>
          </a:p>
          <a:p xmlns:a="http://schemas.openxmlformats.org/drawingml/2006/main">
            <a:r>
              <a:t>            100.98362936112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77.769313425588,</a:t>
            </a:r>
          </a:p>
          <a:p xmlns:a="http://schemas.openxmlformats.org/drawingml/2006/main">
            <a:r>
              <a:t>            101.36134672498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Q4 min Q1,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86.435708185925,</a:t>
            </a:r>
          </a:p>
          <a:p xmlns:a="http://schemas.openxmlformats.org/drawingml/2006/main">
            <a:r>
              <a:t>            113.61591942858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"NLD|PISA|2015|science|ses_harmonized|score_gap_q4_minus_q1|q4_minus_q1|Cobreros_fourwave_13item_trend_comparable|||score_points|",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"NLD|PISA|2018|science|ses_harmonized|score_gap_q4_minus_q1|q4_minus_q1|Cobreros_fourwave_13item_trend_comparable|||score_points|",</a:t>
            </a:r>
          </a:p>
          <a:p xmlns:a="http://schemas.openxmlformats.org/drawingml/2006/main">
            <a:r>
              <a:t>        "NLD|PISA|2022|science|ses_harmonized|score_gap_q4_minus_q1|q4_minus_q1|Cobreros_fourwave_13item_trend_comparable|||score_points|"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9,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"GP_SES_BASIC_age15_reading"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28.367545956989,</a:t>
            </a:r>
          </a:p>
          <a:p xmlns:a="http://schemas.openxmlformats.org/drawingml/2006/main">
            <a:r>
              <a:t>            34.052669706219,</a:t>
            </a:r>
          </a:p>
          <a:p xmlns:a="http://schemas.openxmlformats.org/drawingml/2006/main">
            <a:r>
              <a:t>            49.144113831785,</a:t>
            </a:r>
          </a:p>
          <a:p xmlns:a="http://schemas.openxmlformats.org/drawingml/2006/main">
            <a:r>
              <a:t>            53.543136113391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48.906932105388,</a:t>
            </a:r>
          </a:p>
          <a:p xmlns:a="http://schemas.openxmlformats.org/drawingml/2006/main">
            <a:r>
              <a:t>            58.179340121394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24.210529100959,</a:t>
            </a:r>
          </a:p>
          <a:p xmlns:a="http://schemas.openxmlformats.org/drawingml/2006/main">
            <a:r>
              <a:t>            32.52456281302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29.688065844483,</a:t>
            </a:r>
          </a:p>
          <a:p xmlns:a="http://schemas.openxmlformats.org/drawingml/2006/main">
            <a:r>
              <a:t>            38.417273567956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43.868912366124,</a:t>
            </a:r>
          </a:p>
          <a:p xmlns:a="http://schemas.openxmlformats.org/drawingml/2006/main">
            <a:r>
              <a:t>            54.419315297446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8.5865640190467,</a:t>
            </a:r>
          </a:p>
          <a:p xmlns:a="http://schemas.openxmlformats.org/drawingml/2006/main">
            <a:r>
              <a:t>            13.055367372786,</a:t>
            </a:r>
          </a:p>
          <a:p xmlns:a="http://schemas.openxmlformats.org/drawingml/2006/main">
            <a:r>
              <a:t>            18.293686888831,</a:t>
            </a:r>
          </a:p>
          <a:p xmlns:a="http://schemas.openxmlformats.org/drawingml/2006/main">
            <a:r>
              <a:t>            18.786489746798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15.918676605531,</a:t>
            </a:r>
          </a:p>
          <a:p xmlns:a="http://schemas.openxmlformats.org/drawingml/2006/main">
            <a:r>
              <a:t>            21.654302888065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6.6347940041733,</a:t>
            </a:r>
          </a:p>
          <a:p xmlns:a="http://schemas.openxmlformats.org/drawingml/2006/main">
            <a:r>
              <a:t>            10.53833403392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10.488586040006,</a:t>
            </a:r>
          </a:p>
          <a:p xmlns:a="http://schemas.openxmlformats.org/drawingml/2006/main">
            <a:r>
              <a:t>            15.622148705566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14.824285761653,</a:t>
            </a:r>
          </a:p>
          <a:p xmlns:a="http://schemas.openxmlformats.org/drawingml/2006/main">
            <a:r>
              <a:t>            21.763088016009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"NLD|PISA|2025|reading|ses_harmonized|q1_basic|q1|Cobreros_fourwave_13item_trend_comparable||407.47|proportion|",</a:t>
            </a:r>
          </a:p>
          <a:p xmlns:a="http://schemas.openxmlformats.org/drawingml/2006/main">
            <a:r>
              <a:t>        "NLD|PISA|2025|reading|ses_harmonized|q4_basic|q4|Cobreros_fourwave_13item_trend_comparable||407.47|proportion|",</a:t>
            </a:r>
          </a:p>
          <a:p xmlns:a="http://schemas.openxmlformats.org/drawingml/2006/main">
            <a:r>
              <a:t>        "NLD|PISA|2015|reading|ses_harmonized|q1_basic|q1|Cobreros_fourwave_13item_trend_comparable||407.47|proportion|",</a:t>
            </a:r>
          </a:p>
          <a:p xmlns:a="http://schemas.openxmlformats.org/drawingml/2006/main">
            <a:r>
              <a:t>        "NLD|PISA|2015|reading|ses_harmonized|q4_basic|q4|Cobreros_fourwave_13item_trend_comparable||407.47|proportion|",</a:t>
            </a:r>
          </a:p>
          <a:p xmlns:a="http://schemas.openxmlformats.org/drawingml/2006/main">
            <a:r>
              <a:t>        "NLD|PISA|2018|reading|ses_harmonized|q1_basic|q1|Cobreros_fourwave_13item_trend_comparable||407.47|proportion|",</a:t>
            </a:r>
          </a:p>
          <a:p xmlns:a="http://schemas.openxmlformats.org/drawingml/2006/main">
            <a:r>
              <a:t>        "NLD|PISA|2018|reading|ses_harmonized|q4_basic|q4|Cobreros_fourwave_13item_trend_comparable||407.47|proportion|",</a:t>
            </a:r>
          </a:p>
          <a:p xmlns:a="http://schemas.openxmlformats.org/drawingml/2006/main">
            <a:r>
              <a:t>        "NLD|PISA|2022|reading|ses_harmonized|q1_basic|q1|Cobreros_fourwave_13item_trend_comparable||407.47|proportion|",</a:t>
            </a:r>
          </a:p>
          <a:p xmlns:a="http://schemas.openxmlformats.org/drawingml/2006/main">
            <a:r>
              <a:t>        "NLD|PISA|2022|reading|ses_harmonized|q4_basic|q4|Cobreros_fourwave_13item_trend_comparable||407.47|proportion|"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"GP_SES_BASIC_age15_mathematics"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27.648218562709,</a:t>
            </a:r>
          </a:p>
          <a:p xmlns:a="http://schemas.openxmlformats.org/drawingml/2006/main">
            <a:r>
              <a:t>            25.830567390006,</a:t>
            </a:r>
          </a:p>
          <a:p xmlns:a="http://schemas.openxmlformats.org/drawingml/2006/main">
            <a:r>
              <a:t>            41.026419171873,</a:t>
            </a:r>
          </a:p>
          <a:p xmlns:a="http://schemas.openxmlformats.org/drawingml/2006/main">
            <a:r>
              <a:t>            44.022896197205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39.060398274853,</a:t>
            </a:r>
          </a:p>
          <a:p xmlns:a="http://schemas.openxmlformats.org/drawingml/2006/main">
            <a:r>
              <a:t>            48.985394119557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23.266099640389,</a:t>
            </a:r>
          </a:p>
          <a:p xmlns:a="http://schemas.openxmlformats.org/drawingml/2006/main">
            <a:r>
              <a:t>            32.03033748503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21.593242088404,</a:t>
            </a:r>
          </a:p>
          <a:p xmlns:a="http://schemas.openxmlformats.org/drawingml/2006/main">
            <a:r>
              <a:t>            30.067892691608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35.830237645067,</a:t>
            </a:r>
          </a:p>
          <a:p xmlns:a="http://schemas.openxmlformats.org/drawingml/2006/main">
            <a:r>
              <a:t>            46.222600698679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7.6147075778649,</a:t>
            </a:r>
          </a:p>
          <a:p xmlns:a="http://schemas.openxmlformats.org/drawingml/2006/main">
            <a:r>
              <a:t>            6.5916315927736,</a:t>
            </a:r>
          </a:p>
          <a:p xmlns:a="http://schemas.openxmlformats.org/drawingml/2006/main">
            <a:r>
              <a:t>            11.640086628219,</a:t>
            </a:r>
          </a:p>
          <a:p xmlns:a="http://schemas.openxmlformats.org/drawingml/2006/main">
            <a:r>
              <a:t>            11.773183238792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9.0532291340929,</a:t>
            </a:r>
          </a:p>
          <a:p xmlns:a="http://schemas.openxmlformats.org/drawingml/2006/main">
            <a:r>
              <a:t>            14.493137343491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5.3374168345152,</a:t>
            </a:r>
          </a:p>
          <a:p xmlns:a="http://schemas.openxmlformats.org/drawingml/2006/main">
            <a:r>
              <a:t>            9.8919983212146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4.495398446038,</a:t>
            </a:r>
          </a:p>
          <a:p xmlns:a="http://schemas.openxmlformats.org/drawingml/2006/main">
            <a:r>
              <a:t>            8.6878647395092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8.8378842167464,</a:t>
            </a:r>
          </a:p>
          <a:p xmlns:a="http://schemas.openxmlformats.org/drawingml/2006/main">
            <a:r>
              <a:t>            14.442289039691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"NLD|PISA|2025|mathematics|ses_harmonized|q1_basic|q1|Cobreros_fourwave_13item_trend_comparable||420.07|proportion|",</a:t>
            </a:r>
          </a:p>
          <a:p xmlns:a="http://schemas.openxmlformats.org/drawingml/2006/main">
            <a:r>
              <a:t>        "NLD|PISA|2025|mathematics|ses_harmonized|q4_basic|q4|Cobreros_fourwave_13item_trend_comparable||420.07|proportion|",</a:t>
            </a:r>
          </a:p>
          <a:p xmlns:a="http://schemas.openxmlformats.org/drawingml/2006/main">
            <a:r>
              <a:t>        "NLD|PISA|2015|mathematics|ses_harmonized|q1_basic|q1|Cobreros_fourwave_13item_trend_comparable||420.07|proportion|",</a:t>
            </a:r>
          </a:p>
          <a:p xmlns:a="http://schemas.openxmlformats.org/drawingml/2006/main">
            <a:r>
              <a:t>        "NLD|PISA|2015|mathematics|ses_harmonized|q4_basic|q4|Cobreros_fourwave_13item_trend_comparable||420.07|proportion|",</a:t>
            </a:r>
          </a:p>
          <a:p xmlns:a="http://schemas.openxmlformats.org/drawingml/2006/main">
            <a:r>
              <a:t>        "NLD|PISA|2018|mathematics|ses_harmonized|q1_basic|q1|Cobreros_fourwave_13item_trend_comparable||420.07|proportion|",</a:t>
            </a:r>
          </a:p>
          <a:p xmlns:a="http://schemas.openxmlformats.org/drawingml/2006/main">
            <a:r>
              <a:t>        "NLD|PISA|2018|mathematics|ses_harmonized|q4_basic|q4|Cobreros_fourwave_13item_trend_comparable||420.07|proportion|",</a:t>
            </a:r>
          </a:p>
          <a:p xmlns:a="http://schemas.openxmlformats.org/drawingml/2006/main">
            <a:r>
              <a:t>        "NLD|PISA|2022|mathematics|ses_harmonized|q1_basic|q1|Cobreros_fourwave_13item_trend_comparable||420.07|proportion|",</a:t>
            </a:r>
          </a:p>
          <a:p xmlns:a="http://schemas.openxmlformats.org/drawingml/2006/main">
            <a:r>
              <a:t>        "NLD|PISA|2022|mathematics|ses_harmonized|q4_basic|q4|Cobreros_fourwave_13item_trend_comparable||420.07|proportion|"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"GP_SES_BASIC_age15_science"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30.227649429617,</a:t>
            </a:r>
          </a:p>
          <a:p xmlns:a="http://schemas.openxmlformats.org/drawingml/2006/main">
            <a:r>
              <a:t>            30.835845328468,</a:t>
            </a:r>
          </a:p>
          <a:p xmlns:a="http://schemas.openxmlformats.org/drawingml/2006/main">
            <a:r>
              <a:t>            41.491216307837,</a:t>
            </a:r>
          </a:p>
          <a:p xmlns:a="http://schemas.openxmlformats.org/drawingml/2006/main">
            <a:r>
              <a:t>            40.674469482262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35.978809972754,</a:t>
            </a:r>
          </a:p>
          <a:p xmlns:a="http://schemas.openxmlformats.org/drawingml/2006/main">
            <a:r>
              <a:t>            45.37012899177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26.353184632468,</a:t>
            </a:r>
          </a:p>
          <a:p xmlns:a="http://schemas.openxmlformats.org/drawingml/2006/main">
            <a:r>
              <a:t>            34.102114226766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26.479722111798,</a:t>
            </a:r>
          </a:p>
          <a:p xmlns:a="http://schemas.openxmlformats.org/drawingml/2006/main">
            <a:r>
              <a:t>            35.191968545138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36.084670265506,</a:t>
            </a:r>
          </a:p>
          <a:p xmlns:a="http://schemas.openxmlformats.org/drawingml/2006/main">
            <a:r>
              <a:t>            46.897762350168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8.3992743611063,</a:t>
            </a:r>
          </a:p>
          <a:p xmlns:a="http://schemas.openxmlformats.org/drawingml/2006/main">
            <a:r>
              <a:t>            8.8588703257734,</a:t>
            </a:r>
          </a:p>
          <a:p xmlns:a="http://schemas.openxmlformats.org/drawingml/2006/main">
            <a:r>
              <a:t>            11.863610342997,</a:t>
            </a:r>
          </a:p>
          <a:p xmlns:a="http://schemas.openxmlformats.org/drawingml/2006/main">
            <a:r>
              <a:t>            10.336871312807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8.1512257294089,</a:t>
            </a:r>
          </a:p>
          <a:p xmlns:a="http://schemas.openxmlformats.org/drawingml/2006/main">
            <a:r>
              <a:t>            12.522516896206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6.4653717211055,</a:t>
            </a:r>
          </a:p>
          <a:p xmlns:a="http://schemas.openxmlformats.org/drawingml/2006/main">
            <a:r>
              <a:t>            10.333177001107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6.6244595934996,</a:t>
            </a:r>
          </a:p>
          <a:p xmlns:a="http://schemas.openxmlformats.org/drawingml/2006/main">
            <a:r>
              <a:t>            11.093281058047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9.2019411899522,</a:t>
            </a:r>
          </a:p>
          <a:p xmlns:a="http://schemas.openxmlformats.org/drawingml/2006/main">
            <a:r>
              <a:t>            14.525279496043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"NLD|PISA|2025|science|ses_harmonized|q1_basic|q1|Cobreros_fourwave_13item_trend_comparable||409.54|proportion|",</a:t>
            </a:r>
          </a:p>
          <a:p xmlns:a="http://schemas.openxmlformats.org/drawingml/2006/main">
            <a:r>
              <a:t>        "NLD|PISA|2025|science|ses_harmonized|q4_basic|q4|Cobreros_fourwave_13item_trend_comparable||409.54|proportion|",</a:t>
            </a:r>
          </a:p>
          <a:p xmlns:a="http://schemas.openxmlformats.org/drawingml/2006/main">
            <a:r>
              <a:t>        "NLD|PISA|2015|science|ses_harmonized|q1_basic|q1|Cobreros_fourwave_13item_trend_comparable||409.54|proportion|",</a:t>
            </a:r>
          </a:p>
          <a:p xmlns:a="http://schemas.openxmlformats.org/drawingml/2006/main">
            <a:r>
              <a:t>        "NLD|PISA|2015|science|ses_harmonized|q4_basic|q4|Cobreros_fourwave_13item_trend_comparable||409.54|proportion|",</a:t>
            </a:r>
          </a:p>
          <a:p xmlns:a="http://schemas.openxmlformats.org/drawingml/2006/main">
            <a:r>
              <a:t>        "NLD|PISA|2018|science|ses_harmonized|q1_basic|q1|Cobreros_fourwave_13item_trend_comparable||409.54|proportion|",</a:t>
            </a:r>
          </a:p>
          <a:p xmlns:a="http://schemas.openxmlformats.org/drawingml/2006/main">
            <a:r>
              <a:t>        "NLD|PISA|2018|science|ses_harmonized|q4_basic|q4|Cobreros_fourwave_13item_trend_comparable||409.54|proportion|",</a:t>
            </a:r>
          </a:p>
          <a:p xmlns:a="http://schemas.openxmlformats.org/drawingml/2006/main">
            <a:r>
              <a:t>        "NLD|PISA|2022|science|ses_harmonized|q1_basic|q1|Cobreros_fourwave_13item_trend_comparable||409.54|proportion|",</a:t>
            </a:r>
          </a:p>
          <a:p xmlns:a="http://schemas.openxmlformats.org/drawingml/2006/main">
            <a:r>
              <a:t>        "NLD|PISA|2022|science|ses_harmonized|q4_basic|q4|Cobreros_fourwave_13item_trend_comparable||409.54|proportion|"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11,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"GP_GENDER_LEVELS_age10_reading"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561.69617041572,</a:t>
            </a:r>
          </a:p>
          <a:p xmlns:a="http://schemas.openxmlformats.org/drawingml/2006/main">
            <a:r>
              <a:t>            550.76781244676,</a:t>
            </a:r>
          </a:p>
          <a:p xmlns:a="http://schemas.openxmlformats.org/drawingml/2006/main">
            <a:r>
              <a:t>            549.40272710086,</a:t>
            </a:r>
          </a:p>
          <a:p xmlns:a="http://schemas.openxmlformats.org/drawingml/2006/main">
            <a:r>
              <a:t>            550.06026225648,</a:t>
            </a:r>
          </a:p>
          <a:p xmlns:a="http://schemas.openxmlformats.org/drawingml/2006/main">
            <a:r>
              <a:t>            533.5161291857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556.64941528534,</a:t>
            </a:r>
          </a:p>
          <a:p xmlns:a="http://schemas.openxmlformats.org/drawingml/2006/main">
            <a:r>
              <a:t>            566.7429255461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546.75573444095,</a:t>
            </a:r>
          </a:p>
          <a:p xmlns:a="http://schemas.openxmlformats.org/drawingml/2006/main">
            <a:r>
              <a:t>            554.77989045256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545.11315169049,</a:t>
            </a:r>
          </a:p>
          <a:p xmlns:a="http://schemas.openxmlformats.org/drawingml/2006/main">
            <a:r>
              <a:t>            553.69230251123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546.70831601136,</a:t>
            </a:r>
          </a:p>
          <a:p xmlns:a="http://schemas.openxmlformats.org/drawingml/2006/main">
            <a:r>
              <a:t>            553.41220850161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527.8240295632,</a:t>
            </a:r>
          </a:p>
          <a:p xmlns:a="http://schemas.openxmlformats.org/drawingml/2006/main">
            <a:r>
              <a:t>            539.20822880819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"Jongens",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546.9090199558,</a:t>
            </a:r>
          </a:p>
          <a:p xmlns:a="http://schemas.openxmlformats.org/drawingml/2006/main">
            <a:r>
              <a:t>            543.40523461207,</a:t>
            </a:r>
          </a:p>
          <a:p xmlns:a="http://schemas.openxmlformats.org/drawingml/2006/main">
            <a:r>
              <a:t>            542.59589840589,</a:t>
            </a:r>
          </a:p>
          <a:p xmlns:a="http://schemas.openxmlformats.org/drawingml/2006/main">
            <a:r>
              <a:t>            539.56399737026,</a:t>
            </a:r>
          </a:p>
          <a:p xmlns:a="http://schemas.openxmlformats.org/drawingml/2006/main">
            <a:r>
              <a:t>            520.83450418332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541.53480220271,</a:t>
            </a:r>
          </a:p>
          <a:p xmlns:a="http://schemas.openxmlformats.org/drawingml/2006/main">
            <a:r>
              <a:t>            552.28323770888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540.15868001071,</a:t>
            </a:r>
          </a:p>
          <a:p xmlns:a="http://schemas.openxmlformats.org/drawingml/2006/main">
            <a:r>
              <a:t>            546.65178921343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538.14619419309,</a:t>
            </a:r>
          </a:p>
          <a:p xmlns:a="http://schemas.openxmlformats.org/drawingml/2006/main">
            <a:r>
              <a:t>            547.04560261869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535.14672160659,</a:t>
            </a:r>
          </a:p>
          <a:p xmlns:a="http://schemas.openxmlformats.org/drawingml/2006/main">
            <a:r>
              <a:t>            543.98127313394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515.40406424202,</a:t>
            </a:r>
          </a:p>
          <a:p xmlns:a="http://schemas.openxmlformats.org/drawingml/2006/main">
            <a:r>
              <a:t>            526.26494412462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"NLD|PIRLS|2001|reading|gender|mean|girl|gender|||score_points|",</a:t>
            </a:r>
          </a:p>
          <a:p xmlns:a="http://schemas.openxmlformats.org/drawingml/2006/main">
            <a:r>
              <a:t>        "NLD|PIRLS|2001|reading|gender|mean|boy|gender|||score_points|",</a:t>
            </a:r>
          </a:p>
          <a:p xmlns:a="http://schemas.openxmlformats.org/drawingml/2006/main">
            <a:r>
              <a:t>        "NLD|PIRLS|2006|reading|gender|mean|girl|gender|||score_points|",</a:t>
            </a:r>
          </a:p>
          <a:p xmlns:a="http://schemas.openxmlformats.org/drawingml/2006/main">
            <a:r>
              <a:t>        "NLD|PIRLS|2006|reading|gender|mean|boy|gender|||score_points|",</a:t>
            </a:r>
          </a:p>
          <a:p xmlns:a="http://schemas.openxmlformats.org/drawingml/2006/main">
            <a:r>
              <a:t>        "NLD|PIRLS|2011|reading|gender|mean|girl|gender|||score_points|",</a:t>
            </a:r>
          </a:p>
          <a:p xmlns:a="http://schemas.openxmlformats.org/drawingml/2006/main">
            <a:r>
              <a:t>        "NLD|PIRLS|2011|reading|gender|mean|boy|gender|||score_points|",</a:t>
            </a:r>
          </a:p>
          <a:p xmlns:a="http://schemas.openxmlformats.org/drawingml/2006/main">
            <a:r>
              <a:t>        "NLD|PIRLS|2016|reading|gender|mean|girl|gender|||score_points|",</a:t>
            </a:r>
          </a:p>
          <a:p xmlns:a="http://schemas.openxmlformats.org/drawingml/2006/main">
            <a:r>
              <a:t>        "NLD|PIRLS|2016|reading|gender|mean|boy|gender|||score_points|",</a:t>
            </a:r>
          </a:p>
          <a:p xmlns:a="http://schemas.openxmlformats.org/drawingml/2006/main">
            <a:r>
              <a:t>        "NLD|PIRLS|2021|reading|gender|mean|girl|gender|||score_points|",</a:t>
            </a:r>
          </a:p>
          <a:p xmlns:a="http://schemas.openxmlformats.org/drawingml/2006/main">
            <a:r>
              <a:t>        "NLD|PIRLS|2021|reading|gender|mean|boy|gender|||score_points|"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"GP_GENDER_LEVELS_age10_mathematics"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537.36111060563,</a:t>
            </a:r>
          </a:p>
          <a:p xmlns:a="http://schemas.openxmlformats.org/drawingml/2006/main">
            <a:r>
              <a:t>            529.75527913177,</a:t>
            </a:r>
          </a:p>
          <a:p xmlns:a="http://schemas.openxmlformats.org/drawingml/2006/main">
            <a:r>
              <a:t>            536.40681251299,</a:t>
            </a:r>
          </a:p>
          <a:p xmlns:a="http://schemas.openxmlformats.org/drawingml/2006/main">
            <a:r>
              <a:t>            525.75361345665,</a:t>
            </a:r>
          </a:p>
          <a:p xmlns:a="http://schemas.openxmlformats.org/drawingml/2006/main">
            <a:r>
              <a:t>            533.16876743452,</a:t>
            </a:r>
          </a:p>
          <a:p xmlns:a="http://schemas.openxmlformats.org/drawingml/2006/main">
            <a:r>
              <a:t>            528.41248985667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522.28650746566,</a:t>
            </a:r>
          </a:p>
          <a:p xmlns:a="http://schemas.openxmlformats.org/drawingml/2006/main">
            <a:r>
              <a:t>            529.22071944763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532.09826309623,</a:t>
            </a:r>
          </a:p>
          <a:p xmlns:a="http://schemas.openxmlformats.org/drawingml/2006/main">
            <a:r>
              <a:t>            542.62395811504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524.58663144634,</a:t>
            </a:r>
          </a:p>
          <a:p xmlns:a="http://schemas.openxmlformats.org/drawingml/2006/main">
            <a:r>
              <a:t>            534.92392681719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532.41329016896,</a:t>
            </a:r>
          </a:p>
          <a:p xmlns:a="http://schemas.openxmlformats.org/drawingml/2006/main">
            <a:r>
              <a:t>            540.40033485702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528.85413175888,</a:t>
            </a:r>
          </a:p>
          <a:p xmlns:a="http://schemas.openxmlformats.org/drawingml/2006/main">
            <a:r>
              <a:t>            537.48340311017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523.4555811278,</a:t>
            </a:r>
          </a:p>
          <a:p xmlns:a="http://schemas.openxmlformats.org/drawingml/2006/main">
            <a:r>
              <a:t>            533.36939858553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"Jongens",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543.27593834593,</a:t>
            </a:r>
          </a:p>
          <a:p xmlns:a="http://schemas.openxmlformats.org/drawingml/2006/main">
            <a:r>
              <a:t>            539.74871711468,</a:t>
            </a:r>
          </a:p>
          <a:p xmlns:a="http://schemas.openxmlformats.org/drawingml/2006/main">
            <a:r>
              <a:t>            544.29735416354,</a:t>
            </a:r>
          </a:p>
          <a:p xmlns:a="http://schemas.openxmlformats.org/drawingml/2006/main">
            <a:r>
              <a:t>            533.84145551342,</a:t>
            </a:r>
          </a:p>
          <a:p xmlns:a="http://schemas.openxmlformats.org/drawingml/2006/main">
            <a:r>
              <a:t>            541.67891937264,</a:t>
            </a:r>
          </a:p>
          <a:p xmlns:a="http://schemas.openxmlformats.org/drawingml/2006/main">
            <a:r>
              <a:t>            545.78733519774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529.45016865643,</a:t>
            </a:r>
          </a:p>
          <a:p xmlns:a="http://schemas.openxmlformats.org/drawingml/2006/main">
            <a:r>
              <a:t>            538.23274237042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538.76291215476,</a:t>
            </a:r>
          </a:p>
          <a:p xmlns:a="http://schemas.openxmlformats.org/drawingml/2006/main">
            <a:r>
              <a:t>            547.7889645371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535.15756621524,</a:t>
            </a:r>
          </a:p>
          <a:p xmlns:a="http://schemas.openxmlformats.org/drawingml/2006/main">
            <a:r>
              <a:t>            544.33986801413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540.37061026204,</a:t>
            </a:r>
          </a:p>
          <a:p xmlns:a="http://schemas.openxmlformats.org/drawingml/2006/main">
            <a:r>
              <a:t>            548.22409806503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535.81534324611,</a:t>
            </a:r>
          </a:p>
          <a:p xmlns:a="http://schemas.openxmlformats.org/drawingml/2006/main">
            <a:r>
              <a:t>            547.54249549917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541.15846348078,</a:t>
            </a:r>
          </a:p>
          <a:p xmlns:a="http://schemas.openxmlformats.org/drawingml/2006/main">
            <a:r>
              <a:t>            550.4162069147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"NLD|TIMSS|2015|mathematics|gender|mean|girl|gender|||score_points|",</a:t>
            </a:r>
          </a:p>
          <a:p xmlns:a="http://schemas.openxmlformats.org/drawingml/2006/main">
            <a:r>
              <a:t>        "NLD|TIMSS|2015|mathematics|gender|mean|boy|gender|||score_points|",</a:t>
            </a:r>
          </a:p>
          <a:p xmlns:a="http://schemas.openxmlformats.org/drawingml/2006/main">
            <a:r>
              <a:t>        "NLD|TIMSS|2003|mathematics|gender|mean|girl|gender|||score_points|",</a:t>
            </a:r>
          </a:p>
          <a:p xmlns:a="http://schemas.openxmlformats.org/drawingml/2006/main">
            <a:r>
              <a:t>        "NLD|TIMSS|2003|mathematics|gender|mean|boy|gender|||score_points|",</a:t>
            </a:r>
          </a:p>
          <a:p xmlns:a="http://schemas.openxmlformats.org/drawingml/2006/main">
            <a:r>
              <a:t>        "NLD|TIMSS|2007|mathematics|gender|mean|girl|gender|||score_points|",</a:t>
            </a:r>
          </a:p>
          <a:p xmlns:a="http://schemas.openxmlformats.org/drawingml/2006/main">
            <a:r>
              <a:t>        "NLD|TIMSS|2007|mathematics|gender|mean|boy|gender|||score_points|",</a:t>
            </a:r>
          </a:p>
          <a:p xmlns:a="http://schemas.openxmlformats.org/drawingml/2006/main">
            <a:r>
              <a:t>        "NLD|TIMSS|2011|mathematics|gender|mean|girl|gender|||score_points|",</a:t>
            </a:r>
          </a:p>
          <a:p xmlns:a="http://schemas.openxmlformats.org/drawingml/2006/main">
            <a:r>
              <a:t>        "NLD|TIMSS|2011|mathematics|gender|mean|boy|gender|||score_points|",</a:t>
            </a:r>
          </a:p>
          <a:p xmlns:a="http://schemas.openxmlformats.org/drawingml/2006/main">
            <a:r>
              <a:t>        "NLD|TIMSS|2019|mathematics|gender|mean|girl|gender|||score_points|",</a:t>
            </a:r>
          </a:p>
          <a:p xmlns:a="http://schemas.openxmlformats.org/drawingml/2006/main">
            <a:r>
              <a:t>        "NLD|TIMSS|2019|mathematics|gender|mean|boy|gender|||score_points|",</a:t>
            </a:r>
          </a:p>
          <a:p xmlns:a="http://schemas.openxmlformats.org/drawingml/2006/main">
            <a:r>
              <a:t>        "NLD|TIMSS|2023|mathematics|gender|mean|girl|gender|||score_points|",</a:t>
            </a:r>
          </a:p>
          <a:p xmlns:a="http://schemas.openxmlformats.org/drawingml/2006/main">
            <a:r>
              <a:t>        "NLD|TIMSS|2023|mathematics|gender|mean|boy|gender|||score_points|"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"GP_GENDER_LEVELS_age10_science"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520.9325260379,</a:t>
            </a:r>
          </a:p>
          <a:p xmlns:a="http://schemas.openxmlformats.org/drawingml/2006/main">
            <a:r>
              <a:t>            517.62955625037,</a:t>
            </a:r>
          </a:p>
          <a:p xmlns:a="http://schemas.openxmlformats.org/drawingml/2006/main">
            <a:r>
              <a:t>            526.31040068589,</a:t>
            </a:r>
          </a:p>
          <a:p xmlns:a="http://schemas.openxmlformats.org/drawingml/2006/main">
            <a:r>
              <a:t>            517.48458449487,</a:t>
            </a:r>
          </a:p>
          <a:p xmlns:a="http://schemas.openxmlformats.org/drawingml/2006/main">
            <a:r>
              <a:t>            518.65283282552,</a:t>
            </a:r>
          </a:p>
          <a:p xmlns:a="http://schemas.openxmlformats.org/drawingml/2006/main">
            <a:r>
              <a:t>            513.87998562481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511.98249691732,</a:t>
            </a:r>
          </a:p>
          <a:p xmlns:a="http://schemas.openxmlformats.org/drawingml/2006/main">
            <a:r>
              <a:t>            522.98667207242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516.35675689439,</a:t>
            </a:r>
          </a:p>
          <a:p xmlns:a="http://schemas.openxmlformats.org/drawingml/2006/main">
            <a:r>
              <a:t>            525.50829518142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511.78034565537,</a:t>
            </a:r>
          </a:p>
          <a:p xmlns:a="http://schemas.openxmlformats.org/drawingml/2006/main">
            <a:r>
              <a:t>            523.47876684536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521.72090869981,</a:t>
            </a:r>
          </a:p>
          <a:p xmlns:a="http://schemas.openxmlformats.org/drawingml/2006/main">
            <a:r>
              <a:t>            530.89989267198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512.52544324696,</a:t>
            </a:r>
          </a:p>
          <a:p xmlns:a="http://schemas.openxmlformats.org/drawingml/2006/main">
            <a:r>
              <a:t>            524.78022240408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507.71637567418,</a:t>
            </a:r>
          </a:p>
          <a:p xmlns:a="http://schemas.openxmlformats.org/drawingml/2006/main">
            <a:r>
              <a:t>            520.04359557544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"Jongens",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529.16392281299,</a:t>
            </a:r>
          </a:p>
          <a:p xmlns:a="http://schemas.openxmlformats.org/drawingml/2006/main">
            <a:r>
              <a:t>            528.29652604123,</a:t>
            </a:r>
          </a:p>
          <a:p xmlns:a="http://schemas.openxmlformats.org/drawingml/2006/main">
            <a:r>
              <a:t>            536.76475596055,</a:t>
            </a:r>
          </a:p>
          <a:p xmlns:a="http://schemas.openxmlformats.org/drawingml/2006/main">
            <a:r>
              <a:t>            516.76191455841,</a:t>
            </a:r>
          </a:p>
          <a:p xmlns:a="http://schemas.openxmlformats.org/drawingml/2006/main">
            <a:r>
              <a:t>            518.30485299395,</a:t>
            </a:r>
          </a:p>
          <a:p xmlns:a="http://schemas.openxmlformats.org/drawingml/2006/main">
            <a:r>
              <a:t>            519.92256484295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510.84797325942,</a:t>
            </a:r>
          </a:p>
          <a:p xmlns:a="http://schemas.openxmlformats.org/drawingml/2006/main">
            <a:r>
              <a:t>            522.6758558574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524.73476379716,</a:t>
            </a:r>
          </a:p>
          <a:p xmlns:a="http://schemas.openxmlformats.org/drawingml/2006/main">
            <a:r>
              <a:t>            533.59308182881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522.90404875653,</a:t>
            </a:r>
          </a:p>
          <a:p xmlns:a="http://schemas.openxmlformats.org/drawingml/2006/main">
            <a:r>
              <a:t>            533.68900332594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531.79733110804,</a:t>
            </a:r>
          </a:p>
          <a:p xmlns:a="http://schemas.openxmlformats.org/drawingml/2006/main">
            <a:r>
              <a:t>            541.73218081306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511.80229571905,</a:t>
            </a:r>
          </a:p>
          <a:p xmlns:a="http://schemas.openxmlformats.org/drawingml/2006/main">
            <a:r>
              <a:t>            524.80741026886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513.74670020813,</a:t>
            </a:r>
          </a:p>
          <a:p xmlns:a="http://schemas.openxmlformats.org/drawingml/2006/main">
            <a:r>
              <a:t>            526.09842947777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"NLD|TIMSS|2015|science|gender|mean|girl|gender|||score_points|",</a:t>
            </a:r>
          </a:p>
          <a:p xmlns:a="http://schemas.openxmlformats.org/drawingml/2006/main">
            <a:r>
              <a:t>        "NLD|TIMSS|2015|science|gender|mean|boy|gender|||score_points|",</a:t>
            </a:r>
          </a:p>
          <a:p xmlns:a="http://schemas.openxmlformats.org/drawingml/2006/main">
            <a:r>
              <a:t>        "NLD|TIMSS|2003|science|gender|mean|girl|gender|||score_points|",</a:t>
            </a:r>
          </a:p>
          <a:p xmlns:a="http://schemas.openxmlformats.org/drawingml/2006/main">
            <a:r>
              <a:t>        "NLD|TIMSS|2003|science|gender|mean|boy|gender|||score_points|",</a:t>
            </a:r>
          </a:p>
          <a:p xmlns:a="http://schemas.openxmlformats.org/drawingml/2006/main">
            <a:r>
              <a:t>        "NLD|TIMSS|2007|science|gender|mean|girl|gender|||score_points|",</a:t>
            </a:r>
          </a:p>
          <a:p xmlns:a="http://schemas.openxmlformats.org/drawingml/2006/main">
            <a:r>
              <a:t>        "NLD|TIMSS|2007|science|gender|mean|boy|gender|||score_points|",</a:t>
            </a:r>
          </a:p>
          <a:p xmlns:a="http://schemas.openxmlformats.org/drawingml/2006/main">
            <a:r>
              <a:t>        "NLD|TIMSS|2011|science|gender|mean|girl|gender|||score_points|",</a:t>
            </a:r>
          </a:p>
          <a:p xmlns:a="http://schemas.openxmlformats.org/drawingml/2006/main">
            <a:r>
              <a:t>        "NLD|TIMSS|2011|science|gender|mean|boy|gender|||score_points|",</a:t>
            </a:r>
          </a:p>
          <a:p xmlns:a="http://schemas.openxmlformats.org/drawingml/2006/main">
            <a:r>
              <a:t>        "NLD|TIMSS|2019|science|gender|mean|girl|gender|||score_points|",</a:t>
            </a:r>
          </a:p>
          <a:p xmlns:a="http://schemas.openxmlformats.org/drawingml/2006/main">
            <a:r>
              <a:t>        "NLD|TIMSS|2019|science|gender|mean|boy|gender|||score_points|",</a:t>
            </a:r>
          </a:p>
          <a:p xmlns:a="http://schemas.openxmlformats.org/drawingml/2006/main">
            <a:r>
              <a:t>        "NLD|TIMSS|2023|science|gender|mean|girl|gender|||score_points|",</a:t>
            </a:r>
          </a:p>
          <a:p xmlns:a="http://schemas.openxmlformats.org/drawingml/2006/main">
            <a:r>
              <a:t>        "NLD|TIMSS|2023|science|gender|mean|boy|gender|||score_points|"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"GP_GENDER_LEVELS_age15_reading"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523.77815083885,</a:t>
            </a:r>
          </a:p>
          <a:p xmlns:a="http://schemas.openxmlformats.org/drawingml/2006/main">
            <a:r>
              <a:t>            519.04558310807,</a:t>
            </a:r>
          </a:p>
          <a:p xmlns:a="http://schemas.openxmlformats.org/drawingml/2006/main">
            <a:r>
              <a:t>            520.50856281969,</a:t>
            </a:r>
          </a:p>
          <a:p xmlns:a="http://schemas.openxmlformats.org/drawingml/2006/main">
            <a:r>
              <a:t>            524.76077571321,</a:t>
            </a:r>
          </a:p>
          <a:p xmlns:a="http://schemas.openxmlformats.org/drawingml/2006/main">
            <a:r>
              <a:t>            514.70345584606,</a:t>
            </a:r>
          </a:p>
          <a:p xmlns:a="http://schemas.openxmlformats.org/drawingml/2006/main">
            <a:r>
              <a:t>            499.24539465242,</a:t>
            </a:r>
          </a:p>
          <a:p xmlns:a="http://schemas.openxmlformats.org/drawingml/2006/main">
            <a:r>
              <a:t>            472.54823206083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509.02135315797,</a:t>
            </a:r>
          </a:p>
          <a:p xmlns:a="http://schemas.openxmlformats.org/drawingml/2006/main">
            <a:r>
              <a:t>            520.38555853414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494.22179858061,</a:t>
            </a:r>
          </a:p>
          <a:p xmlns:a="http://schemas.openxmlformats.org/drawingml/2006/main">
            <a:r>
              <a:t>            504.26899072422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463.48992715873,</a:t>
            </a:r>
          </a:p>
          <a:p xmlns:a="http://schemas.openxmlformats.org/drawingml/2006/main">
            <a:r>
              <a:t>            481.60653696294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513.21281235914,</a:t>
            </a:r>
          </a:p>
          <a:p xmlns:a="http://schemas.openxmlformats.org/drawingml/2006/main">
            <a:r>
              <a:t>            524.87835385701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517.49722917043,</a:t>
            </a:r>
          </a:p>
          <a:p xmlns:a="http://schemas.openxmlformats.org/drawingml/2006/main">
            <a:r>
              <a:t>            530.05907250727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510.05771705406,</a:t>
            </a:r>
          </a:p>
          <a:p xmlns:a="http://schemas.openxmlformats.org/drawingml/2006/main">
            <a:r>
              <a:t>            530.95940858532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517.89224494072,</a:t>
            </a:r>
          </a:p>
          <a:p xmlns:a="http://schemas.openxmlformats.org/drawingml/2006/main">
            <a:r>
              <a:t>            531.62930648569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"Jongens",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502.8717855126,</a:t>
            </a:r>
          </a:p>
          <a:p xmlns:a="http://schemas.openxmlformats.org/drawingml/2006/main">
            <a:r>
              <a:t>            494.8946257088,</a:t>
            </a:r>
          </a:p>
          <a:p xmlns:a="http://schemas.openxmlformats.org/drawingml/2006/main">
            <a:r>
              <a:t>            496.16824344947,</a:t>
            </a:r>
          </a:p>
          <a:p xmlns:a="http://schemas.openxmlformats.org/drawingml/2006/main">
            <a:r>
              <a:t>            498.31740004834,</a:t>
            </a:r>
          </a:p>
          <a:p xmlns:a="http://schemas.openxmlformats.org/drawingml/2006/main">
            <a:r>
              <a:t>            491.13671054177,</a:t>
            </a:r>
          </a:p>
          <a:p xmlns:a="http://schemas.openxmlformats.org/drawingml/2006/main">
            <a:r>
              <a:t>            470.39609746612,</a:t>
            </a:r>
          </a:p>
          <a:p xmlns:a="http://schemas.openxmlformats.org/drawingml/2006/main">
            <a:r>
              <a:t>            446.65728549755,</a:t>
            </a:r>
          </a:p>
          <a:p xmlns:a="http://schemas.openxmlformats.org/drawingml/2006/main">
            <a:r>
              <a:t>            423.99711478934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485.26025625076,</a:t>
            </a:r>
          </a:p>
          <a:p xmlns:a="http://schemas.openxmlformats.org/drawingml/2006/main">
            <a:r>
              <a:t>            497.01316483279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463.46586003934,</a:t>
            </a:r>
          </a:p>
          <a:p xmlns:a="http://schemas.openxmlformats.org/drawingml/2006/main">
            <a:r>
              <a:t>            477.32633489291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437.74359147719,</a:t>
            </a:r>
          </a:p>
          <a:p xmlns:a="http://schemas.openxmlformats.org/drawingml/2006/main">
            <a:r>
              <a:t>            455.57097951791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487.55844674653,</a:t>
            </a:r>
          </a:p>
          <a:p xmlns:a="http://schemas.openxmlformats.org/drawingml/2006/main">
            <a:r>
              <a:t>            502.23080467107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495.70512663469,</a:t>
            </a:r>
          </a:p>
          <a:p xmlns:a="http://schemas.openxmlformats.org/drawingml/2006/main">
            <a:r>
              <a:t>            510.03844439051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486.1185855379,</a:t>
            </a:r>
          </a:p>
          <a:p xmlns:a="http://schemas.openxmlformats.org/drawingml/2006/main">
            <a:r>
              <a:t>            506.21790136104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490.52111335498,</a:t>
            </a:r>
          </a:p>
          <a:p xmlns:a="http://schemas.openxmlformats.org/drawingml/2006/main">
            <a:r>
              <a:t>            506.11368674171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416.63403356683,</a:t>
            </a:r>
          </a:p>
          <a:p xmlns:a="http://schemas.openxmlformats.org/drawingml/2006/main">
            <a:r>
              <a:t>            431.36019601184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 + other",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458.68210647765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 + other,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452.548662411,</a:t>
            </a:r>
          </a:p>
          <a:p xmlns:a="http://schemas.openxmlformats.org/drawingml/2006/main">
            <a:r>
              <a:t>            464.8155505443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"NLD|PISA|2015|reading|gender|mean|girl|gender|||score_points|",</a:t>
            </a:r>
          </a:p>
          <a:p xmlns:a="http://schemas.openxmlformats.org/drawingml/2006/main">
            <a:r>
              <a:t>        "NLD|PISA|2015|reading|gender|mean|boy|gender|||score_points|",</a:t>
            </a:r>
          </a:p>
          <a:p xmlns:a="http://schemas.openxmlformats.org/drawingml/2006/main">
            <a:r>
              <a:t>        "NLD|PISA|2018|reading|gender|mean|girl|gender|||score_points|",</a:t>
            </a:r>
          </a:p>
          <a:p xmlns:a="http://schemas.openxmlformats.org/drawingml/2006/main">
            <a:r>
              <a:t>        "NLD|PISA|2018|reading|gender|mean|boy|gender|||score_points|",</a:t>
            </a:r>
          </a:p>
          <a:p xmlns:a="http://schemas.openxmlformats.org/drawingml/2006/main">
            <a:r>
              <a:t>        "NLD|PISA|2022|reading|gender|mean|girl|gender|||score_points|",</a:t>
            </a:r>
          </a:p>
          <a:p xmlns:a="http://schemas.openxmlformats.org/drawingml/2006/main">
            <a:r>
              <a:t>        "NLD|PISA|2022|reading|gender|mean|boy|gender|||score_points|",</a:t>
            </a:r>
          </a:p>
          <a:p xmlns:a="http://schemas.openxmlformats.org/drawingml/2006/main">
            <a:r>
              <a:t>        "NLD|PISA|2006|reading|gender|mean|girl|gender|||score_points|",</a:t>
            </a:r>
          </a:p>
          <a:p xmlns:a="http://schemas.openxmlformats.org/drawingml/2006/main">
            <a:r>
              <a:t>        "NLD|PISA|2006|reading|gender|mean|boy|gender|||score_points|",</a:t>
            </a:r>
          </a:p>
          <a:p xmlns:a="http://schemas.openxmlformats.org/drawingml/2006/main">
            <a:r>
              <a:t>        "NLD|PISA|2003|reading|gender|mean|girl|gender|||score_points|",</a:t>
            </a:r>
          </a:p>
          <a:p xmlns:a="http://schemas.openxmlformats.org/drawingml/2006/main">
            <a:r>
              <a:t>        "NLD|PISA|2003|reading|gender|mean|boy|gender|||score_points|",</a:t>
            </a:r>
          </a:p>
          <a:p xmlns:a="http://schemas.openxmlformats.org/drawingml/2006/main">
            <a:r>
              <a:t>        "NLD|PISA|2009|reading|gender|mean|girl|gender|||score_points|",</a:t>
            </a:r>
          </a:p>
          <a:p xmlns:a="http://schemas.openxmlformats.org/drawingml/2006/main">
            <a:r>
              <a:t>        "NLD|PISA|2009|reading|gender|mean|boy|gender|||score_points|",</a:t>
            </a:r>
          </a:p>
          <a:p xmlns:a="http://schemas.openxmlformats.org/drawingml/2006/main">
            <a:r>
              <a:t>        "NLD|PISA|2012|reading|gender|mean|girl|gender|||score_points|",</a:t>
            </a:r>
          </a:p>
          <a:p xmlns:a="http://schemas.openxmlformats.org/drawingml/2006/main">
            <a:r>
              <a:t>        "NLD|PISA|2012|reading|gender|mean|boy|gender|||score_points|",</a:t>
            </a:r>
          </a:p>
          <a:p xmlns:a="http://schemas.openxmlformats.org/drawingml/2006/main">
            <a:r>
              <a:t>        "NLD|PISA|2025|reading|gender|mean|boy|gender|||score_points|",</a:t>
            </a:r>
          </a:p>
          <a:p xmlns:a="http://schemas.openxmlformats.org/drawingml/2006/main">
            <a:r>
              <a:t>        "NLD|PISA|2025|reading|gender|mean|girl|gender|||score_points|;FEMALE_OR_OTHER_WHEN_UNSEPARATED_20261015"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"GP_GENDER_LEVELS_age15_mathematics"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535.21502650533,</a:t>
            </a:r>
          </a:p>
          <a:p xmlns:a="http://schemas.openxmlformats.org/drawingml/2006/main">
            <a:r>
              <a:t>            524.12993530716,</a:t>
            </a:r>
          </a:p>
          <a:p xmlns:a="http://schemas.openxmlformats.org/drawingml/2006/main">
            <a:r>
              <a:t>            517.30696554944,</a:t>
            </a:r>
          </a:p>
          <a:p xmlns:a="http://schemas.openxmlformats.org/drawingml/2006/main">
            <a:r>
              <a:t>            517.73779160429,</a:t>
            </a:r>
          </a:p>
          <a:p xmlns:a="http://schemas.openxmlformats.org/drawingml/2006/main">
            <a:r>
              <a:t>            511.0159408789,</a:t>
            </a:r>
          </a:p>
          <a:p xmlns:a="http://schemas.openxmlformats.org/drawingml/2006/main">
            <a:r>
              <a:t>            518.54757174997,</a:t>
            </a:r>
          </a:p>
          <a:p xmlns:a="http://schemas.openxmlformats.org/drawingml/2006/main">
            <a:r>
              <a:t>            487.20283043241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506.20887640961,</a:t>
            </a:r>
          </a:p>
          <a:p xmlns:a="http://schemas.openxmlformats.org/drawingml/2006/main">
            <a:r>
              <a:t>            515.8230053482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513.32790482298,</a:t>
            </a:r>
          </a:p>
          <a:p xmlns:a="http://schemas.openxmlformats.org/drawingml/2006/main">
            <a:r>
              <a:t>            523.76723867695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478.98917574366,</a:t>
            </a:r>
          </a:p>
          <a:p xmlns:a="http://schemas.openxmlformats.org/drawingml/2006/main">
            <a:r>
              <a:t>            495.41648512117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518.6326290097,</a:t>
            </a:r>
          </a:p>
          <a:p xmlns:a="http://schemas.openxmlformats.org/drawingml/2006/main">
            <a:r>
              <a:t>            529.62724160461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528.3873110393,</a:t>
            </a:r>
          </a:p>
          <a:p xmlns:a="http://schemas.openxmlformats.org/drawingml/2006/main">
            <a:r>
              <a:t>            542.04274197137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507.34663079905,</a:t>
            </a:r>
          </a:p>
          <a:p xmlns:a="http://schemas.openxmlformats.org/drawingml/2006/main">
            <a:r>
              <a:t>            527.26730029984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510.00395423534,</a:t>
            </a:r>
          </a:p>
          <a:p xmlns:a="http://schemas.openxmlformats.org/drawingml/2006/main">
            <a:r>
              <a:t>            525.47162897324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"Jongens",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540.33071220366,</a:t>
            </a:r>
          </a:p>
          <a:p xmlns:a="http://schemas.openxmlformats.org/drawingml/2006/main">
            <a:r>
              <a:t>            536.94142318015,</a:t>
            </a:r>
          </a:p>
          <a:p xmlns:a="http://schemas.openxmlformats.org/drawingml/2006/main">
            <a:r>
              <a:t>            534.45645613995,</a:t>
            </a:r>
          </a:p>
          <a:p xmlns:a="http://schemas.openxmlformats.org/drawingml/2006/main">
            <a:r>
              <a:t>            527.96657612859,</a:t>
            </a:r>
          </a:p>
          <a:p xmlns:a="http://schemas.openxmlformats.org/drawingml/2006/main">
            <a:r>
              <a:t>            513.4978466181,</a:t>
            </a:r>
          </a:p>
          <a:p xmlns:a="http://schemas.openxmlformats.org/drawingml/2006/main">
            <a:r>
              <a:t>            519.91089465117,</a:t>
            </a:r>
          </a:p>
          <a:p xmlns:a="http://schemas.openxmlformats.org/drawingml/2006/main">
            <a:r>
              <a:t>            497.85241653576,</a:t>
            </a:r>
          </a:p>
          <a:p xmlns:a="http://schemas.openxmlformats.org/drawingml/2006/main">
            <a:r>
              <a:t>            487.76184470933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508.42062467541,</a:t>
            </a:r>
          </a:p>
          <a:p xmlns:a="http://schemas.openxmlformats.org/drawingml/2006/main">
            <a:r>
              <a:t>            518.57506856079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513.05471592264,</a:t>
            </a:r>
          </a:p>
          <a:p xmlns:a="http://schemas.openxmlformats.org/drawingml/2006/main">
            <a:r>
              <a:t>            526.7670733797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490.160258144,</a:t>
            </a:r>
          </a:p>
          <a:p xmlns:a="http://schemas.openxmlformats.org/drawingml/2006/main">
            <a:r>
              <a:t>            505.54457492752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530.91781526326,</a:t>
            </a:r>
          </a:p>
          <a:p xmlns:a="http://schemas.openxmlformats.org/drawingml/2006/main">
            <a:r>
              <a:t>            542.96503109704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532.34060333265,</a:t>
            </a:r>
          </a:p>
          <a:p xmlns:a="http://schemas.openxmlformats.org/drawingml/2006/main">
            <a:r>
              <a:t>            548.32082107467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525.12848372789,</a:t>
            </a:r>
          </a:p>
          <a:p xmlns:a="http://schemas.openxmlformats.org/drawingml/2006/main">
            <a:r>
              <a:t>            543.78442855201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520.98838880817,</a:t>
            </a:r>
          </a:p>
          <a:p xmlns:a="http://schemas.openxmlformats.org/drawingml/2006/main">
            <a:r>
              <a:t>            534.94476344902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480.51166008058,</a:t>
            </a:r>
          </a:p>
          <a:p xmlns:a="http://schemas.openxmlformats.org/drawingml/2006/main">
            <a:r>
              <a:t>            495.01202933809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 + other",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478.68048861028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 + other,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473.02051017159,</a:t>
            </a:r>
          </a:p>
          <a:p xmlns:a="http://schemas.openxmlformats.org/drawingml/2006/main">
            <a:r>
              <a:t>            484.34046704896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"NLD|PISA|2015|mathematics|gender|mean|girl|gender|||score_points|",</a:t>
            </a:r>
          </a:p>
          <a:p xmlns:a="http://schemas.openxmlformats.org/drawingml/2006/main">
            <a:r>
              <a:t>        "NLD|PISA|2015|mathematics|gender|mean|boy|gender|||score_points|",</a:t>
            </a:r>
          </a:p>
          <a:p xmlns:a="http://schemas.openxmlformats.org/drawingml/2006/main">
            <a:r>
              <a:t>        "NLD|PISA|2018|mathematics|gender|mean|girl|gender|||score_points|",</a:t>
            </a:r>
          </a:p>
          <a:p xmlns:a="http://schemas.openxmlformats.org/drawingml/2006/main">
            <a:r>
              <a:t>        "NLD|PISA|2018|mathematics|gender|mean|boy|gender|||score_points|",</a:t>
            </a:r>
          </a:p>
          <a:p xmlns:a="http://schemas.openxmlformats.org/drawingml/2006/main">
            <a:r>
              <a:t>        "NLD|PISA|2022|mathematics|gender|mean|girl|gender|||score_points|",</a:t>
            </a:r>
          </a:p>
          <a:p xmlns:a="http://schemas.openxmlformats.org/drawingml/2006/main">
            <a:r>
              <a:t>        "NLD|PISA|2022|mathematics|gender|mean|boy|gender|||score_points|",</a:t>
            </a:r>
          </a:p>
          <a:p xmlns:a="http://schemas.openxmlformats.org/drawingml/2006/main">
            <a:r>
              <a:t>        "NLD|PISA|2006|mathematics|gender|mean|girl|gender|||score_points|",</a:t>
            </a:r>
          </a:p>
          <a:p xmlns:a="http://schemas.openxmlformats.org/drawingml/2006/main">
            <a:r>
              <a:t>        "NLD|PISA|2006|mathematics|gender|mean|boy|gender|||score_points|",</a:t>
            </a:r>
          </a:p>
          <a:p xmlns:a="http://schemas.openxmlformats.org/drawingml/2006/main">
            <a:r>
              <a:t>        "NLD|PISA|2003|mathematics|gender|mean|girl|gender|||score_points|",</a:t>
            </a:r>
          </a:p>
          <a:p xmlns:a="http://schemas.openxmlformats.org/drawingml/2006/main">
            <a:r>
              <a:t>        "NLD|PISA|2003|mathematics|gender|mean|boy|gender|||score_points|",</a:t>
            </a:r>
          </a:p>
          <a:p xmlns:a="http://schemas.openxmlformats.org/drawingml/2006/main">
            <a:r>
              <a:t>        "NLD|PISA|2009|mathematics|gender|mean|girl|gender|||score_points|",</a:t>
            </a:r>
          </a:p>
          <a:p xmlns:a="http://schemas.openxmlformats.org/drawingml/2006/main">
            <a:r>
              <a:t>        "NLD|PISA|2009|mathematics|gender|mean|boy|gender|||score_points|",</a:t>
            </a:r>
          </a:p>
          <a:p xmlns:a="http://schemas.openxmlformats.org/drawingml/2006/main">
            <a:r>
              <a:t>        "NLD|PISA|2012|mathematics|gender|mean|girl|gender|||score_points|",</a:t>
            </a:r>
          </a:p>
          <a:p xmlns:a="http://schemas.openxmlformats.org/drawingml/2006/main">
            <a:r>
              <a:t>        "NLD|PISA|2012|mathematics|gender|mean|boy|gender|||score_points|",</a:t>
            </a:r>
          </a:p>
          <a:p xmlns:a="http://schemas.openxmlformats.org/drawingml/2006/main">
            <a:r>
              <a:t>        "NLD|PISA|2025|mathematics|gender|mean|boy|gender|||score_points|",</a:t>
            </a:r>
          </a:p>
          <a:p xmlns:a="http://schemas.openxmlformats.org/drawingml/2006/main">
            <a:r>
              <a:t>        "NLD|PISA|2025|mathematics|gender|mean|girl|gender|||score_points|;FEMALE_OR_OTHER_WHEN_UNSEPARATED_20261015"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"GP_GENDER_LEVELS_age15_science"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521.19698630403,</a:t>
            </a:r>
          </a:p>
          <a:p xmlns:a="http://schemas.openxmlformats.org/drawingml/2006/main">
            <a:r>
              <a:t>            520.26933048157,</a:t>
            </a:r>
          </a:p>
          <a:p xmlns:a="http://schemas.openxmlformats.org/drawingml/2006/main">
            <a:r>
              <a:t>            520.41501277137,</a:t>
            </a:r>
          </a:p>
          <a:p xmlns:a="http://schemas.openxmlformats.org/drawingml/2006/main">
            <a:r>
              <a:t>            506.51809163951,</a:t>
            </a:r>
          </a:p>
          <a:p xmlns:a="http://schemas.openxmlformats.org/drawingml/2006/main">
            <a:r>
              <a:t>            507.50504300666,</a:t>
            </a:r>
          </a:p>
          <a:p xmlns:a="http://schemas.openxmlformats.org/drawingml/2006/main">
            <a:r>
              <a:t>            487.09842127276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501.690388234,</a:t>
            </a:r>
          </a:p>
          <a:p xmlns:a="http://schemas.openxmlformats.org/drawingml/2006/main">
            <a:r>
              <a:t>            511.34579504501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501.5086601115,</a:t>
            </a:r>
          </a:p>
          <a:p xmlns:a="http://schemas.openxmlformats.org/drawingml/2006/main">
            <a:r>
              <a:t>            513.50142590182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478.12628023206,</a:t>
            </a:r>
          </a:p>
          <a:p xmlns:a="http://schemas.openxmlformats.org/drawingml/2006/main">
            <a:r>
              <a:t>            496.07056231345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515.20989929304,</a:t>
            </a:r>
          </a:p>
          <a:p xmlns:a="http://schemas.openxmlformats.org/drawingml/2006/main">
            <a:r>
              <a:t>            527.18407331501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508.64767767249,</a:t>
            </a:r>
          </a:p>
          <a:p xmlns:a="http://schemas.openxmlformats.org/drawingml/2006/main">
            <a:r>
              <a:t>            531.89098329065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512.6978072123,</a:t>
            </a:r>
          </a:p>
          <a:p xmlns:a="http://schemas.openxmlformats.org/drawingml/2006/main">
            <a:r>
              <a:t>            528.13221833045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"Jongens",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528.39305483053,</a:t>
            </a:r>
          </a:p>
          <a:p xmlns:a="http://schemas.openxmlformats.org/drawingml/2006/main">
            <a:r>
              <a:t>            524.18795801982,</a:t>
            </a:r>
          </a:p>
          <a:p xmlns:a="http://schemas.openxmlformats.org/drawingml/2006/main">
            <a:r>
              <a:t>            523.62165938574,</a:t>
            </a:r>
          </a:p>
          <a:p xmlns:a="http://schemas.openxmlformats.org/drawingml/2006/main">
            <a:r>
              <a:t>            510.64516922024,</a:t>
            </a:r>
          </a:p>
          <a:p xmlns:a="http://schemas.openxmlformats.org/drawingml/2006/main">
            <a:r>
              <a:t>            499.28369648123,</a:t>
            </a:r>
          </a:p>
          <a:p xmlns:a="http://schemas.openxmlformats.org/drawingml/2006/main">
            <a:r>
              <a:t>            489.46934548147,</a:t>
            </a:r>
          </a:p>
          <a:p xmlns:a="http://schemas.openxmlformats.org/drawingml/2006/main">
            <a:r>
              <a:t>            482.85205006969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504.9392664632,</a:t>
            </a:r>
          </a:p>
          <a:p xmlns:a="http://schemas.openxmlformats.org/drawingml/2006/main">
            <a:r>
              <a:t>            516.35107197727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492.14513900215,</a:t>
            </a:r>
          </a:p>
          <a:p xmlns:a="http://schemas.openxmlformats.org/drawingml/2006/main">
            <a:r>
              <a:t>            506.42225396032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481.05747898274,</a:t>
            </a:r>
          </a:p>
          <a:p xmlns:a="http://schemas.openxmlformats.org/drawingml/2006/main">
            <a:r>
              <a:t>            497.88121198021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522.0934268476,</a:t>
            </a:r>
          </a:p>
          <a:p xmlns:a="http://schemas.openxmlformats.org/drawingml/2006/main">
            <a:r>
              <a:t>            534.69268281347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513.77857694617,</a:t>
            </a:r>
          </a:p>
          <a:p xmlns:a="http://schemas.openxmlformats.org/drawingml/2006/main">
            <a:r>
              <a:t>            534.59733909347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516.4332478061,</a:t>
            </a:r>
          </a:p>
          <a:p xmlns:a="http://schemas.openxmlformats.org/drawingml/2006/main">
            <a:r>
              <a:t>            530.81007096538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Jongens,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475.92539077929,</a:t>
            </a:r>
          </a:p>
          <a:p xmlns:a="http://schemas.openxmlformats.org/drawingml/2006/main">
            <a:r>
              <a:t>            489.77870936009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"Meisjes + other",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487.98264870831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Meisjes + other,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482.16596920765,</a:t>
            </a:r>
          </a:p>
          <a:p xmlns:a="http://schemas.openxmlformats.org/drawingml/2006/main">
            <a:r>
              <a:t>            493.79932820898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"NLD|PISA|2015|science|gender|mean|girl|gender|||score_points|",</a:t>
            </a:r>
          </a:p>
          <a:p xmlns:a="http://schemas.openxmlformats.org/drawingml/2006/main">
            <a:r>
              <a:t>        "NLD|PISA|2015|science|gender|mean|boy|gender|||score_points|",</a:t>
            </a:r>
          </a:p>
          <a:p xmlns:a="http://schemas.openxmlformats.org/drawingml/2006/main">
            <a:r>
              <a:t>        "NLD|PISA|2018|science|gender|mean|girl|gender|||score_points|",</a:t>
            </a:r>
          </a:p>
          <a:p xmlns:a="http://schemas.openxmlformats.org/drawingml/2006/main">
            <a:r>
              <a:t>        "NLD|PISA|2018|science|gender|mean|boy|gender|||score_points|",</a:t>
            </a:r>
          </a:p>
          <a:p xmlns:a="http://schemas.openxmlformats.org/drawingml/2006/main">
            <a:r>
              <a:t>        "NLD|PISA|2022|science|gender|mean|girl|gender|||score_points|",</a:t>
            </a:r>
          </a:p>
          <a:p xmlns:a="http://schemas.openxmlformats.org/drawingml/2006/main">
            <a:r>
              <a:t>        "NLD|PISA|2022|science|gender|mean|boy|gender|||score_points|",</a:t>
            </a:r>
          </a:p>
          <a:p xmlns:a="http://schemas.openxmlformats.org/drawingml/2006/main">
            <a:r>
              <a:t>        "NLD|PISA|2006|science|gender|mean|girl|gender|||score_points|",</a:t>
            </a:r>
          </a:p>
          <a:p xmlns:a="http://schemas.openxmlformats.org/drawingml/2006/main">
            <a:r>
              <a:t>        "NLD|PISA|2006|science|gender|mean|boy|gender|||score_points|",</a:t>
            </a:r>
          </a:p>
          <a:p xmlns:a="http://schemas.openxmlformats.org/drawingml/2006/main">
            <a:r>
              <a:t>        "NLD|PISA|2009|science|gender|mean|girl|gender|||score_points|",</a:t>
            </a:r>
          </a:p>
          <a:p xmlns:a="http://schemas.openxmlformats.org/drawingml/2006/main">
            <a:r>
              <a:t>        "NLD|PISA|2009|science|gender|mean|boy|gender|||score_points|",</a:t>
            </a:r>
          </a:p>
          <a:p xmlns:a="http://schemas.openxmlformats.org/drawingml/2006/main">
            <a:r>
              <a:t>        "NLD|PISA|2012|science|gender|mean|girl|gender|||score_points|",</a:t>
            </a:r>
          </a:p>
          <a:p xmlns:a="http://schemas.openxmlformats.org/drawingml/2006/main">
            <a:r>
              <a:t>        "NLD|PISA|2012|science|gender|mean|boy|gender|||score_points|",</a:t>
            </a:r>
          </a:p>
          <a:p xmlns:a="http://schemas.openxmlformats.org/drawingml/2006/main">
            <a:r>
              <a:t>        "NLD|PISA|2025|science|gender|mean|boy|gender|||score_points|",</a:t>
            </a:r>
          </a:p>
          <a:p xmlns:a="http://schemas.openxmlformats.org/drawingml/2006/main">
            <a:r>
              <a:t>        "NLD|PISA|2025|science|gender|mean|girl|gender|||score_points|;FEMALE_OR_OTHER_WHEN_UNSEPARATED_20261015"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12,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"GP_LANGUAGE_LEVELS_age10_reading"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"Altijd/bijna altijd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558.49990991887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"Altijd/bijna altijd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551.03776661998,</a:t>
            </a:r>
          </a:p>
          <a:p xmlns:a="http://schemas.openxmlformats.org/drawingml/2006/main">
            <a:r>
              <a:t>            549.11016954058,</a:t>
            </a:r>
          </a:p>
          <a:p xmlns:a="http://schemas.openxmlformats.org/drawingml/2006/main">
            <a:r>
              <a:t>            531.11943919872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554.13078367497,</a:t>
            </a:r>
          </a:p>
          <a:p xmlns:a="http://schemas.openxmlformats.org/drawingml/2006/main">
            <a:r>
              <a:t>            562.86903616277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547.41137706209,</a:t>
            </a:r>
          </a:p>
          <a:p xmlns:a="http://schemas.openxmlformats.org/drawingml/2006/main">
            <a:r>
              <a:t>            554.66415617786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545.55816210304,</a:t>
            </a:r>
          </a:p>
          <a:p xmlns:a="http://schemas.openxmlformats.org/drawingml/2006/main">
            <a:r>
              <a:t>            552.66217697812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526.09565395337,</a:t>
            </a:r>
          </a:p>
          <a:p xmlns:a="http://schemas.openxmlformats.org/drawingml/2006/main">
            <a:r>
              <a:t>            536.14322444407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"Soms/nooit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531.81656084615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"Soms/nooit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529.98602419329,</a:t>
            </a:r>
          </a:p>
          <a:p xmlns:a="http://schemas.openxmlformats.org/drawingml/2006/main">
            <a:r>
              <a:t>            527.37720667855,</a:t>
            </a:r>
          </a:p>
          <a:p xmlns:a="http://schemas.openxmlformats.org/drawingml/2006/main">
            <a:r>
              <a:t>            511.04026064661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520.13903178203,</a:t>
            </a:r>
          </a:p>
          <a:p xmlns:a="http://schemas.openxmlformats.org/drawingml/2006/main">
            <a:r>
              <a:t>            543.49408991028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523.14314004702,</a:t>
            </a:r>
          </a:p>
          <a:p xmlns:a="http://schemas.openxmlformats.org/drawingml/2006/main">
            <a:r>
              <a:t>            536.82890833955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519.41385248277,</a:t>
            </a:r>
          </a:p>
          <a:p xmlns:a="http://schemas.openxmlformats.org/drawingml/2006/main">
            <a:r>
              <a:t>            535.34056087433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502.33322281452,</a:t>
            </a:r>
          </a:p>
          <a:p xmlns:a="http://schemas.openxmlformats.org/drawingml/2006/main">
            <a:r>
              <a:t>            519.7472984787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"NLD|PIRLS|2001|reading|language_frequency_binary|mean|always_almost|frequency_always_almost_vs_sometimes_never|||score_points|",</a:t>
            </a:r>
          </a:p>
          <a:p xmlns:a="http://schemas.openxmlformats.org/drawingml/2006/main">
            <a:r>
              <a:t>        "NLD|PIRLS|2001|reading|language_frequency_binary|mean|sometimes_never|frequency_always_almost_vs_sometimes_never|||score_points|",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"NLD|PIRLS|2011|reading|language_frequency_binary|mean|always_almost|frequency_always_almost_vs_sometimes_never|||score_points|",</a:t>
            </a:r>
          </a:p>
          <a:p xmlns:a="http://schemas.openxmlformats.org/drawingml/2006/main">
            <a:r>
              <a:t>        "NLD|PIRLS|2011|reading|language_frequency_binary|mean|sometimes_never|frequency_always_almost_vs_sometimes_never|||score_points|",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"NLD|PIRLS|2016|reading|language_frequency_binary|mean|always_almost|frequency_always_almost_vs_sometimes_never|||score_points|",</a:t>
            </a:r>
          </a:p>
          <a:p xmlns:a="http://schemas.openxmlformats.org/drawingml/2006/main">
            <a:r>
              <a:t>        "NLD|PIRLS|2016|reading|language_frequency_binary|mean|sometimes_never|frequency_always_almost_vs_sometimes_never|||score_points|",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"NLD|PIRLS|2021|reading|language_frequency_binary|mean|always_almost|frequency_always_almost_vs_sometimes_never|||score_points|",</a:t>
            </a:r>
          </a:p>
          <a:p xmlns:a="http://schemas.openxmlformats.org/drawingml/2006/main">
            <a:r>
              <a:t>        "NLD|PIRLS|2021|reading|language_frequency_binary|mean|sometimes_never|frequency_always_almost_vs_sometimes_never|||score_points|"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"GP_LANGUAGE_LEVELS_age10_mathematics"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"Altijd/bijna altijd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543.87036179472,</a:t>
            </a:r>
          </a:p>
          <a:p xmlns:a="http://schemas.openxmlformats.org/drawingml/2006/main">
            <a:r>
              <a:t>            537.76835289565,</a:t>
            </a:r>
          </a:p>
          <a:p xmlns:a="http://schemas.openxmlformats.org/drawingml/2006/main">
            <a:r>
              <a:t>            544.94447337711,</a:t>
            </a:r>
          </a:p>
          <a:p xmlns:a="http://schemas.openxmlformats.org/drawingml/2006/main">
            <a:r>
              <a:t>            534.02661878839,</a:t>
            </a:r>
          </a:p>
          <a:p xmlns:a="http://schemas.openxmlformats.org/drawingml/2006/main">
            <a:r>
              <a:t>            542.26735252542,</a:t>
            </a:r>
          </a:p>
          <a:p xmlns:a="http://schemas.openxmlformats.org/drawingml/2006/main">
            <a:r>
              <a:t>            541.49790798566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530.63770664183,</a:t>
            </a:r>
          </a:p>
          <a:p xmlns:a="http://schemas.openxmlformats.org/drawingml/2006/main">
            <a:r>
              <a:t>            537.41553093495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539.92708379777,</a:t>
            </a:r>
          </a:p>
          <a:p xmlns:a="http://schemas.openxmlformats.org/drawingml/2006/main">
            <a:r>
              <a:t>            547.81363979168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533.41374708588,</a:t>
            </a:r>
          </a:p>
          <a:p xmlns:a="http://schemas.openxmlformats.org/drawingml/2006/main">
            <a:r>
              <a:t>            542.12295870542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541.501002574,</a:t>
            </a:r>
          </a:p>
          <a:p xmlns:a="http://schemas.openxmlformats.org/drawingml/2006/main">
            <a:r>
              <a:t>            548.38794418023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538.17521608536,</a:t>
            </a:r>
          </a:p>
          <a:p xmlns:a="http://schemas.openxmlformats.org/drawingml/2006/main">
            <a:r>
              <a:t>            546.35948896548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537.75696110117,</a:t>
            </a:r>
          </a:p>
          <a:p xmlns:a="http://schemas.openxmlformats.org/drawingml/2006/main">
            <a:r>
              <a:t>            545.23885487015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"Soms/nooit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503.77521515724,</a:t>
            </a:r>
          </a:p>
          <a:p xmlns:a="http://schemas.openxmlformats.org/drawingml/2006/main">
            <a:r>
              <a:t>            510.62978552359,</a:t>
            </a:r>
          </a:p>
          <a:p xmlns:a="http://schemas.openxmlformats.org/drawingml/2006/main">
            <a:r>
              <a:t>            520.5297418867,</a:t>
            </a:r>
          </a:p>
          <a:p xmlns:a="http://schemas.openxmlformats.org/drawingml/2006/main">
            <a:r>
              <a:t>            514.56622710831,</a:t>
            </a:r>
          </a:p>
          <a:p xmlns:a="http://schemas.openxmlformats.org/drawingml/2006/main">
            <a:r>
              <a:t>            520.75810821862,</a:t>
            </a:r>
          </a:p>
          <a:p xmlns:a="http://schemas.openxmlformats.org/drawingml/2006/main">
            <a:r>
              <a:t>            522.39991473585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507.74352774018,</a:t>
            </a:r>
          </a:p>
          <a:p xmlns:a="http://schemas.openxmlformats.org/drawingml/2006/main">
            <a:r>
              <a:t>            521.38892647644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490.5663069285,</a:t>
            </a:r>
          </a:p>
          <a:p xmlns:a="http://schemas.openxmlformats.org/drawingml/2006/main">
            <a:r>
              <a:t>            516.98412338598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499.06317937662,</a:t>
            </a:r>
          </a:p>
          <a:p xmlns:a="http://schemas.openxmlformats.org/drawingml/2006/main">
            <a:r>
              <a:t>            522.19639167057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514.24771139902,</a:t>
            </a:r>
          </a:p>
          <a:p xmlns:a="http://schemas.openxmlformats.org/drawingml/2006/main">
            <a:r>
              <a:t>            526.81177237439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513.13820108268,</a:t>
            </a:r>
          </a:p>
          <a:p xmlns:a="http://schemas.openxmlformats.org/drawingml/2006/main">
            <a:r>
              <a:t>            528.37801535455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515.67099222386,</a:t>
            </a:r>
          </a:p>
          <a:p xmlns:a="http://schemas.openxmlformats.org/drawingml/2006/main">
            <a:r>
              <a:t>            529.12883724785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"NLD|TIMSS|2015|mathematics|language_frequency_binary|mean|sometimes_never|frequency_always_almost_vs_sometimes_never|||score_points|",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"NLD|TIMSS|2003|mathematics|language_frequency_binary|mean|always_almost|frequency_always_almost_vs_sometimes_never|||score_points|",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"NLD|TIMSS|2003|mathematics|language_frequency_binary|mean|sometimes_never|frequency_always_almost_vs_sometimes_never|||score_points|",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"NLD|TIMSS|2007|mathematics|language_frequency_binary|mean|always_almost|frequency_always_almost_vs_sometimes_never|||score_points|",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"NLD|TIMSS|2007|mathematics|language_frequency_binary|mean|sometimes_never|frequency_always_almost_vs_sometimes_never|||score_points|",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"NLD|TIMSS|2011|mathematics|language_frequency_binary|mean|always_almost|frequency_always_almost_vs_sometimes_never|||score_points|",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"NLD|TIMSS|2011|mathematics|language_frequency_binary|mean|sometimes_never|frequency_always_almost_vs_sometimes_never|||score_points|",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"NLD|TIMSS|2019|mathematics|language_frequency_binary|mean|always_almost|frequency_always_almost_vs_sometimes_never|||score_points|",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"NLD|TIMSS|2019|mathematics|language_frequency_binary|mean|sometimes_never|frequency_always_almost_vs_sometimes_never|||score_points|",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"NLD|TIMSS|2023|mathematics|language_frequency_binary|mean|always_almost|frequency_always_almost_vs_sometimes_never|||score_points|",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"NLD|TIMSS|2023|mathematics|language_frequency_binary|mean|sometimes_never|frequency_always_almost_vs_sometimes_never|||score_points|"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"GP_LANGUAGE_LEVELS_age10_science"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"Altijd/bijna altijd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528.69710903382,</a:t>
            </a:r>
          </a:p>
          <a:p xmlns:a="http://schemas.openxmlformats.org/drawingml/2006/main">
            <a:r>
              <a:t>            526.6670280717,</a:t>
            </a:r>
          </a:p>
          <a:p xmlns:a="http://schemas.openxmlformats.org/drawingml/2006/main">
            <a:r>
              <a:t>            537.01304055162,</a:t>
            </a:r>
          </a:p>
          <a:p xmlns:a="http://schemas.openxmlformats.org/drawingml/2006/main">
            <a:r>
              <a:t>            523.02935507476,</a:t>
            </a:r>
          </a:p>
          <a:p xmlns:a="http://schemas.openxmlformats.org/drawingml/2006/main">
            <a:r>
              <a:t>            524.63678173941,</a:t>
            </a:r>
          </a:p>
          <a:p xmlns:a="http://schemas.openxmlformats.org/drawingml/2006/main">
            <a:r>
              <a:t>            523.88083993118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518.33301869031,</a:t>
            </a:r>
          </a:p>
          <a:p xmlns:a="http://schemas.openxmlformats.org/drawingml/2006/main">
            <a:r>
              <a:t>            527.7256914592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524.9713659243,</a:t>
            </a:r>
          </a:p>
          <a:p xmlns:a="http://schemas.openxmlformats.org/drawingml/2006/main">
            <a:r>
              <a:t>            532.42285214334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521.38662556748,</a:t>
            </a:r>
          </a:p>
          <a:p xmlns:a="http://schemas.openxmlformats.org/drawingml/2006/main">
            <a:r>
              <a:t>            531.94743057593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532.61273380802,</a:t>
            </a:r>
          </a:p>
          <a:p xmlns:a="http://schemas.openxmlformats.org/drawingml/2006/main">
            <a:r>
              <a:t>            541.41334729523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519.08961820347,</a:t>
            </a:r>
          </a:p>
          <a:p xmlns:a="http://schemas.openxmlformats.org/drawingml/2006/main">
            <a:r>
              <a:t>            530.18394527534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Altijd/bijna altijd toetstaal,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518.61865325775,</a:t>
            </a:r>
          </a:p>
          <a:p xmlns:a="http://schemas.openxmlformats.org/drawingml/2006/main">
            <a:r>
              <a:t>            529.14302660462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"Soms/nooit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485.81773457134,</a:t>
            </a:r>
          </a:p>
          <a:p xmlns:a="http://schemas.openxmlformats.org/drawingml/2006/main">
            <a:r>
              <a:t>            494.79328291968,</a:t>
            </a:r>
          </a:p>
          <a:p xmlns:a="http://schemas.openxmlformats.org/drawingml/2006/main">
            <a:r>
              <a:t>            508.08465052688,</a:t>
            </a:r>
          </a:p>
          <a:p xmlns:a="http://schemas.openxmlformats.org/drawingml/2006/main">
            <a:r>
              <a:t>            495.17273352363,</a:t>
            </a:r>
          </a:p>
          <a:p xmlns:a="http://schemas.openxmlformats.org/drawingml/2006/main">
            <a:r>
              <a:t>            495.74851533209,</a:t>
            </a:r>
          </a:p>
          <a:p xmlns:a="http://schemas.openxmlformats.org/drawingml/2006/main">
            <a:r>
              <a:t>            492.11362142573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485.32913477833,</a:t>
            </a:r>
          </a:p>
          <a:p xmlns:a="http://schemas.openxmlformats.org/drawingml/2006/main">
            <a:r>
              <a:t>            505.01633226893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475.42732636492,</a:t>
            </a:r>
          </a:p>
          <a:p xmlns:a="http://schemas.openxmlformats.org/drawingml/2006/main">
            <a:r>
              <a:t>            496.20814277775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480.10057716594,</a:t>
            </a:r>
          </a:p>
          <a:p xmlns:a="http://schemas.openxmlformats.org/drawingml/2006/main">
            <a:r>
              <a:t>            509.48598867343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500.18568229969,</a:t>
            </a:r>
          </a:p>
          <a:p xmlns:a="http://schemas.openxmlformats.org/drawingml/2006/main">
            <a:r>
              <a:t>            515.98361875407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486.79719807344,</a:t>
            </a:r>
          </a:p>
          <a:p xmlns:a="http://schemas.openxmlformats.org/drawingml/2006/main">
            <a:r>
              <a:t>            504.69983259073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Soms/nooit toetstaal,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482.91397586065,</a:t>
            </a:r>
          </a:p>
          <a:p xmlns:a="http://schemas.openxmlformats.org/drawingml/2006/main">
            <a:r>
              <a:t>            501.31326699082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"NLD|TIMSS|2015|science|language_frequency_binary|mean|sometimes_never|frequency_always_almost_vs_sometimes_never|||score_points|",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"NLD|TIMSS|2003|science|language_frequency_binary|mean|always_almost|frequency_always_almost_vs_sometimes_never|||score_points|",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"NLD|TIMSS|2003|science|language_frequency_binary|mean|sometimes_never|frequency_always_almost_vs_sometimes_never|||score_points|",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"NLD|TIMSS|2007|science|language_frequency_binary|mean|always_almost|frequency_always_almost_vs_sometimes_never|||score_points|",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"NLD|TIMSS|2007|science|language_frequency_binary|mean|sometimes_never|frequency_always_almost_vs_sometimes_never|||score_points|",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"NLD|TIMSS|2011|science|language_frequency_binary|mean|always_almost|frequency_always_almost_vs_sometimes_never|||score_points|",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"NLD|TIMSS|2011|science|language_frequency_binary|mean|sometimes_never|frequency_always_almost_vs_sometimes_never|||score_points|",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"NLD|TIMSS|2019|science|language_frequency_binary|mean|always_almost|frequency_always_almost_vs_sometimes_never|||score_points|",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"NLD|TIMSS|2019|science|language_frequency_binary|mean|sometimes_never|frequency_always_almost_vs_sometimes_never|||score_points|",</a:t>
            </a:r>
          </a:p>
          <a:p xmlns:a="http://schemas.openxmlformats.org/drawingml/2006/main">
            <a:r>
              <a:t>        "NLD|TIMSS|2023|science|language_frequency_binary|mean|always_almost|frequency_always_almost_vs_sometimes_never|||score_points|",</a:t>
            </a:r>
          </a:p>
          <a:p xmlns:a="http://schemas.openxmlformats.org/drawingml/2006/main">
            <a:r>
              <a:t>        "NLD|TIMSS|2023|science|language_frequency_binary|mean|sometimes_never|frequency_always_almost_vs_sometimes_never|||score_points|"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"GP_LANGUAGE_LEVELS_age15_reading"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"Toetstaal thuis",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523.87680752274,</a:t>
            </a:r>
          </a:p>
          <a:p xmlns:a="http://schemas.openxmlformats.org/drawingml/2006/main">
            <a:r>
              <a:t>            512.43779588834,</a:t>
            </a:r>
          </a:p>
          <a:p xmlns:a="http://schemas.openxmlformats.org/drawingml/2006/main">
            <a:r>
              <a:t>            513.38780471293,</a:t>
            </a:r>
          </a:p>
          <a:p xmlns:a="http://schemas.openxmlformats.org/drawingml/2006/main">
            <a:r>
              <a:t>            519.433070498,</a:t>
            </a:r>
          </a:p>
          <a:p xmlns:a="http://schemas.openxmlformats.org/drawingml/2006/main">
            <a:r>
              <a:t>            507.9082826066,</a:t>
            </a:r>
          </a:p>
          <a:p xmlns:a="http://schemas.openxmlformats.org/drawingml/2006/main">
            <a:r>
              <a:t>            494.76738536842,</a:t>
            </a:r>
          </a:p>
          <a:p xmlns:a="http://schemas.openxmlformats.org/drawingml/2006/main">
            <a:r>
              <a:t>            472.09216385977,</a:t>
            </a:r>
          </a:p>
          <a:p xmlns:a="http://schemas.openxmlformats.org/drawingml/2006/main">
            <a:r>
              <a:t>            454.21795386108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448.39519358681,</a:t>
            </a:r>
          </a:p>
          <a:p xmlns:a="http://schemas.openxmlformats.org/drawingml/2006/main">
            <a:r>
              <a:t>            460.04071413536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503.33178908708,</a:t>
            </a:r>
          </a:p>
          <a:p xmlns:a="http://schemas.openxmlformats.org/drawingml/2006/main">
            <a:r>
              <a:t>            512.48477612613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489.64027754541,</a:t>
            </a:r>
          </a:p>
          <a:p xmlns:a="http://schemas.openxmlformats.org/drawingml/2006/main">
            <a:r>
              <a:t>            499.89449319143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464.9718748231,</a:t>
            </a:r>
          </a:p>
          <a:p xmlns:a="http://schemas.openxmlformats.org/drawingml/2006/main">
            <a:r>
              <a:t>            479.21245289645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507.66657525256,</a:t>
            </a:r>
          </a:p>
          <a:p xmlns:a="http://schemas.openxmlformats.org/drawingml/2006/main">
            <a:r>
              <a:t>            517.20901652413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517.91932389016,</a:t>
            </a:r>
          </a:p>
          <a:p xmlns:a="http://schemas.openxmlformats.org/drawingml/2006/main">
            <a:r>
              <a:t>            529.83429115532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503.35898333245,</a:t>
            </a:r>
          </a:p>
          <a:p xmlns:a="http://schemas.openxmlformats.org/drawingml/2006/main">
            <a:r>
              <a:t>            523.41662609342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512.87440827548,</a:t>
            </a:r>
          </a:p>
          <a:p xmlns:a="http://schemas.openxmlformats.org/drawingml/2006/main">
            <a:r>
              <a:t>            525.99173272051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"Andere thuistaal",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498.59133806132,</a:t>
            </a:r>
          </a:p>
          <a:p xmlns:a="http://schemas.openxmlformats.org/drawingml/2006/main">
            <a:r>
              <a:t>            437.66653777322,</a:t>
            </a:r>
          </a:p>
          <a:p xmlns:a="http://schemas.openxmlformats.org/drawingml/2006/main">
            <a:r>
              <a:t>            474.15517962789,</a:t>
            </a:r>
          </a:p>
          <a:p xmlns:a="http://schemas.openxmlformats.org/drawingml/2006/main">
            <a:r>
              <a:t>            461.05820594683,</a:t>
            </a:r>
          </a:p>
          <a:p xmlns:a="http://schemas.openxmlformats.org/drawingml/2006/main">
            <a:r>
              <a:t>            449.8827669765,</a:t>
            </a:r>
          </a:p>
          <a:p xmlns:a="http://schemas.openxmlformats.org/drawingml/2006/main">
            <a:r>
              <a:t>            419.72023018093,</a:t>
            </a:r>
          </a:p>
          <a:p xmlns:a="http://schemas.openxmlformats.org/drawingml/2006/main">
            <a:r>
              <a:t>            403.30383555409,</a:t>
            </a:r>
          </a:p>
          <a:p xmlns:a="http://schemas.openxmlformats.org/drawingml/2006/main">
            <a:r>
              <a:t>            392.09884397816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379.56756279163,</a:t>
            </a:r>
          </a:p>
          <a:p xmlns:a="http://schemas.openxmlformats.org/drawingml/2006/main">
            <a:r>
              <a:t>            404.6301251647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433.63705361079,</a:t>
            </a:r>
          </a:p>
          <a:p xmlns:a="http://schemas.openxmlformats.org/drawingml/2006/main">
            <a:r>
              <a:t>            466.12848034222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407.81184751591,</a:t>
            </a:r>
          </a:p>
          <a:p xmlns:a="http://schemas.openxmlformats.org/drawingml/2006/main">
            <a:r>
              <a:t>            431.62861284595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386.51784574567,</a:t>
            </a:r>
          </a:p>
          <a:p xmlns:a="http://schemas.openxmlformats.org/drawingml/2006/main">
            <a:r>
              <a:t>            420.08982536251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413.51124883688,</a:t>
            </a:r>
          </a:p>
          <a:p xmlns:a="http://schemas.openxmlformats.org/drawingml/2006/main">
            <a:r>
              <a:t>            461.82182670955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483.67124405009,</a:t>
            </a:r>
          </a:p>
          <a:p xmlns:a="http://schemas.openxmlformats.org/drawingml/2006/main">
            <a:r>
              <a:t>            513.51143207254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451.78763383165,</a:t>
            </a:r>
          </a:p>
          <a:p xmlns:a="http://schemas.openxmlformats.org/drawingml/2006/main">
            <a:r>
              <a:t>            496.52272542414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443.5895738225,</a:t>
            </a:r>
          </a:p>
          <a:p xmlns:a="http://schemas.openxmlformats.org/drawingml/2006/main">
            <a:r>
              <a:t>            478.52683807116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"NLD|PISA|2025|reading|language_exact|mean|test_language_home|same_as_assessment_language_vs_other|||score_points|",</a:t>
            </a:r>
          </a:p>
          <a:p xmlns:a="http://schemas.openxmlformats.org/drawingml/2006/main">
            <a:r>
              <a:t>        "NLD|PISA|2025|reading|language_exact|mean|other_language_home|same_as_assessment_language_vs_other|||score_points|",</a:t>
            </a:r>
          </a:p>
          <a:p xmlns:a="http://schemas.openxmlformats.org/drawingml/2006/main">
            <a:r>
              <a:t>        "NLD|PISA|2015|reading|language_exact|mean|test_language_home|same_as_assessment_language_vs_other|||score_points|",</a:t>
            </a:r>
          </a:p>
          <a:p xmlns:a="http://schemas.openxmlformats.org/drawingml/2006/main">
            <a:r>
              <a:t>        "NLD|PISA|2015|reading|language_exact|mean|other_language_home|same_as_assessment_language_vs_other|||score_points|",</a:t>
            </a:r>
          </a:p>
          <a:p xmlns:a="http://schemas.openxmlformats.org/drawingml/2006/main">
            <a:r>
              <a:t>        "NLD|PISA|2018|reading|language_exact|mean|test_language_home|same_as_assessment_language_vs_other|||score_points|",</a:t>
            </a:r>
          </a:p>
          <a:p xmlns:a="http://schemas.openxmlformats.org/drawingml/2006/main">
            <a:r>
              <a:t>        "NLD|PISA|2018|reading|language_exact|mean|other_language_home|same_as_assessment_language_vs_other|||score_points|",</a:t>
            </a:r>
          </a:p>
          <a:p xmlns:a="http://schemas.openxmlformats.org/drawingml/2006/main">
            <a:r>
              <a:t>        "NLD|PISA|2022|reading|language_exact|mean|test_language_home|same_as_assessment_language_vs_other|||score_points|",</a:t>
            </a:r>
          </a:p>
          <a:p xmlns:a="http://schemas.openxmlformats.org/drawingml/2006/main">
            <a:r>
              <a:t>        "NLD|PISA|2022|reading|language_exact|mean|other_language_home|same_as_assessment_language_vs_other|||score_points|",</a:t>
            </a:r>
          </a:p>
          <a:p xmlns:a="http://schemas.openxmlformats.org/drawingml/2006/main">
            <a:r>
              <a:t>        "NLD|PISA|2006|reading|language_exact|mean|test_language_home|same_as_assessment_language_vs_other|||score_points|",</a:t>
            </a:r>
          </a:p>
          <a:p xmlns:a="http://schemas.openxmlformats.org/drawingml/2006/main">
            <a:r>
              <a:t>        "NLD|PISA|2006|reading|language_exact|mean|other_language_home|same_as_assessment_language_vs_other|||score_points|",</a:t>
            </a:r>
          </a:p>
          <a:p xmlns:a="http://schemas.openxmlformats.org/drawingml/2006/main">
            <a:r>
              <a:t>        "NLD|PISA|2003|reading|language_exact|mean|test_language_home|same_as_assessment_language_vs_other|||score_points|",</a:t>
            </a:r>
          </a:p>
          <a:p xmlns:a="http://schemas.openxmlformats.org/drawingml/2006/main">
            <a:r>
              <a:t>        "NLD|PISA|2003|reading|language_exact|mean|other_language_home|same_as_assessment_language_vs_other|||score_points|",</a:t>
            </a:r>
          </a:p>
          <a:p xmlns:a="http://schemas.openxmlformats.org/drawingml/2006/main">
            <a:r>
              <a:t>        "NLD|PISA|2009|reading|language_exact|mean|test_language_home|same_as_assessment_language_vs_other|||score_points|",</a:t>
            </a:r>
          </a:p>
          <a:p xmlns:a="http://schemas.openxmlformats.org/drawingml/2006/main">
            <a:r>
              <a:t>        "NLD|PISA|2009|reading|language_exact|mean|other_language_home|same_as_assessment_language_vs_other|||score_points|",</a:t>
            </a:r>
          </a:p>
          <a:p xmlns:a="http://schemas.openxmlformats.org/drawingml/2006/main">
            <a:r>
              <a:t>        "NLD|PISA|2012|reading|language_exact|mean|test_language_home|same_as_assessment_language_vs_other|||score_points|",</a:t>
            </a:r>
          </a:p>
          <a:p xmlns:a="http://schemas.openxmlformats.org/drawingml/2006/main">
            <a:r>
              <a:t>        "NLD|PISA|2012|reading|language_exact|mean|other_language_home|same_as_assessment_language_vs_other|||score_points|"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"GP_LANGUAGE_LEVELS_age15_mathematics"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"Toetstaal thuis",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548.97272234353,</a:t>
            </a:r>
          </a:p>
          <a:p xmlns:a="http://schemas.openxmlformats.org/drawingml/2006/main">
            <a:r>
              <a:t>            535.89748439563,</a:t>
            </a:r>
          </a:p>
          <a:p xmlns:a="http://schemas.openxmlformats.org/drawingml/2006/main">
            <a:r>
              <a:t>            531.90227623959,</a:t>
            </a:r>
          </a:p>
          <a:p xmlns:a="http://schemas.openxmlformats.org/drawingml/2006/main">
            <a:r>
              <a:t>            530.56963580235,</a:t>
            </a:r>
          </a:p>
          <a:p xmlns:a="http://schemas.openxmlformats.org/drawingml/2006/main">
            <a:r>
              <a:t>            517.21890242249,</a:t>
            </a:r>
          </a:p>
          <a:p xmlns:a="http://schemas.openxmlformats.org/drawingml/2006/main">
            <a:r>
              <a:t>            527.89692639497,</a:t>
            </a:r>
          </a:p>
          <a:p xmlns:a="http://schemas.openxmlformats.org/drawingml/2006/main">
            <a:r>
              <a:t>            505.15018090152,</a:t>
            </a:r>
          </a:p>
          <a:p xmlns:a="http://schemas.openxmlformats.org/drawingml/2006/main">
            <a:r>
              <a:t>            496.91624790617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491.15767931779,</a:t>
            </a:r>
          </a:p>
          <a:p xmlns:a="http://schemas.openxmlformats.org/drawingml/2006/main">
            <a:r>
              <a:t>            502.67481649455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513.04611040661,</a:t>
            </a:r>
          </a:p>
          <a:p xmlns:a="http://schemas.openxmlformats.org/drawingml/2006/main">
            <a:r>
              <a:t>            521.39169443836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522.93043328687,</a:t>
            </a:r>
          </a:p>
          <a:p xmlns:a="http://schemas.openxmlformats.org/drawingml/2006/main">
            <a:r>
              <a:t>            532.86341950306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499.08975037045,</a:t>
            </a:r>
          </a:p>
          <a:p xmlns:a="http://schemas.openxmlformats.org/drawingml/2006/main">
            <a:r>
              <a:t>            511.21061143259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531.61509230347,</a:t>
            </a:r>
          </a:p>
          <a:p xmlns:a="http://schemas.openxmlformats.org/drawingml/2006/main">
            <a:r>
              <a:t>            540.17987648778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542.52925440429,</a:t>
            </a:r>
          </a:p>
          <a:p xmlns:a="http://schemas.openxmlformats.org/drawingml/2006/main">
            <a:r>
              <a:t>            555.41619028277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522.87835799466,</a:t>
            </a:r>
          </a:p>
          <a:p xmlns:a="http://schemas.openxmlformats.org/drawingml/2006/main">
            <a:r>
              <a:t>            540.92619448452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523.88960468873,</a:t>
            </a:r>
          </a:p>
          <a:p xmlns:a="http://schemas.openxmlformats.org/drawingml/2006/main">
            <a:r>
              <a:t>            537.24966691598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"Andere thuistaal",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524.92889272639,</a:t>
            </a:r>
          </a:p>
          <a:p xmlns:a="http://schemas.openxmlformats.org/drawingml/2006/main">
            <a:r>
              <a:t>            471.69975856093,</a:t>
            </a:r>
          </a:p>
          <a:p xmlns:a="http://schemas.openxmlformats.org/drawingml/2006/main">
            <a:r>
              <a:t>            484.04043359184,</a:t>
            </a:r>
          </a:p>
          <a:p xmlns:a="http://schemas.openxmlformats.org/drawingml/2006/main">
            <a:r>
              <a:t>            476.94172994185,</a:t>
            </a:r>
          </a:p>
          <a:p xmlns:a="http://schemas.openxmlformats.org/drawingml/2006/main">
            <a:r>
              <a:t>            455.65501397832,</a:t>
            </a:r>
          </a:p>
          <a:p xmlns:a="http://schemas.openxmlformats.org/drawingml/2006/main">
            <a:r>
              <a:t>            455.96522477241,</a:t>
            </a:r>
          </a:p>
          <a:p xmlns:a="http://schemas.openxmlformats.org/drawingml/2006/main">
            <a:r>
              <a:t>            433.4206057443,</a:t>
            </a:r>
          </a:p>
          <a:p xmlns:a="http://schemas.openxmlformats.org/drawingml/2006/main">
            <a:r>
              <a:t>            428.98181178685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416.19203031532,</a:t>
            </a:r>
          </a:p>
          <a:p xmlns:a="http://schemas.openxmlformats.org/drawingml/2006/main">
            <a:r>
              <a:t>            441.77159325838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439.4351907095,</a:t>
            </a:r>
          </a:p>
          <a:p xmlns:a="http://schemas.openxmlformats.org/drawingml/2006/main">
            <a:r>
              <a:t>            471.87483724714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442.74975717072,</a:t>
            </a:r>
          </a:p>
          <a:p xmlns:a="http://schemas.openxmlformats.org/drawingml/2006/main">
            <a:r>
              <a:t>            469.18069237409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418.11250119091,</a:t>
            </a:r>
          </a:p>
          <a:p xmlns:a="http://schemas.openxmlformats.org/drawingml/2006/main">
            <a:r>
              <a:t>            448.7287102977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451.47117010634,</a:t>
            </a:r>
          </a:p>
          <a:p xmlns:a="http://schemas.openxmlformats.org/drawingml/2006/main">
            <a:r>
              <a:t>            491.92834701551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508.23184999336,</a:t>
            </a:r>
          </a:p>
          <a:p xmlns:a="http://schemas.openxmlformats.org/drawingml/2006/main">
            <a:r>
              <a:t>            541.62593545942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461.50076621161,</a:t>
            </a:r>
          </a:p>
          <a:p xmlns:a="http://schemas.openxmlformats.org/drawingml/2006/main">
            <a:r>
              <a:t>            506.58010097206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461.85387161445,</a:t>
            </a:r>
          </a:p>
          <a:p xmlns:a="http://schemas.openxmlformats.org/drawingml/2006/main">
            <a:r>
              <a:t>            492.02958826926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"NLD|PISA|2025|mathematics|language_exact|mean|test_language_home|same_as_assessment_language_vs_other|||score_points|",</a:t>
            </a:r>
          </a:p>
          <a:p xmlns:a="http://schemas.openxmlformats.org/drawingml/2006/main">
            <a:r>
              <a:t>        "NLD|PISA|2025|mathematics|language_exact|mean|other_language_home|same_as_assessment_language_vs_other|||score_points|",</a:t>
            </a:r>
          </a:p>
          <a:p xmlns:a="http://schemas.openxmlformats.org/drawingml/2006/main">
            <a:r>
              <a:t>        "NLD|PISA|2015|mathematics|language_exact|mean|test_language_home|same_as_assessment_language_vs_other|||score_points|",</a:t>
            </a:r>
          </a:p>
          <a:p xmlns:a="http://schemas.openxmlformats.org/drawingml/2006/main">
            <a:r>
              <a:t>        "NLD|PISA|2015|mathematics|language_exact|mean|other_language_home|same_as_assessment_language_vs_other|||score_points|",</a:t>
            </a:r>
          </a:p>
          <a:p xmlns:a="http://schemas.openxmlformats.org/drawingml/2006/main">
            <a:r>
              <a:t>        "NLD|PISA|2018|mathematics|language_exact|mean|test_language_home|same_as_assessment_language_vs_other|||score_points|",</a:t>
            </a:r>
          </a:p>
          <a:p xmlns:a="http://schemas.openxmlformats.org/drawingml/2006/main">
            <a:r>
              <a:t>        "NLD|PISA|2018|mathematics|language_exact|mean|other_language_home|same_as_assessment_language_vs_other|||score_points|",</a:t>
            </a:r>
          </a:p>
          <a:p xmlns:a="http://schemas.openxmlformats.org/drawingml/2006/main">
            <a:r>
              <a:t>        "NLD|PISA|2022|mathematics|language_exact|mean|test_language_home|same_as_assessment_language_vs_other|||score_points|",</a:t>
            </a:r>
          </a:p>
          <a:p xmlns:a="http://schemas.openxmlformats.org/drawingml/2006/main">
            <a:r>
              <a:t>        "NLD|PISA|2022|mathematics|language_exact|mean|other_language_home|same_as_assessment_language_vs_other|||score_points|",</a:t>
            </a:r>
          </a:p>
          <a:p xmlns:a="http://schemas.openxmlformats.org/drawingml/2006/main">
            <a:r>
              <a:t>        "NLD|PISA|2006|mathematics|language_exact|mean|test_language_home|same_as_assessment_language_vs_other|||score_points|",</a:t>
            </a:r>
          </a:p>
          <a:p xmlns:a="http://schemas.openxmlformats.org/drawingml/2006/main">
            <a:r>
              <a:t>        "NLD|PISA|2006|mathematics|language_exact|mean|other_language_home|same_as_assessment_language_vs_other|||score_points|",</a:t>
            </a:r>
          </a:p>
          <a:p xmlns:a="http://schemas.openxmlformats.org/drawingml/2006/main">
            <a:r>
              <a:t>        "NLD|PISA|2003|mathematics|language_exact|mean|test_language_home|same_as_assessment_language_vs_other|||score_points|",</a:t>
            </a:r>
          </a:p>
          <a:p xmlns:a="http://schemas.openxmlformats.org/drawingml/2006/main">
            <a:r>
              <a:t>        "NLD|PISA|2003|mathematics|language_exact|mean|other_language_home|same_as_assessment_language_vs_other|||score_points|",</a:t>
            </a:r>
          </a:p>
          <a:p xmlns:a="http://schemas.openxmlformats.org/drawingml/2006/main">
            <a:r>
              <a:t>        "NLD|PISA|2009|mathematics|language_exact|mean|test_language_home|same_as_assessment_language_vs_other|||score_points|",</a:t>
            </a:r>
          </a:p>
          <a:p xmlns:a="http://schemas.openxmlformats.org/drawingml/2006/main">
            <a:r>
              <a:t>        "NLD|PISA|2009|mathematics|language_exact|mean|other_language_home|same_as_assessment_language_vs_other|||score_points|",</a:t>
            </a:r>
          </a:p>
          <a:p xmlns:a="http://schemas.openxmlformats.org/drawingml/2006/main">
            <a:r>
              <a:t>        "NLD|PISA|2012|mathematics|language_exact|mean|test_language_home|same_as_assessment_language_vs_other|||score_points|",</a:t>
            </a:r>
          </a:p>
          <a:p xmlns:a="http://schemas.openxmlformats.org/drawingml/2006/main">
            <a:r>
              <a:t>        "NLD|PISA|2012|mathematics|language_exact|mean|other_language_home|same_as_assessment_language_vs_other|||score_points|"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"GP_LANGUAGE_LEVELS_age15_science"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"Toetstaal thuis",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531.01107107097,</a:t>
            </a:r>
          </a:p>
          <a:p xmlns:a="http://schemas.openxmlformats.org/drawingml/2006/main">
            <a:r>
              <a:t>            528.79458807643,</a:t>
            </a:r>
          </a:p>
          <a:p xmlns:a="http://schemas.openxmlformats.org/drawingml/2006/main">
            <a:r>
              <a:t>            530.57215590674,</a:t>
            </a:r>
          </a:p>
          <a:p xmlns:a="http://schemas.openxmlformats.org/drawingml/2006/main">
            <a:r>
              <a:t>            513.74261212519,</a:t>
            </a:r>
          </a:p>
          <a:p xmlns:a="http://schemas.openxmlformats.org/drawingml/2006/main">
            <a:r>
              <a:t>            512.89620980812,</a:t>
            </a:r>
          </a:p>
          <a:p xmlns:a="http://schemas.openxmlformats.org/drawingml/2006/main">
            <a:r>
              <a:t>            501.42736568118,</a:t>
            </a:r>
          </a:p>
          <a:p xmlns:a="http://schemas.openxmlformats.org/drawingml/2006/main">
            <a:r>
              <a:t>            499.4518940592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493.7043538917,</a:t>
            </a:r>
          </a:p>
          <a:p xmlns:a="http://schemas.openxmlformats.org/drawingml/2006/main">
            <a:r>
              <a:t>            505.19943422671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509.4951434626,</a:t>
            </a:r>
          </a:p>
          <a:p xmlns:a="http://schemas.openxmlformats.org/drawingml/2006/main">
            <a:r>
              <a:t>            517.99008078778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507.47056635786,</a:t>
            </a:r>
          </a:p>
          <a:p xmlns:a="http://schemas.openxmlformats.org/drawingml/2006/main">
            <a:r>
              <a:t>            518.32185325837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494.727260107,</a:t>
            </a:r>
          </a:p>
          <a:p xmlns:a="http://schemas.openxmlformats.org/drawingml/2006/main">
            <a:r>
              <a:t>            508.12747125536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526.66994600825,</a:t>
            </a:r>
          </a:p>
          <a:p xmlns:a="http://schemas.openxmlformats.org/drawingml/2006/main">
            <a:r>
              <a:t>            535.35219613369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518.42570797517,</a:t>
            </a:r>
          </a:p>
          <a:p xmlns:a="http://schemas.openxmlformats.org/drawingml/2006/main">
            <a:r>
              <a:t>            539.16346817768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Toetstaal thuis,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523.84516182595,</a:t>
            </a:r>
          </a:p>
          <a:p xmlns:a="http://schemas.openxmlformats.org/drawingml/2006/main">
            <a:r>
              <a:t>            537.29914998754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"Andere thuistaal",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448.87634361541,</a:t>
            </a:r>
          </a:p>
          <a:p xmlns:a="http://schemas.openxmlformats.org/drawingml/2006/main">
            <a:r>
              <a:t>            469.3863990142,</a:t>
            </a:r>
          </a:p>
          <a:p xmlns:a="http://schemas.openxmlformats.org/drawingml/2006/main">
            <a:r>
              <a:t>            470.4334454953,</a:t>
            </a:r>
          </a:p>
          <a:p xmlns:a="http://schemas.openxmlformats.org/drawingml/2006/main">
            <a:r>
              <a:t>            450.60342500673,</a:t>
            </a:r>
          </a:p>
          <a:p xmlns:a="http://schemas.openxmlformats.org/drawingml/2006/main">
            <a:r>
              <a:t>            436.02424476311,</a:t>
            </a:r>
          </a:p>
          <a:p xmlns:a="http://schemas.openxmlformats.org/drawingml/2006/main">
            <a:r>
              <a:t>            427.84100380927,</a:t>
            </a:r>
          </a:p>
          <a:p xmlns:a="http://schemas.openxmlformats.org/drawingml/2006/main">
            <a:r>
              <a:t>            427.29447673419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414.60725263444,</a:t>
            </a:r>
          </a:p>
          <a:p xmlns:a="http://schemas.openxmlformats.org/drawingml/2006/main">
            <a:r>
              <a:t>            439.98170083394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434.07334058544,</a:t>
            </a:r>
          </a:p>
          <a:p xmlns:a="http://schemas.openxmlformats.org/drawingml/2006/main">
            <a:r>
              <a:t>            467.13350942802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422.7629680786,</a:t>
            </a:r>
          </a:p>
          <a:p xmlns:a="http://schemas.openxmlformats.org/drawingml/2006/main">
            <a:r>
              <a:t>            449.28552144762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411.45897029733,</a:t>
            </a:r>
          </a:p>
          <a:p xmlns:a="http://schemas.openxmlformats.org/drawingml/2006/main">
            <a:r>
              <a:t>            444.22303732121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427.34460372581,</a:t>
            </a:r>
          </a:p>
          <a:p xmlns:a="http://schemas.openxmlformats.org/drawingml/2006/main">
            <a:r>
              <a:t>            470.408083505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441.40785143445,</a:t>
            </a:r>
          </a:p>
          <a:p xmlns:a="http://schemas.openxmlformats.org/drawingml/2006/main">
            <a:r>
              <a:t>            497.36494659395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Andere thuistaal,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455.01447138259,</a:t>
            </a:r>
          </a:p>
          <a:p xmlns:a="http://schemas.openxmlformats.org/drawingml/2006/main">
            <a:r>
              <a:t>            485.85241960801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"NLD|PISA|2025|science|language_exact|mean|test_language_home|same_as_assessment_language_vs_other|||score_points|",</a:t>
            </a:r>
          </a:p>
          <a:p xmlns:a="http://schemas.openxmlformats.org/drawingml/2006/main">
            <a:r>
              <a:t>        "NLD|PISA|2025|science|language_exact|mean|other_language_home|same_as_assessment_language_vs_other|||score_points|",</a:t>
            </a:r>
          </a:p>
          <a:p xmlns:a="http://schemas.openxmlformats.org/drawingml/2006/main">
            <a:r>
              <a:t>        "NLD|PISA|2015|science|language_exact|mean|test_language_home|same_as_assessment_language_vs_other|||score_points|",</a:t>
            </a:r>
          </a:p>
          <a:p xmlns:a="http://schemas.openxmlformats.org/drawingml/2006/main">
            <a:r>
              <a:t>        "NLD|PISA|2015|science|language_exact|mean|other_language_home|same_as_assessment_language_vs_other|||score_points|",</a:t>
            </a:r>
          </a:p>
          <a:p xmlns:a="http://schemas.openxmlformats.org/drawingml/2006/main">
            <a:r>
              <a:t>        "NLD|PISA|2018|science|language_exact|mean|test_language_home|same_as_assessment_language_vs_other|||score_points|",</a:t>
            </a:r>
          </a:p>
          <a:p xmlns:a="http://schemas.openxmlformats.org/drawingml/2006/main">
            <a:r>
              <a:t>        "NLD|PISA|2018|science|language_exact|mean|other_language_home|same_as_assessment_language_vs_other|||score_points|",</a:t>
            </a:r>
          </a:p>
          <a:p xmlns:a="http://schemas.openxmlformats.org/drawingml/2006/main">
            <a:r>
              <a:t>        "NLD|PISA|2022|science|language_exact|mean|test_language_home|same_as_assessment_language_vs_other|||score_points|",</a:t>
            </a:r>
          </a:p>
          <a:p xmlns:a="http://schemas.openxmlformats.org/drawingml/2006/main">
            <a:r>
              <a:t>        "NLD|PISA|2022|science|language_exact|mean|other_language_home|same_as_assessment_language_vs_other|||score_points|",</a:t>
            </a:r>
          </a:p>
          <a:p xmlns:a="http://schemas.openxmlformats.org/drawingml/2006/main">
            <a:r>
              <a:t>        "NLD|PISA|2006|science|language_exact|mean|test_language_home|same_as_assessment_language_vs_other|||score_points|",</a:t>
            </a:r>
          </a:p>
          <a:p xmlns:a="http://schemas.openxmlformats.org/drawingml/2006/main">
            <a:r>
              <a:t>        "NLD|PISA|2006|science|language_exact|mean|other_language_home|same_as_assessment_language_vs_other|||score_points|",</a:t>
            </a:r>
          </a:p>
          <a:p xmlns:a="http://schemas.openxmlformats.org/drawingml/2006/main">
            <a:r>
              <a:t>        "NLD|PISA|2009|science|language_exact|mean|test_language_home|same_as_assessment_language_vs_other|||score_points|",</a:t>
            </a:r>
          </a:p>
          <a:p xmlns:a="http://schemas.openxmlformats.org/drawingml/2006/main">
            <a:r>
              <a:t>        "NLD|PISA|2009|science|language_exact|mean|other_language_home|same_as_assessment_language_vs_other|||score_points|",</a:t>
            </a:r>
          </a:p>
          <a:p xmlns:a="http://schemas.openxmlformats.org/drawingml/2006/main">
            <a:r>
              <a:t>        "NLD|PISA|2012|science|language_exact|mean|test_language_home|same_as_assessment_language_vs_other|||score_points|",</a:t>
            </a:r>
          </a:p>
          <a:p xmlns:a="http://schemas.openxmlformats.org/drawingml/2006/main">
            <a:r>
              <a:t>        "NLD|PISA|2012|science|language_exact|mean|other_language_home|same_as_assessment_language_vs_other|||score_points|"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13,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"GP_MIGRATION_LEVELS_age10_reading_ANY_PARENT_ABROAD"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560.29436005159,</a:t>
            </a:r>
          </a:p>
          <a:p xmlns:a="http://schemas.openxmlformats.org/drawingml/2006/main">
            <a:r>
              <a:t>            553.4907941208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555.9391589622,</a:t>
            </a:r>
          </a:p>
          <a:p xmlns:a="http://schemas.openxmlformats.org/drawingml/2006/main">
            <a:r>
              <a:t>            564.64956114099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550.1388271126,</a:t>
            </a:r>
          </a:p>
          <a:p xmlns:a="http://schemas.openxmlformats.org/drawingml/2006/main">
            <a:r>
              <a:t>            556.842761129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"Minstens één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533.36554821098,</a:t>
            </a:r>
          </a:p>
          <a:p xmlns:a="http://schemas.openxmlformats.org/drawingml/2006/main">
            <a:r>
              <a:t>            527.34576839238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524.1575643415,</a:t>
            </a:r>
          </a:p>
          <a:p xmlns:a="http://schemas.openxmlformats.org/drawingml/2006/main">
            <a:r>
              <a:t>            542.57353208046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522.26917424745,</a:t>
            </a:r>
          </a:p>
          <a:p xmlns:a="http://schemas.openxmlformats.org/drawingml/2006/main">
            <a:r>
              <a:t>            532.42236253732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"NLD|PIRLS|2001|reading|migration|mean|reference|MIGRATION_ANY_PARENT_ABROAD|||score_points|",</a:t>
            </a:r>
          </a:p>
          <a:p xmlns:a="http://schemas.openxmlformats.org/drawingml/2006/main">
            <a:r>
              <a:t>        "NLD|PIRLS|2001|reading|migration|mean|migration|MIGRATION_ANY_PARENT_ABROAD|||score_points|",</a:t>
            </a:r>
          </a:p>
          <a:p xmlns:a="http://schemas.openxmlformats.org/drawingml/2006/main">
            <a:r>
              <a:t>        "NLD|PIRLS|2006|reading|migration|mean|reference|MIGRATION_ANY_PARENT_ABROAD|||score_points|",</a:t>
            </a:r>
          </a:p>
          <a:p xmlns:a="http://schemas.openxmlformats.org/drawingml/2006/main">
            <a:r>
              <a:t>        "NLD|PIRLS|2006|reading|migration|mean|migration|MIGRATION_ANY_PARENT_ABROAD|||score_points|"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"GP_MIGRATION_LEVELS_age10_mathematics_ANY_PARENT_ABROAD"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550.84659198672,</a:t>
            </a:r>
          </a:p>
          <a:p xmlns:a="http://schemas.openxmlformats.org/drawingml/2006/main">
            <a:r>
              <a:t>            543.52901246018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536.40154296243,</a:t>
            </a:r>
          </a:p>
          <a:p xmlns:a="http://schemas.openxmlformats.org/drawingml/2006/main">
            <a:r>
              <a:t>            547.03004305483,</a:t>
            </a:r>
          </a:p>
          <a:p xmlns:a="http://schemas.openxmlformats.org/drawingml/2006/main">
            <a:r>
              <a:t>            545.48928834315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532.98021663507,</a:t>
            </a:r>
          </a:p>
          <a:p xmlns:a="http://schemas.openxmlformats.org/drawingml/2006/main">
            <a:r>
              <a:t>            539.82286928979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547.56957574758,</a:t>
            </a:r>
          </a:p>
          <a:p xmlns:a="http://schemas.openxmlformats.org/drawingml/2006/main">
            <a:r>
              <a:t>            554.12360822586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539.19852187346,</a:t>
            </a:r>
          </a:p>
          <a:p xmlns:a="http://schemas.openxmlformats.org/drawingml/2006/main">
            <a:r>
              <a:t>            547.85950304689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542.12596702482,</a:t>
            </a:r>
          </a:p>
          <a:p xmlns:a="http://schemas.openxmlformats.org/drawingml/2006/main">
            <a:r>
              <a:t>            551.93411908483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541.8576737056,</a:t>
            </a:r>
          </a:p>
          <a:p xmlns:a="http://schemas.openxmlformats.org/drawingml/2006/main">
            <a:r>
              <a:t>            549.1209029807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"Minstens één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511.68235620523,</a:t>
            </a:r>
          </a:p>
          <a:p xmlns:a="http://schemas.openxmlformats.org/drawingml/2006/main">
            <a:r>
              <a:t>            508.23292440347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"Minstens één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515.65871804512,</a:t>
            </a:r>
          </a:p>
          <a:p xmlns:a="http://schemas.openxmlformats.org/drawingml/2006/main">
            <a:r>
              <a:t>            522.50119045818,</a:t>
            </a:r>
          </a:p>
          <a:p xmlns:a="http://schemas.openxmlformats.org/drawingml/2006/main">
            <a:r>
              <a:t>            521.45881320912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510.60317793373,</a:t>
            </a:r>
          </a:p>
          <a:p xmlns:a="http://schemas.openxmlformats.org/drawingml/2006/main">
            <a:r>
              <a:t>            520.71425815651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502.86603747265,</a:t>
            </a:r>
          </a:p>
          <a:p xmlns:a="http://schemas.openxmlformats.org/drawingml/2006/main">
            <a:r>
              <a:t>            520.4986749378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498.98957921386,</a:t>
            </a:r>
          </a:p>
          <a:p xmlns:a="http://schemas.openxmlformats.org/drawingml/2006/main">
            <a:r>
              <a:t>            517.47626959307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516.99716957634,</a:t>
            </a:r>
          </a:p>
          <a:p xmlns:a="http://schemas.openxmlformats.org/drawingml/2006/main">
            <a:r>
              <a:t>            528.00521134003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513.277124016,</a:t>
            </a:r>
          </a:p>
          <a:p xmlns:a="http://schemas.openxmlformats.org/drawingml/2006/main">
            <a:r>
              <a:t>            529.64050240224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"NLD|TIMSS|2015|mathematics|migration|mean|reference|MIGRATION_ANY_PARENT_ABROAD|||score_points|",</a:t>
            </a:r>
          </a:p>
          <a:p xmlns:a="http://schemas.openxmlformats.org/drawingml/2006/main">
            <a:r>
              <a:t>        "NLD|TIMSS|2015|mathematics|migration|mean|migration|MIGRATION_ANY_PARENT_ABROAD|||score_points|",</a:t>
            </a:r>
          </a:p>
          <a:p xmlns:a="http://schemas.openxmlformats.org/drawingml/2006/main">
            <a:r>
              <a:t>        "NLD|TIMSS|2003|mathematics|migration|mean|reference|MIGRATION_ANY_PARENT_ABROAD|||score_points|",</a:t>
            </a:r>
          </a:p>
          <a:p xmlns:a="http://schemas.openxmlformats.org/drawingml/2006/main">
            <a:r>
              <a:t>        "NLD|TIMSS|2003|mathematics|migration|mean|migration|MIGRATION_ANY_PARENT_ABROAD|||score_points|",</a:t>
            </a:r>
          </a:p>
          <a:p xmlns:a="http://schemas.openxmlformats.org/drawingml/2006/main">
            <a:r>
              <a:t>        "NLD|TIMSS|2007|mathematics|migration|mean|reference|MIGRATION_ANY_PARENT_ABROAD|||score_points|",</a:t>
            </a:r>
          </a:p>
          <a:p xmlns:a="http://schemas.openxmlformats.org/drawingml/2006/main">
            <a:r>
              <a:t>        "NLD|TIMSS|2007|mathematics|migration|mean|migration|MIGRATION_ANY_PARENT_ABROAD|||score_points|",</a:t>
            </a:r>
          </a:p>
          <a:p xmlns:a="http://schemas.openxmlformats.org/drawingml/2006/main">
            <a:r>
              <a:t>        "NLD|TIMSS|2019|mathematics|migration|mean|reference|MIGRATION_ANY_PARENT_ABROAD|||score_points|",</a:t>
            </a:r>
          </a:p>
          <a:p xmlns:a="http://schemas.openxmlformats.org/drawingml/2006/main">
            <a:r>
              <a:t>        "NLD|TIMSS|2019|mathematics|migration|mean|migration|MIGRATION_ANY_PARENT_ABROAD|||score_points|",</a:t>
            </a:r>
          </a:p>
          <a:p xmlns:a="http://schemas.openxmlformats.org/drawingml/2006/main">
            <a:r>
              <a:t>        "NLD|TIMSS|2023|mathematics|migration|mean|reference|MIGRATION_ANY_PARENT_ABROAD|||score_points|",</a:t>
            </a:r>
          </a:p>
          <a:p xmlns:a="http://schemas.openxmlformats.org/drawingml/2006/main">
            <a:r>
              <a:t>        "NLD|TIMSS|2023|mathematics|migration|mean|migration|MIGRATION_ANY_PARENT_ABROAD|||score_points|"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"GP_MIGRATION_LEVELS_age10_science_ANY_PARENT_ABROAD"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534.55580012624,</a:t>
            </a:r>
          </a:p>
          <a:p xmlns:a="http://schemas.openxmlformats.org/drawingml/2006/main">
            <a:r>
              <a:t>            532.52632427637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526.30306301697,</a:t>
            </a:r>
          </a:p>
          <a:p xmlns:a="http://schemas.openxmlformats.org/drawingml/2006/main">
            <a:r>
              <a:t>            531.06505082759,</a:t>
            </a:r>
          </a:p>
          <a:p xmlns:a="http://schemas.openxmlformats.org/drawingml/2006/main">
            <a:r>
              <a:t>            526.61595369197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521.19393258656,</a:t>
            </a:r>
          </a:p>
          <a:p xmlns:a="http://schemas.openxmlformats.org/drawingml/2006/main">
            <a:r>
              <a:t>            531.41219344738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531.181582731,</a:t>
            </a:r>
          </a:p>
          <a:p xmlns:a="http://schemas.openxmlformats.org/drawingml/2006/main">
            <a:r>
              <a:t>            537.93001752147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527.03775141483,</a:t>
            </a:r>
          </a:p>
          <a:p xmlns:a="http://schemas.openxmlformats.org/drawingml/2006/main">
            <a:r>
              <a:t>            538.0148971379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525.5032203628,</a:t>
            </a:r>
          </a:p>
          <a:p xmlns:a="http://schemas.openxmlformats.org/drawingml/2006/main">
            <a:r>
              <a:t>            536.62688129238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521.3555717081,</a:t>
            </a:r>
          </a:p>
          <a:p xmlns:a="http://schemas.openxmlformats.org/drawingml/2006/main">
            <a:r>
              <a:t>            531.87633567585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"Minstens één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499.42699515014,</a:t>
            </a:r>
          </a:p>
          <a:p xmlns:a="http://schemas.openxmlformats.org/drawingml/2006/main">
            <a:r>
              <a:t>            493.73193797521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"Minstens één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496.34133959073,</a:t>
            </a:r>
          </a:p>
          <a:p xmlns:a="http://schemas.openxmlformats.org/drawingml/2006/main">
            <a:r>
              <a:t>            494.78040069191,</a:t>
            </a:r>
          </a:p>
          <a:p xmlns:a="http://schemas.openxmlformats.org/drawingml/2006/main">
            <a:r>
              <a:t>            497.3702085116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488.86868845074,</a:t>
            </a:r>
          </a:p>
          <a:p xmlns:a="http://schemas.openxmlformats.org/drawingml/2006/main">
            <a:r>
              <a:t>            503.81399073071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491.45535090606,</a:t>
            </a:r>
          </a:p>
          <a:p xmlns:a="http://schemas.openxmlformats.org/drawingml/2006/main">
            <a:r>
              <a:t>            507.39863939422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483.73729370471,</a:t>
            </a:r>
          </a:p>
          <a:p xmlns:a="http://schemas.openxmlformats.org/drawingml/2006/main">
            <a:r>
              <a:t>            503.7265822457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486.32908227989,</a:t>
            </a:r>
          </a:p>
          <a:p xmlns:a="http://schemas.openxmlformats.org/drawingml/2006/main">
            <a:r>
              <a:t>            503.23171910392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486.72180118355,</a:t>
            </a:r>
          </a:p>
          <a:p xmlns:a="http://schemas.openxmlformats.org/drawingml/2006/main">
            <a:r>
              <a:t>            508.01861583964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"NLD|TIMSS|2015|science|migration|mean|reference|MIGRATION_ANY_PARENT_ABROAD|||score_points|",</a:t>
            </a:r>
          </a:p>
          <a:p xmlns:a="http://schemas.openxmlformats.org/drawingml/2006/main">
            <a:r>
              <a:t>        "NLD|TIMSS|2015|science|migration|mean|migration|MIGRATION_ANY_PARENT_ABROAD|||score_points|",</a:t>
            </a:r>
          </a:p>
          <a:p xmlns:a="http://schemas.openxmlformats.org/drawingml/2006/main">
            <a:r>
              <a:t>        "NLD|TIMSS|2003|science|migration|mean|reference|MIGRATION_ANY_PARENT_ABROAD|||score_points|",</a:t>
            </a:r>
          </a:p>
          <a:p xmlns:a="http://schemas.openxmlformats.org/drawingml/2006/main">
            <a:r>
              <a:t>        "NLD|TIMSS|2003|science|migration|mean|migration|MIGRATION_ANY_PARENT_ABROAD|||score_points|",</a:t>
            </a:r>
          </a:p>
          <a:p xmlns:a="http://schemas.openxmlformats.org/drawingml/2006/main">
            <a:r>
              <a:t>        "NLD|TIMSS|2007|science|migration|mean|reference|MIGRATION_ANY_PARENT_ABROAD|||score_points|",</a:t>
            </a:r>
          </a:p>
          <a:p xmlns:a="http://schemas.openxmlformats.org/drawingml/2006/main">
            <a:r>
              <a:t>        "NLD|TIMSS|2007|science|migration|mean|migration|MIGRATION_ANY_PARENT_ABROAD|||score_points|",</a:t>
            </a:r>
          </a:p>
          <a:p xmlns:a="http://schemas.openxmlformats.org/drawingml/2006/main">
            <a:r>
              <a:t>        "NLD|TIMSS|2019|science|migration|mean|reference|MIGRATION_ANY_PARENT_ABROAD|||score_points|",</a:t>
            </a:r>
          </a:p>
          <a:p xmlns:a="http://schemas.openxmlformats.org/drawingml/2006/main">
            <a:r>
              <a:t>        "NLD|TIMSS|2019|science|migration|mean|migration|MIGRATION_ANY_PARENT_ABROAD|||score_points|",</a:t>
            </a:r>
          </a:p>
          <a:p xmlns:a="http://schemas.openxmlformats.org/drawingml/2006/main">
            <a:r>
              <a:t>        "NLD|TIMSS|2023|science|migration|mean|reference|MIGRATION_ANY_PARENT_ABROAD|||score_points|",</a:t>
            </a:r>
          </a:p>
          <a:p xmlns:a="http://schemas.openxmlformats.org/drawingml/2006/main">
            <a:r>
              <a:t>        "NLD|TIMSS|2023|science|migration|mean|migration|MIGRATION_ANY_PARENT_ABROAD|||score_points|"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"GP_MIGRATION_LEVELS_age15_reading_ANY_PARENT_ABROAD"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525.06684240584,</a:t>
            </a:r>
          </a:p>
          <a:p xmlns:a="http://schemas.openxmlformats.org/drawingml/2006/main">
            <a:r>
              <a:t>            515.81525857195,</a:t>
            </a:r>
          </a:p>
          <a:p xmlns:a="http://schemas.openxmlformats.org/drawingml/2006/main">
            <a:r>
              <a:t>            515.51696483269,</a:t>
            </a:r>
          </a:p>
          <a:p xmlns:a="http://schemas.openxmlformats.org/drawingml/2006/main">
            <a:r>
              <a:t>            520.71659415811,</a:t>
            </a:r>
          </a:p>
          <a:p xmlns:a="http://schemas.openxmlformats.org/drawingml/2006/main">
            <a:r>
              <a:t>            510.8728136235,</a:t>
            </a:r>
          </a:p>
          <a:p xmlns:a="http://schemas.openxmlformats.org/drawingml/2006/main">
            <a:r>
              <a:t>            500.6665609975,</a:t>
            </a:r>
          </a:p>
          <a:p xmlns:a="http://schemas.openxmlformats.org/drawingml/2006/main">
            <a:r>
              <a:t>            477.94160832765,</a:t>
            </a:r>
          </a:p>
          <a:p xmlns:a="http://schemas.openxmlformats.org/drawingml/2006/main">
            <a:r>
              <a:t>            461.02387743793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454.72524085672,</a:t>
            </a:r>
          </a:p>
          <a:p xmlns:a="http://schemas.openxmlformats.org/drawingml/2006/main">
            <a:r>
              <a:t>            467.32251401915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519.34700228609,</a:t>
            </a:r>
          </a:p>
          <a:p xmlns:a="http://schemas.openxmlformats.org/drawingml/2006/main">
            <a:r>
              <a:t>            530.78668252558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510.60154747463,</a:t>
            </a:r>
          </a:p>
          <a:p xmlns:a="http://schemas.openxmlformats.org/drawingml/2006/main">
            <a:r>
              <a:t>            521.02896966927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505.14606033325,</a:t>
            </a:r>
          </a:p>
          <a:p xmlns:a="http://schemas.openxmlformats.org/drawingml/2006/main">
            <a:r>
              <a:t>            525.88786933213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514.10769009059,</a:t>
            </a:r>
          </a:p>
          <a:p xmlns:a="http://schemas.openxmlformats.org/drawingml/2006/main">
            <a:r>
              <a:t>            527.32549822563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505.77058894245,</a:t>
            </a:r>
          </a:p>
          <a:p xmlns:a="http://schemas.openxmlformats.org/drawingml/2006/main">
            <a:r>
              <a:t>            515.97503830455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494.58007584802,</a:t>
            </a:r>
          </a:p>
          <a:p xmlns:a="http://schemas.openxmlformats.org/drawingml/2006/main">
            <a:r>
              <a:t>            506.75304614697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470.18465093031,</a:t>
            </a:r>
          </a:p>
          <a:p xmlns:a="http://schemas.openxmlformats.org/drawingml/2006/main">
            <a:r>
              <a:t>            485.69856572499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"Minstens één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488.14635228265,</a:t>
            </a:r>
          </a:p>
          <a:p xmlns:a="http://schemas.openxmlformats.org/drawingml/2006/main">
            <a:r>
              <a:t>            474.55566179085,</a:t>
            </a:r>
          </a:p>
          <a:p xmlns:a="http://schemas.openxmlformats.org/drawingml/2006/main">
            <a:r>
              <a:t>            485.14995082967,</a:t>
            </a:r>
          </a:p>
          <a:p xmlns:a="http://schemas.openxmlformats.org/drawingml/2006/main">
            <a:r>
              <a:t>            481.02777570652,</a:t>
            </a:r>
          </a:p>
          <a:p xmlns:a="http://schemas.openxmlformats.org/drawingml/2006/main">
            <a:r>
              <a:t>            477.91414668383,</a:t>
            </a:r>
          </a:p>
          <a:p xmlns:a="http://schemas.openxmlformats.org/drawingml/2006/main">
            <a:r>
              <a:t>            448.69629026746,</a:t>
            </a:r>
          </a:p>
          <a:p xmlns:a="http://schemas.openxmlformats.org/drawingml/2006/main">
            <a:r>
              <a:t>            435.93461982623,</a:t>
            </a:r>
          </a:p>
          <a:p xmlns:a="http://schemas.openxmlformats.org/drawingml/2006/main">
            <a:r>
              <a:t>            417.37447089389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407.07705915061,</a:t>
            </a:r>
          </a:p>
          <a:p xmlns:a="http://schemas.openxmlformats.org/drawingml/2006/main">
            <a:r>
              <a:t>            427.67188263717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477.09354802767,</a:t>
            </a:r>
          </a:p>
          <a:p xmlns:a="http://schemas.openxmlformats.org/drawingml/2006/main">
            <a:r>
              <a:t>            499.19915653764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458.77423922895,</a:t>
            </a:r>
          </a:p>
          <a:p xmlns:a="http://schemas.openxmlformats.org/drawingml/2006/main">
            <a:r>
              <a:t>            490.33708435274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470.1247054614,</a:t>
            </a:r>
          </a:p>
          <a:p xmlns:a="http://schemas.openxmlformats.org/drawingml/2006/main">
            <a:r>
              <a:t>            500.17519619795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467.46415292337,</a:t>
            </a:r>
          </a:p>
          <a:p xmlns:a="http://schemas.openxmlformats.org/drawingml/2006/main">
            <a:r>
              <a:t>            494.59139848967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465.63550508438,</a:t>
            </a:r>
          </a:p>
          <a:p xmlns:a="http://schemas.openxmlformats.org/drawingml/2006/main">
            <a:r>
              <a:t>            490.19278828328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439.74669735822,</a:t>
            </a:r>
          </a:p>
          <a:p xmlns:a="http://schemas.openxmlformats.org/drawingml/2006/main">
            <a:r>
              <a:t>            457.6458831767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424.11314562125,</a:t>
            </a:r>
          </a:p>
          <a:p xmlns:a="http://schemas.openxmlformats.org/drawingml/2006/main">
            <a:r>
              <a:t>            447.75609403121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"NLD|PISA|2025|reading|migration|mean|reference|MIGRATION_ANY_PARENT_ABROAD|||score_points|",</a:t>
            </a:r>
          </a:p>
          <a:p xmlns:a="http://schemas.openxmlformats.org/drawingml/2006/main">
            <a:r>
              <a:t>        "NLD|PISA|2025|reading|migration|mean|migration|MIGRATION_ANY_PARENT_ABROAD|||score_points|",</a:t>
            </a:r>
          </a:p>
          <a:p xmlns:a="http://schemas.openxmlformats.org/drawingml/2006/main">
            <a:r>
              <a:t>        "NLD|PISA|2003|reading|migration|mean|reference|MIGRATION_ANY_PARENT_ABROAD|||score_points|",</a:t>
            </a:r>
          </a:p>
          <a:p xmlns:a="http://schemas.openxmlformats.org/drawingml/2006/main">
            <a:r>
              <a:t>        "NLD|PISA|2003|reading|migration|mean|migration|MIGRATION_ANY_PARENT_ABROAD|||score_points|",</a:t>
            </a:r>
          </a:p>
          <a:p xmlns:a="http://schemas.openxmlformats.org/drawingml/2006/main">
            <a:r>
              <a:t>        "NLD|PISA|2006|reading|migration|mean|reference|MIGRATION_ANY_PARENT_ABROAD|||score_points|",</a:t>
            </a:r>
          </a:p>
          <a:p xmlns:a="http://schemas.openxmlformats.org/drawingml/2006/main">
            <a:r>
              <a:t>        "NLD|PISA|2006|reading|migration|mean|migration|MIGRATION_ANY_PARENT_ABROAD|||score_points|",</a:t>
            </a:r>
          </a:p>
          <a:p xmlns:a="http://schemas.openxmlformats.org/drawingml/2006/main">
            <a:r>
              <a:t>        "NLD|PISA|2009|reading|migration|mean|reference|MIGRATION_ANY_PARENT_ABROAD|||score_points|",</a:t>
            </a:r>
          </a:p>
          <a:p xmlns:a="http://schemas.openxmlformats.org/drawingml/2006/main">
            <a:r>
              <a:t>        "NLD|PISA|2009|reading|migration|mean|migration|MIGRATION_ANY_PARENT_ABROAD|||score_points|",</a:t>
            </a:r>
          </a:p>
          <a:p xmlns:a="http://schemas.openxmlformats.org/drawingml/2006/main">
            <a:r>
              <a:t>        "NLD|PISA|2012|reading|migration|mean|reference|MIGRATION_ANY_PARENT_ABROAD|||score_points|",</a:t>
            </a:r>
          </a:p>
          <a:p xmlns:a="http://schemas.openxmlformats.org/drawingml/2006/main">
            <a:r>
              <a:t>        "NLD|PISA|2012|reading|migration|mean|migration|MIGRATION_ANY_PARENT_ABROAD|||score_points|",</a:t>
            </a:r>
          </a:p>
          <a:p xmlns:a="http://schemas.openxmlformats.org/drawingml/2006/main">
            <a:r>
              <a:t>        "NLD|PISA|2015|reading|migration|mean|reference|MIGRATION_ANY_PARENT_ABROAD|||score_points|",</a:t>
            </a:r>
          </a:p>
          <a:p xmlns:a="http://schemas.openxmlformats.org/drawingml/2006/main">
            <a:r>
              <a:t>        "NLD|PISA|2015|reading|migration|mean|migration|MIGRATION_ANY_PARENT_ABROAD|||score_points|",</a:t>
            </a:r>
          </a:p>
          <a:p xmlns:a="http://schemas.openxmlformats.org/drawingml/2006/main">
            <a:r>
              <a:t>        "NLD|PISA|2018|reading|migration|mean|reference|MIGRATION_ANY_PARENT_ABROAD|||score_points|",</a:t>
            </a:r>
          </a:p>
          <a:p xmlns:a="http://schemas.openxmlformats.org/drawingml/2006/main">
            <a:r>
              <a:t>        "NLD|PISA|2018|reading|migration|mean|migration|MIGRATION_ANY_PARENT_ABROAD|||score_points|",</a:t>
            </a:r>
          </a:p>
          <a:p xmlns:a="http://schemas.openxmlformats.org/drawingml/2006/main">
            <a:r>
              <a:t>        "NLD|PISA|2022|reading|migration|mean|reference|MIGRATION_ANY_PARENT_ABROAD|||score_points|",</a:t>
            </a:r>
          </a:p>
          <a:p xmlns:a="http://schemas.openxmlformats.org/drawingml/2006/main">
            <a:r>
              <a:t>        "NLD|PISA|2022|reading|migration|mean|migration|MIGRATION_ANY_PARENT_ABROAD|||score_points|"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"GP_MIGRATION_LEVELS_age15_mathematics_ANY_PARENT_ABROAD"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552.05621236909,</a:t>
            </a:r>
          </a:p>
          <a:p xmlns:a="http://schemas.openxmlformats.org/drawingml/2006/main">
            <a:r>
              <a:t>            540.11355111089,</a:t>
            </a:r>
          </a:p>
          <a:p xmlns:a="http://schemas.openxmlformats.org/drawingml/2006/main">
            <a:r>
              <a:t>            534.79919999342,</a:t>
            </a:r>
          </a:p>
          <a:p xmlns:a="http://schemas.openxmlformats.org/drawingml/2006/main">
            <a:r>
              <a:t>            533.08549031794,</a:t>
            </a:r>
          </a:p>
          <a:p xmlns:a="http://schemas.openxmlformats.org/drawingml/2006/main">
            <a:r>
              <a:t>            520.43383529987,</a:t>
            </a:r>
          </a:p>
          <a:p xmlns:a="http://schemas.openxmlformats.org/drawingml/2006/main">
            <a:r>
              <a:t>            533.03877526297,</a:t>
            </a:r>
          </a:p>
          <a:p xmlns:a="http://schemas.openxmlformats.org/drawingml/2006/main">
            <a:r>
              <a:t>            511.53254558689,</a:t>
            </a:r>
          </a:p>
          <a:p xmlns:a="http://schemas.openxmlformats.org/drawingml/2006/main">
            <a:r>
              <a:t>            503.88933431496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497.67815006222,</a:t>
            </a:r>
          </a:p>
          <a:p xmlns:a="http://schemas.openxmlformats.org/drawingml/2006/main">
            <a:r>
              <a:t>            510.1005185677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546.21386368691,</a:t>
            </a:r>
          </a:p>
          <a:p xmlns:a="http://schemas.openxmlformats.org/drawingml/2006/main">
            <a:r>
              <a:t>            557.89856105126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535.43152769971,</a:t>
            </a:r>
          </a:p>
          <a:p xmlns:a="http://schemas.openxmlformats.org/drawingml/2006/main">
            <a:r>
              <a:t>            544.79557452206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525.70560721828,</a:t>
            </a:r>
          </a:p>
          <a:p xmlns:a="http://schemas.openxmlformats.org/drawingml/2006/main">
            <a:r>
              <a:t>            543.89279276856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526.38481830871,</a:t>
            </a:r>
          </a:p>
          <a:p xmlns:a="http://schemas.openxmlformats.org/drawingml/2006/main">
            <a:r>
              <a:t>            539.78616232716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515.64447414511,</a:t>
            </a:r>
          </a:p>
          <a:p xmlns:a="http://schemas.openxmlformats.org/drawingml/2006/main">
            <a:r>
              <a:t>            525.22319645463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527.44200819506,</a:t>
            </a:r>
          </a:p>
          <a:p xmlns:a="http://schemas.openxmlformats.org/drawingml/2006/main">
            <a:r>
              <a:t>            538.63554233088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504.82887701855,</a:t>
            </a:r>
          </a:p>
          <a:p xmlns:a="http://schemas.openxmlformats.org/drawingml/2006/main">
            <a:r>
              <a:t>            518.23621415524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"Minstens één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506.24351618505,</a:t>
            </a:r>
          </a:p>
          <a:p xmlns:a="http://schemas.openxmlformats.org/drawingml/2006/main">
            <a:r>
              <a:t>            495.74191009864,</a:t>
            </a:r>
          </a:p>
          <a:p xmlns:a="http://schemas.openxmlformats.org/drawingml/2006/main">
            <a:r>
              <a:t>            494.51728381075,</a:t>
            </a:r>
          </a:p>
          <a:p xmlns:a="http://schemas.openxmlformats.org/drawingml/2006/main">
            <a:r>
              <a:t>            489.24916063146,</a:t>
            </a:r>
          </a:p>
          <a:p xmlns:a="http://schemas.openxmlformats.org/drawingml/2006/main">
            <a:r>
              <a:t>            484.78298215346,</a:t>
            </a:r>
          </a:p>
          <a:p xmlns:a="http://schemas.openxmlformats.org/drawingml/2006/main">
            <a:r>
              <a:t>            485.28773172711,</a:t>
            </a:r>
          </a:p>
          <a:p xmlns:a="http://schemas.openxmlformats.org/drawingml/2006/main">
            <a:r>
              <a:t>            466.05287114782,</a:t>
            </a:r>
          </a:p>
          <a:p xmlns:a="http://schemas.openxmlformats.org/drawingml/2006/main">
            <a:r>
              <a:t>            456.57174966833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446.35172330742,</a:t>
            </a:r>
          </a:p>
          <a:p xmlns:a="http://schemas.openxmlformats.org/drawingml/2006/main">
            <a:r>
              <a:t>            466.79177602924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493.40434285498,</a:t>
            </a:r>
          </a:p>
          <a:p xmlns:a="http://schemas.openxmlformats.org/drawingml/2006/main">
            <a:r>
              <a:t>            519.08268951512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482.05938177175,</a:t>
            </a:r>
          </a:p>
          <a:p xmlns:a="http://schemas.openxmlformats.org/drawingml/2006/main">
            <a:r>
              <a:t>            509.42443842554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479.154140377,</a:t>
            </a:r>
          </a:p>
          <a:p xmlns:a="http://schemas.openxmlformats.org/drawingml/2006/main">
            <a:r>
              <a:t>            509.88042724451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476.13545724826,</a:t>
            </a:r>
          </a:p>
          <a:p xmlns:a="http://schemas.openxmlformats.org/drawingml/2006/main">
            <a:r>
              <a:t>            502.36286401467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473.77870248011,</a:t>
            </a:r>
          </a:p>
          <a:p xmlns:a="http://schemas.openxmlformats.org/drawingml/2006/main">
            <a:r>
              <a:t>            495.7872618268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475.76328655393,</a:t>
            </a:r>
          </a:p>
          <a:p xmlns:a="http://schemas.openxmlformats.org/drawingml/2006/main">
            <a:r>
              <a:t>            494.81217690028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455.17772589555,</a:t>
            </a:r>
          </a:p>
          <a:p xmlns:a="http://schemas.openxmlformats.org/drawingml/2006/main">
            <a:r>
              <a:t>            476.92801640009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"NLD|PISA|2025|mathematics|migration|mean|reference|MIGRATION_ANY_PARENT_ABROAD|||score_points|",</a:t>
            </a:r>
          </a:p>
          <a:p xmlns:a="http://schemas.openxmlformats.org/drawingml/2006/main">
            <a:r>
              <a:t>        "NLD|PISA|2025|mathematics|migration|mean|migration|MIGRATION_ANY_PARENT_ABROAD|||score_points|",</a:t>
            </a:r>
          </a:p>
          <a:p xmlns:a="http://schemas.openxmlformats.org/drawingml/2006/main">
            <a:r>
              <a:t>        "NLD|PISA|2003|mathematics|migration|mean|reference|MIGRATION_ANY_PARENT_ABROAD|||score_points|",</a:t>
            </a:r>
          </a:p>
          <a:p xmlns:a="http://schemas.openxmlformats.org/drawingml/2006/main">
            <a:r>
              <a:t>        "NLD|PISA|2003|mathematics|migration|mean|migration|MIGRATION_ANY_PARENT_ABROAD|||score_points|",</a:t>
            </a:r>
          </a:p>
          <a:p xmlns:a="http://schemas.openxmlformats.org/drawingml/2006/main">
            <a:r>
              <a:t>        "NLD|PISA|2006|mathematics|migration|mean|reference|MIGRATION_ANY_PARENT_ABROAD|||score_points|",</a:t>
            </a:r>
          </a:p>
          <a:p xmlns:a="http://schemas.openxmlformats.org/drawingml/2006/main">
            <a:r>
              <a:t>        "NLD|PISA|2006|mathematics|migration|mean|migration|MIGRATION_ANY_PARENT_ABROAD|||score_points|",</a:t>
            </a:r>
          </a:p>
          <a:p xmlns:a="http://schemas.openxmlformats.org/drawingml/2006/main">
            <a:r>
              <a:t>        "NLD|PISA|2009|mathematics|migration|mean|reference|MIGRATION_ANY_PARENT_ABROAD|||score_points|",</a:t>
            </a:r>
          </a:p>
          <a:p xmlns:a="http://schemas.openxmlformats.org/drawingml/2006/main">
            <a:r>
              <a:t>        "NLD|PISA|2009|mathematics|migration|mean|migration|MIGRATION_ANY_PARENT_ABROAD|||score_points|",</a:t>
            </a:r>
          </a:p>
          <a:p xmlns:a="http://schemas.openxmlformats.org/drawingml/2006/main">
            <a:r>
              <a:t>        "NLD|PISA|2012|mathematics|migration|mean|reference|MIGRATION_ANY_PARENT_ABROAD|||score_points|",</a:t>
            </a:r>
          </a:p>
          <a:p xmlns:a="http://schemas.openxmlformats.org/drawingml/2006/main">
            <a:r>
              <a:t>        "NLD|PISA|2012|mathematics|migration|mean|migration|MIGRATION_ANY_PARENT_ABROAD|||score_points|",</a:t>
            </a:r>
          </a:p>
          <a:p xmlns:a="http://schemas.openxmlformats.org/drawingml/2006/main">
            <a:r>
              <a:t>        "NLD|PISA|2015|mathematics|migration|mean|reference|MIGRATION_ANY_PARENT_ABROAD|||score_points|",</a:t>
            </a:r>
          </a:p>
          <a:p xmlns:a="http://schemas.openxmlformats.org/drawingml/2006/main">
            <a:r>
              <a:t>        "NLD|PISA|2015|mathematics|migration|mean|migration|MIGRATION_ANY_PARENT_ABROAD|||score_points|",</a:t>
            </a:r>
          </a:p>
          <a:p xmlns:a="http://schemas.openxmlformats.org/drawingml/2006/main">
            <a:r>
              <a:t>        "NLD|PISA|2018|mathematics|migration|mean|reference|MIGRATION_ANY_PARENT_ABROAD|||score_points|",</a:t>
            </a:r>
          </a:p>
          <a:p xmlns:a="http://schemas.openxmlformats.org/drawingml/2006/main">
            <a:r>
              <a:t>        "NLD|PISA|2018|mathematics|migration|mean|migration|MIGRATION_ANY_PARENT_ABROAD|||score_points|",</a:t>
            </a:r>
          </a:p>
          <a:p xmlns:a="http://schemas.openxmlformats.org/drawingml/2006/main">
            <a:r>
              <a:t>        "NLD|PISA|2022|mathematics|migration|mean|reference|MIGRATION_ANY_PARENT_ABROAD|||score_points|",</a:t>
            </a:r>
          </a:p>
          <a:p xmlns:a="http://schemas.openxmlformats.org/drawingml/2006/main">
            <a:r>
              <a:t>        "NLD|PISA|2022|mathematics|migration|mean|migration|MIGRATION_ANY_PARENT_ABROAD|||score_points|"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"GP_MIGRATION_LEVELS_age15_science_ANY_PARENT_ABROAD"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535.41409235126,</a:t>
            </a:r>
          </a:p>
          <a:p xmlns:a="http://schemas.openxmlformats.org/drawingml/2006/main">
            <a:r>
              <a:t>            532.51387476622,</a:t>
            </a:r>
          </a:p>
          <a:p xmlns:a="http://schemas.openxmlformats.org/drawingml/2006/main">
            <a:r>
              <a:t>            533.5585320996,</a:t>
            </a:r>
          </a:p>
          <a:p xmlns:a="http://schemas.openxmlformats.org/drawingml/2006/main">
            <a:r>
              <a:t>            517.78840545888,</a:t>
            </a:r>
          </a:p>
          <a:p xmlns:a="http://schemas.openxmlformats.org/drawingml/2006/main">
            <a:r>
              <a:t>            520.02424025362,</a:t>
            </a:r>
          </a:p>
          <a:p xmlns:a="http://schemas.openxmlformats.org/drawingml/2006/main">
            <a:r>
              <a:t>            507.58091796115,</a:t>
            </a:r>
          </a:p>
          <a:p xmlns:a="http://schemas.openxmlformats.org/drawingml/2006/main">
            <a:r>
              <a:t>            506.20826606995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499.93222216059,</a:t>
            </a:r>
          </a:p>
          <a:p xmlns:a="http://schemas.openxmlformats.org/drawingml/2006/main">
            <a:r>
              <a:t>            512.48430997931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530.83018084896,</a:t>
            </a:r>
          </a:p>
          <a:p xmlns:a="http://schemas.openxmlformats.org/drawingml/2006/main">
            <a:r>
              <a:t>            539.99800385356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522.33750815826,</a:t>
            </a:r>
          </a:p>
          <a:p xmlns:a="http://schemas.openxmlformats.org/drawingml/2006/main">
            <a:r>
              <a:t>            542.69024137419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526.8848861636,</a:t>
            </a:r>
          </a:p>
          <a:p xmlns:a="http://schemas.openxmlformats.org/drawingml/2006/main">
            <a:r>
              <a:t>            540.23217803559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512.85933812354,</a:t>
            </a:r>
          </a:p>
          <a:p xmlns:a="http://schemas.openxmlformats.org/drawingml/2006/main">
            <a:r>
              <a:t>            522.71747279422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514.04861260205,</a:t>
            </a:r>
          </a:p>
          <a:p xmlns:a="http://schemas.openxmlformats.org/drawingml/2006/main">
            <a:r>
              <a:t>            525.9998679052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ouder in buitenland geboren,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500.31622751302,</a:t>
            </a:r>
          </a:p>
          <a:p xmlns:a="http://schemas.openxmlformats.org/drawingml/2006/main">
            <a:r>
              <a:t>            514.84560840928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"Minstens één ouder in buitenland geboren",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486.3850461783,</a:t>
            </a:r>
          </a:p>
          <a:p xmlns:a="http://schemas.openxmlformats.org/drawingml/2006/main">
            <a:r>
              <a:t>            486.5739272356,</a:t>
            </a:r>
          </a:p>
          <a:p xmlns:a="http://schemas.openxmlformats.org/drawingml/2006/main">
            <a:r>
              <a:t>            484.12734129259,</a:t>
            </a:r>
          </a:p>
          <a:p xmlns:a="http://schemas.openxmlformats.org/drawingml/2006/main">
            <a:r>
              <a:t>            477.29457751545,</a:t>
            </a:r>
          </a:p>
          <a:p xmlns:a="http://schemas.openxmlformats.org/drawingml/2006/main">
            <a:r>
              <a:t>            462.66522748017,</a:t>
            </a:r>
          </a:p>
          <a:p xmlns:a="http://schemas.openxmlformats.org/drawingml/2006/main">
            <a:r>
              <a:t>            463.0984302092,</a:t>
            </a:r>
          </a:p>
          <a:p xmlns:a="http://schemas.openxmlformats.org/drawingml/2006/main">
            <a:r>
              <a:t>            457.19401586525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446.54601861681,</a:t>
            </a:r>
          </a:p>
          <a:p xmlns:a="http://schemas.openxmlformats.org/drawingml/2006/main">
            <a:r>
              <a:t>            467.8420131137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470.23618658972,</a:t>
            </a:r>
          </a:p>
          <a:p xmlns:a="http://schemas.openxmlformats.org/drawingml/2006/main">
            <a:r>
              <a:t>            502.53390576688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467.10451261398,</a:t>
            </a:r>
          </a:p>
          <a:p xmlns:a="http://schemas.openxmlformats.org/drawingml/2006/main">
            <a:r>
              <a:t>            506.04334185723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471.34890694357,</a:t>
            </a:r>
          </a:p>
          <a:p xmlns:a="http://schemas.openxmlformats.org/drawingml/2006/main">
            <a:r>
              <a:t>            496.9057756416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465.64875435254,</a:t>
            </a:r>
          </a:p>
          <a:p xmlns:a="http://schemas.openxmlformats.org/drawingml/2006/main">
            <a:r>
              <a:t>            488.94040067837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451.88320136341,</a:t>
            </a:r>
          </a:p>
          <a:p xmlns:a="http://schemas.openxmlformats.org/drawingml/2006/main">
            <a:r>
              <a:t>            473.44725359692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Minstens één ouder in buitenland geboren,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451.52791998736,</a:t>
            </a:r>
          </a:p>
          <a:p xmlns:a="http://schemas.openxmlformats.org/drawingml/2006/main">
            <a:r>
              <a:t>            474.66894043104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"NLD|PISA|2025|science|migration|mean|reference|MIGRATION_ANY_PARENT_ABROAD|||score_points|",</a:t>
            </a:r>
          </a:p>
          <a:p xmlns:a="http://schemas.openxmlformats.org/drawingml/2006/main">
            <a:r>
              <a:t>        "NLD|PISA|2025|science|migration|mean|migration|MIGRATION_ANY_PARENT_ABROAD|||score_points|",</a:t>
            </a:r>
          </a:p>
          <a:p xmlns:a="http://schemas.openxmlformats.org/drawingml/2006/main">
            <a:r>
              <a:t>        "NLD|PISA|2006|science|migration|mean|reference|MIGRATION_ANY_PARENT_ABROAD|||score_points|",</a:t>
            </a:r>
          </a:p>
          <a:p xmlns:a="http://schemas.openxmlformats.org/drawingml/2006/main">
            <a:r>
              <a:t>        "NLD|PISA|2006|science|migration|mean|migration|MIGRATION_ANY_PARENT_ABROAD|||score_points|",</a:t>
            </a:r>
          </a:p>
          <a:p xmlns:a="http://schemas.openxmlformats.org/drawingml/2006/main">
            <a:r>
              <a:t>        "NLD|PISA|2009|science|migration|mean|reference|MIGRATION_ANY_PARENT_ABROAD|||score_points|",</a:t>
            </a:r>
          </a:p>
          <a:p xmlns:a="http://schemas.openxmlformats.org/drawingml/2006/main">
            <a:r>
              <a:t>        "NLD|PISA|2009|science|migration|mean|migration|MIGRATION_ANY_PARENT_ABROAD|||score_points|",</a:t>
            </a:r>
          </a:p>
          <a:p xmlns:a="http://schemas.openxmlformats.org/drawingml/2006/main">
            <a:r>
              <a:t>        "NLD|PISA|2012|science|migration|mean|reference|MIGRATION_ANY_PARENT_ABROAD|||score_points|",</a:t>
            </a:r>
          </a:p>
          <a:p xmlns:a="http://schemas.openxmlformats.org/drawingml/2006/main">
            <a:r>
              <a:t>        "NLD|PISA|2012|science|migration|mean|migration|MIGRATION_ANY_PARENT_ABROAD|||score_points|",</a:t>
            </a:r>
          </a:p>
          <a:p xmlns:a="http://schemas.openxmlformats.org/drawingml/2006/main">
            <a:r>
              <a:t>        "NLD|PISA|2015|science|migration|mean|reference|MIGRATION_ANY_PARENT_ABROAD|||score_points|",</a:t>
            </a:r>
          </a:p>
          <a:p xmlns:a="http://schemas.openxmlformats.org/drawingml/2006/main">
            <a:r>
              <a:t>        "NLD|PISA|2015|science|migration|mean|migration|MIGRATION_ANY_PARENT_ABROAD|||score_points|",</a:t>
            </a:r>
          </a:p>
          <a:p xmlns:a="http://schemas.openxmlformats.org/drawingml/2006/main">
            <a:r>
              <a:t>        "NLD|PISA|2018|science|migration|mean|reference|MIGRATION_ANY_PARENT_ABROAD|||score_points|",</a:t>
            </a:r>
          </a:p>
          <a:p xmlns:a="http://schemas.openxmlformats.org/drawingml/2006/main">
            <a:r>
              <a:t>        "NLD|PISA|2018|science|migration|mean|migration|MIGRATION_ANY_PARENT_ABROAD|||score_points|",</a:t>
            </a:r>
          </a:p>
          <a:p xmlns:a="http://schemas.openxmlformats.org/drawingml/2006/main">
            <a:r>
              <a:t>        "NLD|PISA|2022|science|migration|mean|reference|MIGRATION_ANY_PARENT_ABROAD|||score_points|",</a:t>
            </a:r>
          </a:p>
          <a:p xmlns:a="http://schemas.openxmlformats.org/drawingml/2006/main">
            <a:r>
              <a:t>        "NLD|PISA|2022|science|migration|mean|migration|MIGRATION_ANY_PARENT_ABROAD|||score_points|"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14,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559.33259377856,</a:t>
            </a:r>
          </a:p>
          <a:p xmlns:a="http://schemas.openxmlformats.org/drawingml/2006/main">
            <a:r>
              <a:t>            552.67242733331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554.87828548015,</a:t>
            </a:r>
          </a:p>
          <a:p xmlns:a="http://schemas.openxmlformats.org/drawingml/2006/main">
            <a:r>
              <a:t>            563.78690207698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549.56122255452,</a:t>
            </a:r>
          </a:p>
          <a:p xmlns:a="http://schemas.openxmlformats.org/drawingml/2006/main">
            <a:r>
              <a:t>            555.78363211211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526.27759291725,</a:t>
            </a:r>
          </a:p>
          <a:p xmlns:a="http://schemas.openxmlformats.org/drawingml/2006/main">
            <a:r>
              <a:t>            508.89735817974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513.6932743591,</a:t>
            </a:r>
          </a:p>
          <a:p xmlns:a="http://schemas.openxmlformats.org/drawingml/2006/main">
            <a:r>
              <a:t>            538.8619114754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492.77116734773,</a:t>
            </a:r>
          </a:p>
          <a:p xmlns:a="http://schemas.openxmlformats.org/drawingml/2006/main">
            <a:r>
              <a:t>            525.02354901174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508.80905349105,</a:t>
            </a:r>
          </a:p>
          <a:p xmlns:a="http://schemas.openxmlformats.org/drawingml/2006/main">
            <a:r>
              <a:t>            513.74521706593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498.02592395282,</a:t>
            </a:r>
          </a:p>
          <a:p xmlns:a="http://schemas.openxmlformats.org/drawingml/2006/main">
            <a:r>
              <a:t>            519.59218302928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505.76394348902,</a:t>
            </a:r>
          </a:p>
          <a:p xmlns:a="http://schemas.openxmlformats.org/drawingml/2006/main">
            <a:r>
              <a:t>            521.72649064284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"NLD|PIRLS|2001|reading|migration_generation|mean_score|native|MIGRATION_GENERATION_SOURCE_LABELLED|||score_points|",</a:t>
            </a:r>
          </a:p>
          <a:p xmlns:a="http://schemas.openxmlformats.org/drawingml/2006/main">
            <a:r>
              <a:t>        "NLD|PIRLS|2001|reading|migration_generation|mean_score|first_generation|MIGRATION_GENERATION_SOURCE_LABELLED|||score_points|",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"NLD|PIRLS|2001|reading|migration_generation|mean_score|second_generation|MIGRATION_GENERATION_SOURCE_LABELLED|||score_points|",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"NLD|PIRLS|2006|reading|migration_generation|mean_score|native|MIGRATION_GENERATION_SOURCE_LABELLED|||score_points|",</a:t>
            </a:r>
          </a:p>
          <a:p xmlns:a="http://schemas.openxmlformats.org/drawingml/2006/main">
            <a:r>
              <a:t>        "NLD|PIRLS|2006|reading|migration_generation|mean_score|first_generation|MIGRATION_GENERATION_SOURCE_LABELLED|||score_points|",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"NLD|PIRLS|2006|reading|migration_generation|mean_score|second_generation|MIGRATION_GENERATION_SOURCE_LABELLED|||score_points|"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15,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548.04685376043,</a:t>
            </a:r>
          </a:p>
          <a:p xmlns:a="http://schemas.openxmlformats.org/drawingml/2006/main">
            <a:r>
              <a:t>            541.12971886892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534.78117365715,</a:t>
            </a:r>
          </a:p>
          <a:p xmlns:a="http://schemas.openxmlformats.org/drawingml/2006/main">
            <a:r>
              <a:t>            543.23965746302,</a:t>
            </a:r>
          </a:p>
          <a:p xmlns:a="http://schemas.openxmlformats.org/drawingml/2006/main">
            <a:r>
              <a:t>            540.28932939317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531.42943153635,</a:t>
            </a:r>
          </a:p>
          <a:p xmlns:a="http://schemas.openxmlformats.org/drawingml/2006/main">
            <a:r>
              <a:t>            538.13291577795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544.51388089928,</a:t>
            </a:r>
          </a:p>
          <a:p xmlns:a="http://schemas.openxmlformats.org/drawingml/2006/main">
            <a:r>
              <a:t>            551.57982662159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536.90347112534,</a:t>
            </a:r>
          </a:p>
          <a:p xmlns:a="http://schemas.openxmlformats.org/drawingml/2006/main">
            <a:r>
              <a:t>            545.35596661249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538.8534140587,</a:t>
            </a:r>
          </a:p>
          <a:p xmlns:a="http://schemas.openxmlformats.org/drawingml/2006/main">
            <a:r>
              <a:t>            547.62590086734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536.18410369828,</a:t>
            </a:r>
          </a:p>
          <a:p xmlns:a="http://schemas.openxmlformats.org/drawingml/2006/main">
            <a:r>
              <a:t>            544.39455508805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500.95585590502,</a:t>
            </a:r>
          </a:p>
          <a:p xmlns:a="http://schemas.openxmlformats.org/drawingml/2006/main">
            <a:r>
              <a:t>            488.56260894911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513.50305799905,</a:t>
            </a:r>
          </a:p>
          <a:p xmlns:a="http://schemas.openxmlformats.org/drawingml/2006/main">
            <a:r>
              <a:t>            515.5282442797,</a:t>
            </a:r>
          </a:p>
          <a:p xmlns:a="http://schemas.openxmlformats.org/drawingml/2006/main">
            <a:r>
              <a:t>            522.07031065014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499.2724255562,</a:t>
            </a:r>
          </a:p>
          <a:p xmlns:a="http://schemas.openxmlformats.org/drawingml/2006/main">
            <a:r>
              <a:t>            527.73369044189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485.70984985936,</a:t>
            </a:r>
          </a:p>
          <a:p xmlns:a="http://schemas.openxmlformats.org/drawingml/2006/main">
            <a:r>
              <a:t>            516.20186195067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472.214484706,</a:t>
            </a:r>
          </a:p>
          <a:p xmlns:a="http://schemas.openxmlformats.org/drawingml/2006/main">
            <a:r>
              <a:t>            504.91073319223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502.35933191455,</a:t>
            </a:r>
          </a:p>
          <a:p xmlns:a="http://schemas.openxmlformats.org/drawingml/2006/main">
            <a:r>
              <a:t>            528.69715664485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503.52536423988,</a:t>
            </a:r>
          </a:p>
          <a:p xmlns:a="http://schemas.openxmlformats.org/drawingml/2006/main">
            <a:r>
              <a:t>            540.6152570604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503.22623162958,</a:t>
            </a:r>
          </a:p>
          <a:p xmlns:a="http://schemas.openxmlformats.org/drawingml/2006/main">
            <a:r>
              <a:t>            501.09947298016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503.02180977474,</a:t>
            </a:r>
          </a:p>
          <a:p xmlns:a="http://schemas.openxmlformats.org/drawingml/2006/main">
            <a:r>
              <a:t>            518.17104115444,</a:t>
            </a:r>
          </a:p>
          <a:p xmlns:a="http://schemas.openxmlformats.org/drawingml/2006/main">
            <a:r>
              <a:t>            521.74133231081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495.98363792114,</a:t>
            </a:r>
          </a:p>
          <a:p xmlns:a="http://schemas.openxmlformats.org/drawingml/2006/main">
            <a:r>
              <a:t>            510.05998162833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493.47474135618,</a:t>
            </a:r>
          </a:p>
          <a:p xmlns:a="http://schemas.openxmlformats.org/drawingml/2006/main">
            <a:r>
              <a:t>            512.97772190298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485.47377032331,</a:t>
            </a:r>
          </a:p>
          <a:p xmlns:a="http://schemas.openxmlformats.org/drawingml/2006/main">
            <a:r>
              <a:t>            516.72517563701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510.53658144684,</a:t>
            </a:r>
          </a:p>
          <a:p xmlns:a="http://schemas.openxmlformats.org/drawingml/2006/main">
            <a:r>
              <a:t>            525.80550086204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510.25960987802,</a:t>
            </a:r>
          </a:p>
          <a:p xmlns:a="http://schemas.openxmlformats.org/drawingml/2006/main">
            <a:r>
              <a:t>            533.2230547436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"NLD|TIMSS|2015|mathematics|migration_generation|mean_score|native|MIGRATION_GENERATION_SOURCE_LABELLED|||score_points|",</a:t>
            </a:r>
          </a:p>
          <a:p xmlns:a="http://schemas.openxmlformats.org/drawingml/2006/main">
            <a:r>
              <a:t>        "NLD|TIMSS|2015|mathematics|migration_generation|mean_score|first_generation|MIGRATION_GENERATION_SOURCE_LABELLED|||score_points|",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"NLD|TIMSS|2015|mathematics|migration_generation|mean_score|second_generation|MIGRATION_GENERATION_SOURCE_LABELLED|||score_points|",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"NLD|TIMSS|2003|mathematics|migration_generation|mean_score|native|MIGRATION_GENERATION_SOURCE_LABELLED|||score_points|",</a:t>
            </a:r>
          </a:p>
          <a:p xmlns:a="http://schemas.openxmlformats.org/drawingml/2006/main">
            <a:r>
              <a:t>        "NLD|TIMSS|2003|mathematics|migration_generation|mean_score|first_generation|MIGRATION_GENERATION_SOURCE_LABELLED|||score_points|",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"NLD|TIMSS|2003|mathematics|migration_generation|mean_score|second_generation|MIGRATION_GENERATION_SOURCE_LABELLED|||score_points|",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"NLD|TIMSS|2007|mathematics|migration_generation|mean_score|native|MIGRATION_GENERATION_SOURCE_LABELLED|||score_points|",</a:t>
            </a:r>
          </a:p>
          <a:p xmlns:a="http://schemas.openxmlformats.org/drawingml/2006/main">
            <a:r>
              <a:t>        "NLD|TIMSS|2007|mathematics|migration_generation|mean_score|first_generation|MIGRATION_GENERATION_SOURCE_LABELLED|||score_points|",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"NLD|TIMSS|2007|mathematics|migration_generation|mean_score|second_generation|MIGRATION_GENERATION_SOURCE_LABELLED|||score_points|",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"NLD|TIMSS|2019|mathematics|migration_generation|mean_score|native|MIGRATION_GENERATION_SOURCE_LABELLED|||score_points|",</a:t>
            </a:r>
          </a:p>
          <a:p xmlns:a="http://schemas.openxmlformats.org/drawingml/2006/main">
            <a:r>
              <a:t>        "NLD|TIMSS|2019|mathematics|migration_generation|mean_score|first_generation|MIGRATION_GENERATION_SOURCE_LABELLED|||score_points|",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"NLD|TIMSS|2019|mathematics|migration_generation|mean_score|second_generation|MIGRATION_GENERATION_SOURCE_LABELLED|||score_points|",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"NLD|TIMSS|2023|mathematics|migration_generation|mean_score|native|MIGRATION_GENERATION_SOURCE_LABELLED|||score_points|",</a:t>
            </a:r>
          </a:p>
          <a:p xmlns:a="http://schemas.openxmlformats.org/drawingml/2006/main">
            <a:r>
              <a:t>        "NLD|TIMSS|2023|mathematics|migration_generation|mean_score|first_generation|MIGRATION_GENERATION_SOURCE_LABELLED|||score_points|",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"NLD|TIMSS|2023|mathematics|migration_generation|mean_score|second_generation|MIGRATION_GENERATION_SOURCE_LABELLED|||score_points|"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15,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532.51855277792,</a:t>
            </a:r>
          </a:p>
          <a:p xmlns:a="http://schemas.openxmlformats.org/drawingml/2006/main">
            <a:r>
              <a:t>            530.21435453763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524.48787237446,</a:t>
            </a:r>
          </a:p>
          <a:p xmlns:a="http://schemas.openxmlformats.org/drawingml/2006/main">
            <a:r>
              <a:t>            527.48413879455,</a:t>
            </a:r>
          </a:p>
          <a:p xmlns:a="http://schemas.openxmlformats.org/drawingml/2006/main">
            <a:r>
              <a:t>            521.98664001749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519.59313093821,</a:t>
            </a:r>
          </a:p>
          <a:p xmlns:a="http://schemas.openxmlformats.org/drawingml/2006/main">
            <a:r>
              <a:t>            529.38261381072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529.13801489385,</a:t>
            </a:r>
          </a:p>
          <a:p xmlns:a="http://schemas.openxmlformats.org/drawingml/2006/main">
            <a:r>
              <a:t>            535.89909066198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525.0321506101,</a:t>
            </a:r>
          </a:p>
          <a:p xmlns:a="http://schemas.openxmlformats.org/drawingml/2006/main">
            <a:r>
              <a:t>            535.39655846515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521.97882944847,</a:t>
            </a:r>
          </a:p>
          <a:p xmlns:a="http://schemas.openxmlformats.org/drawingml/2006/main">
            <a:r>
              <a:t>            532.98944814063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516.53095316059,</a:t>
            </a:r>
          </a:p>
          <a:p xmlns:a="http://schemas.openxmlformats.org/drawingml/2006/main">
            <a:r>
              <a:t>            527.44232687439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480.55823126263,</a:t>
            </a:r>
          </a:p>
          <a:p xmlns:a="http://schemas.openxmlformats.org/drawingml/2006/main">
            <a:r>
              <a:t>            463.62004951065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484.63486575927,</a:t>
            </a:r>
          </a:p>
          <a:p xmlns:a="http://schemas.openxmlformats.org/drawingml/2006/main">
            <a:r>
              <a:t>            471.49572903033,</a:t>
            </a:r>
          </a:p>
          <a:p xmlns:a="http://schemas.openxmlformats.org/drawingml/2006/main">
            <a:r>
              <a:t>            480.80125189918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469.66730057852,</a:t>
            </a:r>
          </a:p>
          <a:p xmlns:a="http://schemas.openxmlformats.org/drawingml/2006/main">
            <a:r>
              <a:t>            499.60243094003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466.13798178897,</a:t>
            </a:r>
          </a:p>
          <a:p xmlns:a="http://schemas.openxmlformats.org/drawingml/2006/main">
            <a:r>
              <a:t>            494.97848073628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445.52247626883,</a:t>
            </a:r>
          </a:p>
          <a:p xmlns:a="http://schemas.openxmlformats.org/drawingml/2006/main">
            <a:r>
              <a:t>            481.71762275247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456.40603677007,</a:t>
            </a:r>
          </a:p>
          <a:p xmlns:a="http://schemas.openxmlformats.org/drawingml/2006/main">
            <a:r>
              <a:t>            486.5854212906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459.17068380846,</a:t>
            </a:r>
          </a:p>
          <a:p xmlns:a="http://schemas.openxmlformats.org/drawingml/2006/main">
            <a:r>
              <a:t>            502.43181998989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489.97488531311,</a:t>
            </a:r>
          </a:p>
          <a:p xmlns:a="http://schemas.openxmlformats.org/drawingml/2006/main">
            <a:r>
              <a:t>            488.74729837155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476.47671347933,</a:t>
            </a:r>
          </a:p>
          <a:p xmlns:a="http://schemas.openxmlformats.org/drawingml/2006/main">
            <a:r>
              <a:t>            487.85554101821,</a:t>
            </a:r>
          </a:p>
          <a:p xmlns:a="http://schemas.openxmlformats.org/drawingml/2006/main">
            <a:r>
              <a:t>            490.71526288065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467.5025065354,</a:t>
            </a:r>
          </a:p>
          <a:p xmlns:a="http://schemas.openxmlformats.org/drawingml/2006/main">
            <a:r>
              <a:t>            485.45092042326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479.15702403073,</a:t>
            </a:r>
          </a:p>
          <a:p xmlns:a="http://schemas.openxmlformats.org/drawingml/2006/main">
            <a:r>
              <a:t>            500.79274659549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476.39057042786,</a:t>
            </a:r>
          </a:p>
          <a:p xmlns:a="http://schemas.openxmlformats.org/drawingml/2006/main">
            <a:r>
              <a:t>            501.10402631524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477.29463548542,</a:t>
            </a:r>
          </a:p>
          <a:p xmlns:a="http://schemas.openxmlformats.org/drawingml/2006/main">
            <a:r>
              <a:t>            498.416446551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475.91412346533,</a:t>
            </a:r>
          </a:p>
          <a:p xmlns:a="http://schemas.openxmlformats.org/drawingml/2006/main">
            <a:r>
              <a:t>            505.51640229597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"NLD|TIMSS|2015|science|migration_generation|mean_score|native|MIGRATION_GENERATION_SOURCE_LABELLED|||score_points|",</a:t>
            </a:r>
          </a:p>
          <a:p xmlns:a="http://schemas.openxmlformats.org/drawingml/2006/main">
            <a:r>
              <a:t>        "NLD|TIMSS|2015|science|migration_generation|mean_score|first_generation|MIGRATION_GENERATION_SOURCE_LABELLED|||score_points|",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"NLD|TIMSS|2015|science|migration_generation|mean_score|second_generation|MIGRATION_GENERATION_SOURCE_LABELLED|||score_points|",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"NLD|TIMSS|2003|science|migration_generation|mean_score|native|MIGRATION_GENERATION_SOURCE_LABELLED|||score_points|",</a:t>
            </a:r>
          </a:p>
          <a:p xmlns:a="http://schemas.openxmlformats.org/drawingml/2006/main">
            <a:r>
              <a:t>        "NLD|TIMSS|2003|science|migration_generation|mean_score|first_generation|MIGRATION_GENERATION_SOURCE_LABELLED|||score_points|",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"NLD|TIMSS|2003|science|migration_generation|mean_score|second_generation|MIGRATION_GENERATION_SOURCE_LABELLED|||score_points|",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"NLD|TIMSS|2007|science|migration_generation|mean_score|native|MIGRATION_GENERATION_SOURCE_LABELLED|||score_points|",</a:t>
            </a:r>
          </a:p>
          <a:p xmlns:a="http://schemas.openxmlformats.org/drawingml/2006/main">
            <a:r>
              <a:t>        "NLD|TIMSS|2007|science|migration_generation|mean_score|first_generation|MIGRATION_GENERATION_SOURCE_LABELLED|||score_points|",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"NLD|TIMSS|2007|science|migration_generation|mean_score|second_generation|MIGRATION_GENERATION_SOURCE_LABELLED|||score_points|",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"NLD|TIMSS|2019|science|migration_generation|mean_score|native|MIGRATION_GENERATION_SOURCE_LABELLED|||score_points|",</a:t>
            </a:r>
          </a:p>
          <a:p xmlns:a="http://schemas.openxmlformats.org/drawingml/2006/main">
            <a:r>
              <a:t>        "NLD|TIMSS|2019|science|migration_generation|mean_score|first_generation|MIGRATION_GENERATION_SOURCE_LABELLED|||score_points|",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"NLD|TIMSS|2019|science|migration_generation|mean_score|second_generation|MIGRATION_GENERATION_SOURCE_LABELLED|||score_points|",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"NLD|TIMSS|2023|science|migration_generation|mean_score|native|MIGRATION_GENERATION_SOURCE_LABELLED|||score_points|",</a:t>
            </a:r>
          </a:p>
          <a:p xmlns:a="http://schemas.openxmlformats.org/drawingml/2006/main">
            <a:r>
              <a:t>        "NLD|TIMSS|2023|science|migration_generation|mean_score|first_generation|MIGRATION_GENERATION_SOURCE_LABELLED|||score_points|",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"NLD|TIMSS|2023|science|migration_generation|mean_score|second_generation|MIGRATION_GENERATION_SOURCE_LABELLED|||score_points|"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524.43304368997,</a:t>
            </a:r>
          </a:p>
          <a:p xmlns:a="http://schemas.openxmlformats.org/drawingml/2006/main">
            <a:r>
              <a:t>            514.93301169886,</a:t>
            </a:r>
          </a:p>
          <a:p xmlns:a="http://schemas.openxmlformats.org/drawingml/2006/main">
            <a:r>
              <a:t>            515.24783503654,</a:t>
            </a:r>
          </a:p>
          <a:p xmlns:a="http://schemas.openxmlformats.org/drawingml/2006/main">
            <a:r>
              <a:t>            519.1824409375,</a:t>
            </a:r>
          </a:p>
          <a:p xmlns:a="http://schemas.openxmlformats.org/drawingml/2006/main">
            <a:r>
              <a:t>            510.26631855855,</a:t>
            </a:r>
          </a:p>
          <a:p xmlns:a="http://schemas.openxmlformats.org/drawingml/2006/main">
            <a:r>
              <a:t>            497.77469194366,</a:t>
            </a:r>
          </a:p>
          <a:p xmlns:a="http://schemas.openxmlformats.org/drawingml/2006/main">
            <a:r>
              <a:t>            475.65842169707,</a:t>
            </a:r>
          </a:p>
          <a:p xmlns:a="http://schemas.openxmlformats.org/drawingml/2006/main">
            <a:r>
              <a:t>            455.2880117753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449.21869408651,</a:t>
            </a:r>
          </a:p>
          <a:p xmlns:a="http://schemas.openxmlformats.org/drawingml/2006/main">
            <a:r>
              <a:t>            461.3573294641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505.4687191507,</a:t>
            </a:r>
          </a:p>
          <a:p xmlns:a="http://schemas.openxmlformats.org/drawingml/2006/main">
            <a:r>
              <a:t>            515.0639179664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492.04780255245,</a:t>
            </a:r>
          </a:p>
          <a:p xmlns:a="http://schemas.openxmlformats.org/drawingml/2006/main">
            <a:r>
              <a:t>            503.50158133487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468.20421116791,</a:t>
            </a:r>
          </a:p>
          <a:p xmlns:a="http://schemas.openxmlformats.org/drawingml/2006/main">
            <a:r>
              <a:t>            483.11263222624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509.71097165627,</a:t>
            </a:r>
          </a:p>
          <a:p xmlns:a="http://schemas.openxmlformats.org/drawingml/2006/main">
            <a:r>
              <a:t>            520.15505174146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518.71444893071,</a:t>
            </a:r>
          </a:p>
          <a:p xmlns:a="http://schemas.openxmlformats.org/drawingml/2006/main">
            <a:r>
              <a:t>            530.15163844922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505.00470816495,</a:t>
            </a:r>
          </a:p>
          <a:p xmlns:a="http://schemas.openxmlformats.org/drawingml/2006/main">
            <a:r>
              <a:t>            525.49096190813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512.74067599547,</a:t>
            </a:r>
          </a:p>
          <a:p xmlns:a="http://schemas.openxmlformats.org/drawingml/2006/main">
            <a:r>
              <a:t>            525.62420587953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463.37528684936,</a:t>
            </a:r>
          </a:p>
          <a:p xmlns:a="http://schemas.openxmlformats.org/drawingml/2006/main">
            <a:r>
              <a:t>            449.46534448326,</a:t>
            </a:r>
          </a:p>
          <a:p xmlns:a="http://schemas.openxmlformats.org/drawingml/2006/main">
            <a:r>
              <a:t>            471.09334481508,</a:t>
            </a:r>
          </a:p>
          <a:p xmlns:a="http://schemas.openxmlformats.org/drawingml/2006/main">
            <a:r>
              <a:t>            459.70415467332,</a:t>
            </a:r>
          </a:p>
          <a:p xmlns:a="http://schemas.openxmlformats.org/drawingml/2006/main">
            <a:r>
              <a:t>            434.48507869809,</a:t>
            </a:r>
          </a:p>
          <a:p xmlns:a="http://schemas.openxmlformats.org/drawingml/2006/main">
            <a:r>
              <a:t>            398.65321845946,</a:t>
            </a:r>
          </a:p>
          <a:p xmlns:a="http://schemas.openxmlformats.org/drawingml/2006/main">
            <a:r>
              <a:t>            390.62697743096,</a:t>
            </a:r>
          </a:p>
          <a:p xmlns:a="http://schemas.openxmlformats.org/drawingml/2006/main">
            <a:r>
              <a:t>            390.98513149954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375.39857714372,</a:t>
            </a:r>
          </a:p>
          <a:p xmlns:a="http://schemas.openxmlformats.org/drawingml/2006/main">
            <a:r>
              <a:t>            406.57168585536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412.2882101621,</a:t>
            </a:r>
          </a:p>
          <a:p xmlns:a="http://schemas.openxmlformats.org/drawingml/2006/main">
            <a:r>
              <a:t>            456.68194723409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373.11996289665,</a:t>
            </a:r>
          </a:p>
          <a:p xmlns:a="http://schemas.openxmlformats.org/drawingml/2006/main">
            <a:r>
              <a:t>            424.18647402228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371.38436302876,</a:t>
            </a:r>
          </a:p>
          <a:p xmlns:a="http://schemas.openxmlformats.org/drawingml/2006/main">
            <a:r>
              <a:t>            409.86959183317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427.71288395012,</a:t>
            </a:r>
          </a:p>
          <a:p xmlns:a="http://schemas.openxmlformats.org/drawingml/2006/main">
            <a:r>
              <a:t>            471.2178050164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447.40365365094,</a:t>
            </a:r>
          </a:p>
          <a:p xmlns:a="http://schemas.openxmlformats.org/drawingml/2006/main">
            <a:r>
              <a:t>            479.34692004778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446.60320451622,</a:t>
            </a:r>
          </a:p>
          <a:p xmlns:a="http://schemas.openxmlformats.org/drawingml/2006/main">
            <a:r>
              <a:t>            495.58348511395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434.16006151707,</a:t>
            </a:r>
          </a:p>
          <a:p xmlns:a="http://schemas.openxmlformats.org/drawingml/2006/main">
            <a:r>
              <a:t>            485.24824782958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474.68810754449,</a:t>
            </a:r>
          </a:p>
          <a:p xmlns:a="http://schemas.openxmlformats.org/drawingml/2006/main">
            <a:r>
              <a:t>            454.40255328784,</a:t>
            </a:r>
          </a:p>
          <a:p xmlns:a="http://schemas.openxmlformats.org/drawingml/2006/main">
            <a:r>
              <a:t>            469.2257549481,</a:t>
            </a:r>
          </a:p>
          <a:p xmlns:a="http://schemas.openxmlformats.org/drawingml/2006/main">
            <a:r>
              <a:t>            464.674615332,</a:t>
            </a:r>
          </a:p>
          <a:p xmlns:a="http://schemas.openxmlformats.org/drawingml/2006/main">
            <a:r>
              <a:t>            470.19100802457,</a:t>
            </a:r>
          </a:p>
          <a:p xmlns:a="http://schemas.openxmlformats.org/drawingml/2006/main">
            <a:r>
              <a:t>            432.666322979,</a:t>
            </a:r>
          </a:p>
          <a:p xmlns:a="http://schemas.openxmlformats.org/drawingml/2006/main">
            <a:r>
              <a:t>            433.85456812418,</a:t>
            </a:r>
          </a:p>
          <a:p xmlns:a="http://schemas.openxmlformats.org/drawingml/2006/main">
            <a:r>
              <a:t>            408.79018845687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394.7904072469,</a:t>
            </a:r>
          </a:p>
          <a:p xmlns:a="http://schemas.openxmlformats.org/drawingml/2006/main">
            <a:r>
              <a:t>            422.78996966685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453.04023789367,</a:t>
            </a:r>
          </a:p>
          <a:p xmlns:a="http://schemas.openxmlformats.org/drawingml/2006/main">
            <a:r>
              <a:t>            487.34177815547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419.60579853404,</a:t>
            </a:r>
          </a:p>
          <a:p xmlns:a="http://schemas.openxmlformats.org/drawingml/2006/main">
            <a:r>
              <a:t>            445.72684742396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417.51826936926,</a:t>
            </a:r>
          </a:p>
          <a:p xmlns:a="http://schemas.openxmlformats.org/drawingml/2006/main">
            <a:r>
              <a:t>            450.19086687911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432.21384191787,</a:t>
            </a:r>
          </a:p>
          <a:p xmlns:a="http://schemas.openxmlformats.org/drawingml/2006/main">
            <a:r>
              <a:t>            476.5912646578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458.68984213797,</a:t>
            </a:r>
          </a:p>
          <a:p xmlns:a="http://schemas.openxmlformats.org/drawingml/2006/main">
            <a:r>
              <a:t>            490.68637295101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453.17707093964,</a:t>
            </a:r>
          </a:p>
          <a:p xmlns:a="http://schemas.openxmlformats.org/drawingml/2006/main">
            <a:r>
              <a:t>            485.27443895655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446.12118066973,</a:t>
            </a:r>
          </a:p>
          <a:p xmlns:a="http://schemas.openxmlformats.org/drawingml/2006/main">
            <a:r>
              <a:t>            483.22804999426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"NLD|PISA|2025|reading|migration_generation|mean_score|native|MIGRATION_GENERATION_SOURCE_LABELLED|||score_points|",</a:t>
            </a:r>
          </a:p>
          <a:p xmlns:a="http://schemas.openxmlformats.org/drawingml/2006/main">
            <a:r>
              <a:t>        "NLD|PISA|2025|reading|migration_generation|mean_score|first_generation|MIGRATION_GENERATION_SOURCE_LABELLED|||score_points|",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"NLD|PISA|2025|reading|migration_generation|mean_score|second_generation|MIGRATION_GENERATION_SOURCE_LABELLED|||score_points|",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"NLD|PISA|2015|reading|migration_generation|mean_score|native|MIGRATION_GENERATION_SOURCE_LABELLED|||score_points|",</a:t>
            </a:r>
          </a:p>
          <a:p xmlns:a="http://schemas.openxmlformats.org/drawingml/2006/main">
            <a:r>
              <a:t>        "NLD|PISA|2015|reading|migration_generation|mean_score|first_generation|MIGRATION_GENERATION_SOURCE_LABELLED|||score_points|",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"NLD|PISA|2015|reading|migration_generation|mean_score|second_generation|MIGRATION_GENERATION_SOURCE_LABELLED|||score_points|",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"NLD|PISA|2018|reading|migration_generation|mean_score|native|MIGRATION_GENERATION_SOURCE_LABELLED|||score_points|",</a:t>
            </a:r>
          </a:p>
          <a:p xmlns:a="http://schemas.openxmlformats.org/drawingml/2006/main">
            <a:r>
              <a:t>        "NLD|PISA|2018|reading|migration_generation|mean_score|first_generation|MIGRATION_GENERATION_SOURCE_LABELLED|||score_points|",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"NLD|PISA|2018|reading|migration_generation|mean_score|second_generation|MIGRATION_GENERATION_SOURCE_LABELLED|||score_points|",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"NLD|PISA|2022|reading|migration_generation|mean_score|native|MIGRATION_GENERATION_SOURCE_LABELLED|||score_points|",</a:t>
            </a:r>
          </a:p>
          <a:p xmlns:a="http://schemas.openxmlformats.org/drawingml/2006/main">
            <a:r>
              <a:t>        "NLD|PISA|2022|reading|migration_generation|mean_score|first_generation|MIGRATION_GENERATION_SOURCE_LABELLED|||score_points|",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"NLD|PISA|2022|reading|migration_generation|mean_score|second_generation|MIGRATION_GENERATION_SOURCE_LABELLED|||score_points|",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"NLD|PISA|2006|reading|migration_generation|mean_score|native|MIGRATION_GENERATION_SOURCE_LABELLED|||score_points|",</a:t>
            </a:r>
          </a:p>
          <a:p xmlns:a="http://schemas.openxmlformats.org/drawingml/2006/main">
            <a:r>
              <a:t>        "NLD|PISA|2006|reading|migration_generation|mean_score|first_generation|MIGRATION_GENERATION_SOURCE_LABELLED|||score_points|",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"NLD|PISA|2006|reading|migration_generation|mean_score|second_generation|MIGRATION_GENERATION_SOURCE_LABELLED|||score_points|",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"NLD|PISA|2003|reading|migration_generation|mean_score|native|MIGRATION_GENERATION_SOURCE_LABELLED|||score_points|",</a:t>
            </a:r>
          </a:p>
          <a:p xmlns:a="http://schemas.openxmlformats.org/drawingml/2006/main">
            <a:r>
              <a:t>        "NLD|PISA|2003|reading|migration_generation|mean_score|first_generation|MIGRATION_GENERATION_SOURCE_LABELLED|||score_points|",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"NLD|PISA|2003|reading|migration_generation|mean_score|second_generation|MIGRATION_GENERATION_SOURCE_LABELLED|||score_points|",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"NLD|PISA|2009|reading|migration_generation|mean_score|native|MIGRATION_GENERATION_SOURCE_LABELLED|||score_points|",</a:t>
            </a:r>
          </a:p>
          <a:p xmlns:a="http://schemas.openxmlformats.org/drawingml/2006/main">
            <a:r>
              <a:t>        "NLD|PISA|2009|reading|migration_generation|mean_score|first_generation|MIGRATION_GENERATION_SOURCE_LABELLED|||score_points|",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"NLD|PISA|2009|reading|migration_generation|mean_score|second_generation|MIGRATION_GENERATION_SOURCE_LABELLED|||score_points|",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"NLD|PISA|2012|reading|migration_generation|mean_score|native|MIGRATION_GENERATION_SOURCE_LABELLED|||score_points|",</a:t>
            </a:r>
          </a:p>
          <a:p xmlns:a="http://schemas.openxmlformats.org/drawingml/2006/main">
            <a:r>
              <a:t>        "NLD|PISA|2012|reading|migration_generation|mean_score|first_generation|MIGRATION_GENERATION_SOURCE_LABELLED|||score_points|",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"NLD|PISA|2012|reading|migration_generation|mean_score|second_generation|MIGRATION_GENERATION_SOURCE_LABELLED|||score_points|"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551.23374102316,</a:t>
            </a:r>
          </a:p>
          <a:p xmlns:a="http://schemas.openxmlformats.org/drawingml/2006/main">
            <a:r>
              <a:t>            538.8018719729,</a:t>
            </a:r>
          </a:p>
          <a:p xmlns:a="http://schemas.openxmlformats.org/drawingml/2006/main">
            <a:r>
              <a:t>            533.90551982634,</a:t>
            </a:r>
          </a:p>
          <a:p xmlns:a="http://schemas.openxmlformats.org/drawingml/2006/main">
            <a:r>
              <a:t>            531.01635326239,</a:t>
            </a:r>
          </a:p>
          <a:p xmlns:a="http://schemas.openxmlformats.org/drawingml/2006/main">
            <a:r>
              <a:t>            519.50904876854,</a:t>
            </a:r>
          </a:p>
          <a:p xmlns:a="http://schemas.openxmlformats.org/drawingml/2006/main">
            <a:r>
              <a:t>            530.70180967762,</a:t>
            </a:r>
          </a:p>
          <a:p xmlns:a="http://schemas.openxmlformats.org/drawingml/2006/main">
            <a:r>
              <a:t>            508.49633259664,</a:t>
            </a:r>
          </a:p>
          <a:p xmlns:a="http://schemas.openxmlformats.org/drawingml/2006/main">
            <a:r>
              <a:t>            497.34542755364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491.30412183665,</a:t>
            </a:r>
          </a:p>
          <a:p xmlns:a="http://schemas.openxmlformats.org/drawingml/2006/main">
            <a:r>
              <a:t>            503.38673327063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515.00420396016,</a:t>
            </a:r>
          </a:p>
          <a:p xmlns:a="http://schemas.openxmlformats.org/drawingml/2006/main">
            <a:r>
              <a:t>            524.01389357692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525.434435926,</a:t>
            </a:r>
          </a:p>
          <a:p xmlns:a="http://schemas.openxmlformats.org/drawingml/2006/main">
            <a:r>
              <a:t>            535.96918342924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502.03497039053,</a:t>
            </a:r>
          </a:p>
          <a:p xmlns:a="http://schemas.openxmlformats.org/drawingml/2006/main">
            <a:r>
              <a:t>            514.95769480274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534.35015612347,</a:t>
            </a:r>
          </a:p>
          <a:p xmlns:a="http://schemas.openxmlformats.org/drawingml/2006/main">
            <a:r>
              <a:t>            543.25358782233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545.33557109348,</a:t>
            </a:r>
          </a:p>
          <a:p xmlns:a="http://schemas.openxmlformats.org/drawingml/2006/main">
            <a:r>
              <a:t>            557.13191095285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524.88288218104,</a:t>
            </a:r>
          </a:p>
          <a:p xmlns:a="http://schemas.openxmlformats.org/drawingml/2006/main">
            <a:r>
              <a:t>            542.92815747165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524.35797910567,</a:t>
            </a:r>
          </a:p>
          <a:p xmlns:a="http://schemas.openxmlformats.org/drawingml/2006/main">
            <a:r>
              <a:t>            537.6747274191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472.33040841816,</a:t>
            </a:r>
          </a:p>
          <a:p xmlns:a="http://schemas.openxmlformats.org/drawingml/2006/main">
            <a:r>
              <a:t>            481.29553226994,</a:t>
            </a:r>
          </a:p>
          <a:p xmlns:a="http://schemas.openxmlformats.org/drawingml/2006/main">
            <a:r>
              <a:t>            478.79818394644,</a:t>
            </a:r>
          </a:p>
          <a:p xmlns:a="http://schemas.openxmlformats.org/drawingml/2006/main">
            <a:r>
              <a:t>            470.65541886337,</a:t>
            </a:r>
          </a:p>
          <a:p xmlns:a="http://schemas.openxmlformats.org/drawingml/2006/main">
            <a:r>
              <a:t>            452.10809952556,</a:t>
            </a:r>
          </a:p>
          <a:p xmlns:a="http://schemas.openxmlformats.org/drawingml/2006/main">
            <a:r>
              <a:t>            437.09265479412,</a:t>
            </a:r>
          </a:p>
          <a:p xmlns:a="http://schemas.openxmlformats.org/drawingml/2006/main">
            <a:r>
              <a:t>            430.68862773745,</a:t>
            </a:r>
          </a:p>
          <a:p xmlns:a="http://schemas.openxmlformats.org/drawingml/2006/main">
            <a:r>
              <a:t>            428.17494194996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412.33053222627,</a:t>
            </a:r>
          </a:p>
          <a:p xmlns:a="http://schemas.openxmlformats.org/drawingml/2006/main">
            <a:r>
              <a:t>            444.01935167364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431.23965427011,</a:t>
            </a:r>
          </a:p>
          <a:p xmlns:a="http://schemas.openxmlformats.org/drawingml/2006/main">
            <a:r>
              <a:t>            472.97654478102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411.06630593166,</a:t>
            </a:r>
          </a:p>
          <a:p xmlns:a="http://schemas.openxmlformats.org/drawingml/2006/main">
            <a:r>
              <a:t>            463.11900365658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410.89442023434,</a:t>
            </a:r>
          </a:p>
          <a:p xmlns:a="http://schemas.openxmlformats.org/drawingml/2006/main">
            <a:r>
              <a:t>            450.48283524056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464.35830382658,</a:t>
            </a:r>
          </a:p>
          <a:p xmlns:a="http://schemas.openxmlformats.org/drawingml/2006/main">
            <a:r>
              <a:t>            498.2327607133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455.93173776911,</a:t>
            </a:r>
          </a:p>
          <a:p xmlns:a="http://schemas.openxmlformats.org/drawingml/2006/main">
            <a:r>
              <a:t>            488.72907906721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455.37561888622,</a:t>
            </a:r>
          </a:p>
          <a:p xmlns:a="http://schemas.openxmlformats.org/drawingml/2006/main">
            <a:r>
              <a:t>            502.22074900665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451.63254672051,</a:t>
            </a:r>
          </a:p>
          <a:p xmlns:a="http://schemas.openxmlformats.org/drawingml/2006/main">
            <a:r>
              <a:t>            489.67829100622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491.79773610364,</a:t>
            </a:r>
          </a:p>
          <a:p xmlns:a="http://schemas.openxmlformats.org/drawingml/2006/main">
            <a:r>
              <a:t>            472.30733088032,</a:t>
            </a:r>
          </a:p>
          <a:p xmlns:a="http://schemas.openxmlformats.org/drawingml/2006/main">
            <a:r>
              <a:t>            476.99299676135,</a:t>
            </a:r>
          </a:p>
          <a:p xmlns:a="http://schemas.openxmlformats.org/drawingml/2006/main">
            <a:r>
              <a:t>            474.14477275288,</a:t>
            </a:r>
          </a:p>
          <a:p xmlns:a="http://schemas.openxmlformats.org/drawingml/2006/main">
            <a:r>
              <a:t>            474.17203742711,</a:t>
            </a:r>
          </a:p>
          <a:p xmlns:a="http://schemas.openxmlformats.org/drawingml/2006/main">
            <a:r>
              <a:t>            469.37325619212,</a:t>
            </a:r>
          </a:p>
          <a:p xmlns:a="http://schemas.openxmlformats.org/drawingml/2006/main">
            <a:r>
              <a:t>            459.88032369063,</a:t>
            </a:r>
          </a:p>
          <a:p xmlns:a="http://schemas.openxmlformats.org/drawingml/2006/main">
            <a:r>
              <a:t>            451.57687588662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437.32741389887,</a:t>
            </a:r>
          </a:p>
          <a:p xmlns:a="http://schemas.openxmlformats.org/drawingml/2006/main">
            <a:r>
              <a:t>            465.82633787436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458.55039268873,</a:t>
            </a:r>
          </a:p>
          <a:p xmlns:a="http://schemas.openxmlformats.org/drawingml/2006/main">
            <a:r>
              <a:t>            489.7936821655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455.50754598886,</a:t>
            </a:r>
          </a:p>
          <a:p xmlns:a="http://schemas.openxmlformats.org/drawingml/2006/main">
            <a:r>
              <a:t>            483.23896639537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444.47887968015,</a:t>
            </a:r>
          </a:p>
          <a:p xmlns:a="http://schemas.openxmlformats.org/drawingml/2006/main">
            <a:r>
              <a:t>            475.28176770111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453.1771486846,</a:t>
            </a:r>
          </a:p>
          <a:p xmlns:a="http://schemas.openxmlformats.org/drawingml/2006/main">
            <a:r>
              <a:t>            491.43751307603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471.53509260317,</a:t>
            </a:r>
          </a:p>
          <a:p xmlns:a="http://schemas.openxmlformats.org/drawingml/2006/main">
            <a:r>
              <a:t>            512.0603796041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459.5754719936,</a:t>
            </a:r>
          </a:p>
          <a:p xmlns:a="http://schemas.openxmlformats.org/drawingml/2006/main">
            <a:r>
              <a:t>            494.41052152909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456.19202260972,</a:t>
            </a:r>
          </a:p>
          <a:p xmlns:a="http://schemas.openxmlformats.org/drawingml/2006/main">
            <a:r>
              <a:t>            492.09752289605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"NLD|PISA|2025|mathematics|migration_generation|mean_score|native|MIGRATION_GENERATION_SOURCE_LABELLED|||score_points|",</a:t>
            </a:r>
          </a:p>
          <a:p xmlns:a="http://schemas.openxmlformats.org/drawingml/2006/main">
            <a:r>
              <a:t>        "NLD|PISA|2025|mathematics|migration_generation|mean_score|first_generation|MIGRATION_GENERATION_SOURCE_LABELLED|||score_points|",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"NLD|PISA|2025|mathematics|migration_generation|mean_score|second_generation|MIGRATION_GENERATION_SOURCE_LABELLED|||score_points|",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"NLD|PISA|2015|mathematics|migration_generation|mean_score|native|MIGRATION_GENERATION_SOURCE_LABELLED|||score_points|",</a:t>
            </a:r>
          </a:p>
          <a:p xmlns:a="http://schemas.openxmlformats.org/drawingml/2006/main">
            <a:r>
              <a:t>        "NLD|PISA|2015|mathematics|migration_generation|mean_score|first_generation|MIGRATION_GENERATION_SOURCE_LABELLED|||score_points|",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"NLD|PISA|2015|mathematics|migration_generation|mean_score|second_generation|MIGRATION_GENERATION_SOURCE_LABELLED|||score_points|",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"NLD|PISA|2018|mathematics|migration_generation|mean_score|native|MIGRATION_GENERATION_SOURCE_LABELLED|||score_points|",</a:t>
            </a:r>
          </a:p>
          <a:p xmlns:a="http://schemas.openxmlformats.org/drawingml/2006/main">
            <a:r>
              <a:t>        "NLD|PISA|2018|mathematics|migration_generation|mean_score|first_generation|MIGRATION_GENERATION_SOURCE_LABELLED|||score_points|",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"NLD|PISA|2018|mathematics|migration_generation|mean_score|second_generation|MIGRATION_GENERATION_SOURCE_LABELLED|||score_points|",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"NLD|PISA|2022|mathematics|migration_generation|mean_score|native|MIGRATION_GENERATION_SOURCE_LABELLED|||score_points|",</a:t>
            </a:r>
          </a:p>
          <a:p xmlns:a="http://schemas.openxmlformats.org/drawingml/2006/main">
            <a:r>
              <a:t>        "NLD|PISA|2022|mathematics|migration_generation|mean_score|first_generation|MIGRATION_GENERATION_SOURCE_LABELLED|||score_points|",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"NLD|PISA|2022|mathematics|migration_generation|mean_score|second_generation|MIGRATION_GENERATION_SOURCE_LABELLED|||score_points|",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"NLD|PISA|2006|mathematics|migration_generation|mean_score|native|MIGRATION_GENERATION_SOURCE_LABELLED|||score_points|",</a:t>
            </a:r>
          </a:p>
          <a:p xmlns:a="http://schemas.openxmlformats.org/drawingml/2006/main">
            <a:r>
              <a:t>        "NLD|PISA|2006|mathematics|migration_generation|mean_score|first_generation|MIGRATION_GENERATION_SOURCE_LABELLED|||score_points|",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"NLD|PISA|2006|mathematics|migration_generation|mean_score|second_generation|MIGRATION_GENERATION_SOURCE_LABELLED|||score_points|",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"NLD|PISA|2003|mathematics|migration_generation|mean_score|native|MIGRATION_GENERATION_SOURCE_LABELLED|||score_points|",</a:t>
            </a:r>
          </a:p>
          <a:p xmlns:a="http://schemas.openxmlformats.org/drawingml/2006/main">
            <a:r>
              <a:t>        "NLD|PISA|2003|mathematics|migration_generation|mean_score|first_generation|MIGRATION_GENERATION_SOURCE_LABELLED|||score_points|",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"NLD|PISA|2003|mathematics|migration_generation|mean_score|second_generation|MIGRATION_GENERATION_SOURCE_LABELLED|||score_points|",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"NLD|PISA|2009|mathematics|migration_generation|mean_score|native|MIGRATION_GENERATION_SOURCE_LABELLED|||score_points|",</a:t>
            </a:r>
          </a:p>
          <a:p xmlns:a="http://schemas.openxmlformats.org/drawingml/2006/main">
            <a:r>
              <a:t>        "NLD|PISA|2009|mathematics|migration_generation|mean_score|first_generation|MIGRATION_GENERATION_SOURCE_LABELLED|||score_points|",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"NLD|PISA|2009|mathematics|migration_generation|mean_score|second_generation|MIGRATION_GENERATION_SOURCE_LABELLED|||score_points|",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"NLD|PISA|2012|mathematics|migration_generation|mean_score|native|MIGRATION_GENERATION_SOURCE_LABELLED|||score_points|",</a:t>
            </a:r>
          </a:p>
          <a:p xmlns:a="http://schemas.openxmlformats.org/drawingml/2006/main">
            <a:r>
              <a:t>        "NLD|PISA|2012|mathematics|migration_generation|mean_score|first_generation|MIGRATION_GENERATION_SOURCE_LABELLED|||score_points|",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"NLD|PISA|2012|mathematics|migration_generation|mean_score|second_generation|MIGRATION_GENERATION_SOURCE_LABELLED|||score_points|"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"GP_MIGRATION_LEVELS_age15_science"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21,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"Geen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534.42105944832,</a:t>
            </a:r>
          </a:p>
          <a:p xmlns:a="http://schemas.openxmlformats.org/drawingml/2006/main">
            <a:r>
              <a:t>            532.13575983747,</a:t>
            </a:r>
          </a:p>
          <a:p xmlns:a="http://schemas.openxmlformats.org/drawingml/2006/main">
            <a:r>
              <a:t>            531.52971035465,</a:t>
            </a:r>
          </a:p>
          <a:p xmlns:a="http://schemas.openxmlformats.org/drawingml/2006/main">
            <a:r>
              <a:t>            516.93601077177,</a:t>
            </a:r>
          </a:p>
          <a:p xmlns:a="http://schemas.openxmlformats.org/drawingml/2006/main">
            <a:r>
              <a:t>            517.10281978007,</a:t>
            </a:r>
          </a:p>
          <a:p xmlns:a="http://schemas.openxmlformats.org/drawingml/2006/main">
            <a:r>
              <a:t>            505.5030841931,</a:t>
            </a:r>
          </a:p>
          <a:p xmlns:a="http://schemas.openxmlformats.org/drawingml/2006/main">
            <a:r>
              <a:t>            500.41185443225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494.46109911197,</a:t>
            </a:r>
          </a:p>
          <a:p xmlns:a="http://schemas.openxmlformats.org/drawingml/2006/main">
            <a:r>
              <a:t>            506.36260975253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512.32451087053,</a:t>
            </a:r>
          </a:p>
          <a:p xmlns:a="http://schemas.openxmlformats.org/drawingml/2006/main">
            <a:r>
              <a:t>            521.547510673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511.4295448462,</a:t>
            </a:r>
          </a:p>
          <a:p xmlns:a="http://schemas.openxmlformats.org/drawingml/2006/main">
            <a:r>
              <a:t>            522.77609471393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498.42920026732,</a:t>
            </a:r>
          </a:p>
          <a:p xmlns:a="http://schemas.openxmlformats.org/drawingml/2006/main">
            <a:r>
              <a:t>            512.57696811888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529.85938269631,</a:t>
            </a:r>
          </a:p>
          <a:p xmlns:a="http://schemas.openxmlformats.org/drawingml/2006/main">
            <a:r>
              <a:t>            538.98273620033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522.04743446272,</a:t>
            </a:r>
          </a:p>
          <a:p xmlns:a="http://schemas.openxmlformats.org/drawingml/2006/main">
            <a:r>
              <a:t>            542.22408521222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Geen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525.00767064699,</a:t>
            </a:r>
          </a:p>
          <a:p xmlns:a="http://schemas.openxmlformats.org/drawingml/2006/main">
            <a:r>
              <a:t>            538.05175006231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466.89930763403,</a:t>
            </a:r>
          </a:p>
          <a:p xmlns:a="http://schemas.openxmlformats.org/drawingml/2006/main">
            <a:r>
              <a:t>            457.07350716171,</a:t>
            </a:r>
          </a:p>
          <a:p xmlns:a="http://schemas.openxmlformats.org/drawingml/2006/main">
            <a:r>
              <a:t>            473.78146942058,</a:t>
            </a:r>
          </a:p>
          <a:p xmlns:a="http://schemas.openxmlformats.org/drawingml/2006/main">
            <a:r>
              <a:t>            437.81366231457,</a:t>
            </a:r>
          </a:p>
          <a:p xmlns:a="http://schemas.openxmlformats.org/drawingml/2006/main">
            <a:r>
              <a:t>            414.66870941616,</a:t>
            </a:r>
          </a:p>
          <a:p xmlns:a="http://schemas.openxmlformats.org/drawingml/2006/main">
            <a:r>
              <a:t>            426.511369207,</a:t>
            </a:r>
          </a:p>
          <a:p xmlns:a="http://schemas.openxmlformats.org/drawingml/2006/main">
            <a:r>
              <a:t>            417.64043312915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401.69239723187,</a:t>
            </a:r>
          </a:p>
          <a:p xmlns:a="http://schemas.openxmlformats.org/drawingml/2006/main">
            <a:r>
              <a:t>            433.58846902644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413.81838269279,</a:t>
            </a:r>
          </a:p>
          <a:p xmlns:a="http://schemas.openxmlformats.org/drawingml/2006/main">
            <a:r>
              <a:t>            461.80894193636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386.15699928764,</a:t>
            </a:r>
          </a:p>
          <a:p xmlns:a="http://schemas.openxmlformats.org/drawingml/2006/main">
            <a:r>
              <a:t>            443.18041954468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406.89253100096,</a:t>
            </a:r>
          </a:p>
          <a:p xmlns:a="http://schemas.openxmlformats.org/drawingml/2006/main">
            <a:r>
              <a:t>            446.13020741304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446.9898806956,</a:t>
            </a:r>
          </a:p>
          <a:p xmlns:a="http://schemas.openxmlformats.org/drawingml/2006/main">
            <a:r>
              <a:t>            486.80873457245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430.18943135782,</a:t>
            </a:r>
          </a:p>
          <a:p xmlns:a="http://schemas.openxmlformats.org/drawingml/2006/main">
            <a:r>
              <a:t>            483.95758296561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generatie,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452.56426052842,</a:t>
            </a:r>
          </a:p>
          <a:p xmlns:a="http://schemas.openxmlformats.org/drawingml/2006/main">
            <a:r>
              <a:t>            494.99867831274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455.41853292357,</a:t>
            </a:r>
          </a:p>
          <a:p xmlns:a="http://schemas.openxmlformats.org/drawingml/2006/main">
            <a:r>
              <a:t>            466.17777145962,</a:t>
            </a:r>
          </a:p>
          <a:p xmlns:a="http://schemas.openxmlformats.org/drawingml/2006/main">
            <a:r>
              <a:t>            459.62307160447,</a:t>
            </a:r>
          </a:p>
          <a:p xmlns:a="http://schemas.openxmlformats.org/drawingml/2006/main">
            <a:r>
              <a:t>            462.24739451687,</a:t>
            </a:r>
          </a:p>
          <a:p xmlns:a="http://schemas.openxmlformats.org/drawingml/2006/main">
            <a:r>
              <a:t>            441.94917798932,</a:t>
            </a:r>
          </a:p>
          <a:p xmlns:a="http://schemas.openxmlformats.org/drawingml/2006/main">
            <a:r>
              <a:t>            451.87819156895,</a:t>
            </a:r>
          </a:p>
          <a:p xmlns:a="http://schemas.openxmlformats.org/drawingml/2006/main">
            <a:r>
              <a:t>            452.65048250727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437.62549472852,</a:t>
            </a:r>
          </a:p>
          <a:p xmlns:a="http://schemas.openxmlformats.org/drawingml/2006/main">
            <a:r>
              <a:t>            467.67547028602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446.17810238704,</a:t>
            </a:r>
          </a:p>
          <a:p xmlns:a="http://schemas.openxmlformats.org/drawingml/2006/main">
            <a:r>
              <a:t>            478.3166866467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426.97048205665,</a:t>
            </a:r>
          </a:p>
          <a:p xmlns:a="http://schemas.openxmlformats.org/drawingml/2006/main">
            <a:r>
              <a:t>            456.92787392199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435.47588170819,</a:t>
            </a:r>
          </a:p>
          <a:p xmlns:a="http://schemas.openxmlformats.org/drawingml/2006/main">
            <a:r>
              <a:t>            468.28050142971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433.47024648862,</a:t>
            </a:r>
          </a:p>
          <a:p xmlns:a="http://schemas.openxmlformats.org/drawingml/2006/main">
            <a:r>
              <a:t>            477.36681935853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442.71715864991,</a:t>
            </a:r>
          </a:p>
          <a:p xmlns:a="http://schemas.openxmlformats.org/drawingml/2006/main">
            <a:r>
              <a:t>            489.63838426934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generatie,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442.43955409969,</a:t>
            </a:r>
          </a:p>
          <a:p xmlns:a="http://schemas.openxmlformats.org/drawingml/2006/main">
            <a:r>
              <a:t>            476.80658910924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"NLD|PISA|2025|science|migration_generation|mean_score|native|MIGRATION_GENERATION_SOURCE_LABELLED|||score_points|",</a:t>
            </a:r>
          </a:p>
          <a:p xmlns:a="http://schemas.openxmlformats.org/drawingml/2006/main">
            <a:r>
              <a:t>        "NLD|PISA|2025|science|migration_generation|mean_score|first_generation|MIGRATION_GENERATION_SOURCE_LABELLED|||score_points|",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"NLD|PISA|2025|science|migration_generation|mean_score|second_generation|MIGRATION_GENERATION_SOURCE_LABELLED|||score_points|",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"NLD|PISA|2015|science|migration_generation|mean_score|native|MIGRATION_GENERATION_SOURCE_LABELLED|||score_points|",</a:t>
            </a:r>
          </a:p>
          <a:p xmlns:a="http://schemas.openxmlformats.org/drawingml/2006/main">
            <a:r>
              <a:t>        "NLD|PISA|2015|science|migration_generation|mean_score|first_generation|MIGRATION_GENERATION_SOURCE_LABELLED|||score_points|",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"NLD|PISA|2015|science|migration_generation|mean_score|second_generation|MIGRATION_GENERATION_SOURCE_LABELLED|||score_points|",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"NLD|PISA|2018|science|migration_generation|mean_score|native|MIGRATION_GENERATION_SOURCE_LABELLED|||score_points|",</a:t>
            </a:r>
          </a:p>
          <a:p xmlns:a="http://schemas.openxmlformats.org/drawingml/2006/main">
            <a:r>
              <a:t>        "NLD|PISA|2018|science|migration_generation|mean_score|first_generation|MIGRATION_GENERATION_SOURCE_LABELLED|||score_points|",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"NLD|PISA|2018|science|migration_generation|mean_score|second_generation|MIGRATION_GENERATION_SOURCE_LABELLED|||score_points|",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"NLD|PISA|2022|science|migration_generation|mean_score|native|MIGRATION_GENERATION_SOURCE_LABELLED|||score_points|",</a:t>
            </a:r>
          </a:p>
          <a:p xmlns:a="http://schemas.openxmlformats.org/drawingml/2006/main">
            <a:r>
              <a:t>        "NLD|PISA|2022|science|migration_generation|mean_score|first_generation|MIGRATION_GENERATION_SOURCE_LABELLED|||score_points|",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"NLD|PISA|2022|science|migration_generation|mean_score|second_generation|MIGRATION_GENERATION_SOURCE_LABELLED|||score_points|",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"NLD|PISA|2006|science|migration_generation|mean_score|native|MIGRATION_GENERATION_SOURCE_LABELLED|||score_points|",</a:t>
            </a:r>
          </a:p>
          <a:p xmlns:a="http://schemas.openxmlformats.org/drawingml/2006/main">
            <a:r>
              <a:t>        "NLD|PISA|2006|science|migration_generation|mean_score|first_generation|MIGRATION_GENERATION_SOURCE_LABELLED|||score_points|",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"NLD|PISA|2006|science|migration_generation|mean_score|second_generation|MIGRATION_GENERATION_SOURCE_LABELLED|||score_points|",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"NLD|PISA|2009|science|migration_generation|mean_score|native|MIGRATION_GENERATION_SOURCE_LABELLED|||score_points|",</a:t>
            </a:r>
          </a:p>
          <a:p xmlns:a="http://schemas.openxmlformats.org/drawingml/2006/main">
            <a:r>
              <a:t>        "NLD|PISA|2009|science|migration_generation|mean_score|first_generation|MIGRATION_GENERATION_SOURCE_LABELLED|||score_points|",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"NLD|PISA|2009|science|migration_generation|mean_score|second_generation|MIGRATION_GENERATION_SOURCE_LABELLED|||score_points|",</a:t>
            </a:r>
          </a:p>
          <a:p xmlns:a="http://schemas.openxmlformats.org/drawingml/2006/main">
            <a:r>
              <a:t>        "NLD|PISA|2012|science|migration_generation|mean_score|native|MIGRATION_GENERATION_SOURCE_LABELLED|||score_points|",</a:t>
            </a:r>
          </a:p>
          <a:p xmlns:a="http://schemas.openxmlformats.org/drawingml/2006/main">
            <a:r>
              <a:t>        "NLD|PISA|2012|science|migration_generation|mean_score|first_generation|MIGRATION_GENERATION_SOURCE_LABELLED|||score_points|",</a:t>
            </a:r>
          </a:p>
          <a:p xmlns:a="http://schemas.openxmlformats.org/drawingml/2006/main">
            <a:r>
              <a:t>        "NLD|PISA|2012|science|migration_generation|mean_score|second_generation|MIGRATION_GENERATION_SOURCE_LABELLED|||score_points|"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15,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"GP_MIGRATION_GAP_age10_reading"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-33.055000861309,</a:t>
            </a:r>
          </a:p>
          <a:p xmlns:a="http://schemas.openxmlformats.org/drawingml/2006/main">
            <a:r>
              <a:t>            -43.77506915358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-45.446557402758,</a:t>
            </a:r>
          </a:p>
          <a:p xmlns:a="http://schemas.openxmlformats.org/drawingml/2006/main">
            <a:r>
              <a:t>            -20.66344431986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-59.418647624657,</a:t>
            </a:r>
          </a:p>
          <a:p xmlns:a="http://schemas.openxmlformats.org/drawingml/2006/main">
            <a:r>
              <a:t>            -28.131490682503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-50.523540287512,</a:t>
            </a:r>
          </a:p>
          <a:p xmlns:a="http://schemas.openxmlformats.org/drawingml/2006/main">
            <a:r>
              <a:t>            -38.927210267385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-61.369291947257,</a:t>
            </a:r>
          </a:p>
          <a:p xmlns:a="http://schemas.openxmlformats.org/drawingml/2006/main">
            <a:r>
              <a:t>            -39.677788627766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-48.265140843036,</a:t>
            </a:r>
          </a:p>
          <a:p xmlns:a="http://schemas.openxmlformats.org/drawingml/2006/main">
            <a:r>
              <a:t>            -29.589279691734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"NLD|PIRLS|2001|reading|migration_generation|mean_score_gap|second_minus_native|MIGRATION_GENERATION_SOURCE_LABELLED|||score_points|",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"NLD|PIRLS|2006|reading|migration_generation|mean_score_gap|first_minus_native|MIGRATION_GENERATION_SOURCE_LABELLED|||score_points|",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"NLD|PIRLS|2006|reading|migration_generation|mean_score_gap|second_minus_native|MIGRATION_GENERATION_SOURCE_LABELLED|||score_points|"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"GP_MIGRATION_GAP_age10_mathematics"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-47.090997855417,</a:t>
            </a:r>
          </a:p>
          <a:p xmlns:a="http://schemas.openxmlformats.org/drawingml/2006/main">
            <a:r>
              <a:t>            -52.567109919805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-21.278115658107,</a:t>
            </a:r>
          </a:p>
          <a:p xmlns:a="http://schemas.openxmlformats.org/drawingml/2006/main">
            <a:r>
              <a:t>            -27.71141318332,</a:t>
            </a:r>
          </a:p>
          <a:p xmlns:a="http://schemas.openxmlformats.org/drawingml/2006/main">
            <a:r>
              <a:t>            -18.219018743027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-34.993044432915,</a:t>
            </a:r>
          </a:p>
          <a:p xmlns:a="http://schemas.openxmlformats.org/drawingml/2006/main">
            <a:r>
              <a:t>            -7.5631868832991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-62.027859643107,</a:t>
            </a:r>
          </a:p>
          <a:p xmlns:a="http://schemas.openxmlformats.org/drawingml/2006/main">
            <a:r>
              <a:t>            -32.154136067727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-69.829674007016,</a:t>
            </a:r>
          </a:p>
          <a:p xmlns:a="http://schemas.openxmlformats.org/drawingml/2006/main">
            <a:r>
              <a:t>            -35.304545832594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-41.401034078008,</a:t>
            </a:r>
          </a:p>
          <a:p xmlns:a="http://schemas.openxmlformats.org/drawingml/2006/main">
            <a:r>
              <a:t>            -14.021792288632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-37.347744346258,</a:t>
            </a:r>
          </a:p>
          <a:p xmlns:a="http://schemas.openxmlformats.org/drawingml/2006/main">
            <a:r>
              <a:t>            0.90970686020292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-44.820622130851,</a:t>
            </a:r>
          </a:p>
          <a:p xmlns:a="http://schemas.openxmlformats.org/drawingml/2006/main">
            <a:r>
              <a:t>            -40.030245888757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-31.759363882416,</a:t>
            </a:r>
          </a:p>
          <a:p xmlns:a="http://schemas.openxmlformats.org/drawingml/2006/main">
            <a:r>
              <a:t>            -25.06861630858,</a:t>
            </a:r>
          </a:p>
          <a:p xmlns:a="http://schemas.openxmlformats.org/drawingml/2006/main">
            <a:r>
              <a:t>            -18.547997082354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-39.027230802251,</a:t>
            </a:r>
          </a:p>
          <a:p xmlns:a="http://schemas.openxmlformats.org/drawingml/2006/main">
            <a:r>
              <a:t>            -24.491496962582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-54.421287104729,</a:t>
            </a:r>
          </a:p>
          <a:p xmlns:a="http://schemas.openxmlformats.org/drawingml/2006/main">
            <a:r>
              <a:t>            -35.219957156974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-55.358055729981,</a:t>
            </a:r>
          </a:p>
          <a:p xmlns:a="http://schemas.openxmlformats.org/drawingml/2006/main">
            <a:r>
              <a:t>            -24.702436047534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-33.299276711216,</a:t>
            </a:r>
          </a:p>
          <a:p xmlns:a="http://schemas.openxmlformats.org/drawingml/2006/main">
            <a:r>
              <a:t>            -16.837955905944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-30.241186111829,</a:t>
            </a:r>
          </a:p>
          <a:p xmlns:a="http://schemas.openxmlformats.org/drawingml/2006/main">
            <a:r>
              <a:t>            -6.8548080528797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"NLD|TIMSS|2015|mathematics|migration_generation|mean_score_gap|second_minus_native|MIGRATION_GENERATION_SOURCE_LABELLED|||score_points|",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"NLD|TIMSS|2003|mathematics|migration_generation|mean_score_gap|first_minus_native|MIGRATION_GENERATION_SOURCE_LABELLED|||score_points|",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"NLD|TIMSS|2003|mathematics|migration_generation|mean_score_gap|second_minus_native|MIGRATION_GENERATION_SOURCE_LABELLED|||score_points|",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"NLD|TIMSS|2007|mathematics|migration_generation|mean_score_gap|first_minus_native|MIGRATION_GENERATION_SOURCE_LABELLED|||score_points|",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"NLD|TIMSS|2007|mathematics|migration_generation|mean_score_gap|second_minus_native|MIGRATION_GENERATION_SOURCE_LABELLED|||score_points|",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"NLD|TIMSS|2019|mathematics|migration_generation|mean_score_gap|first_minus_native|MIGRATION_GENERATION_SOURCE_LABELLED|||score_points|",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"NLD|TIMSS|2019|mathematics|migration_generation|mean_score_gap|second_minus_native|MIGRATION_GENERATION_SOURCE_LABELLED|||score_points|",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"NLD|TIMSS|2023|mathematics|migration_generation|mean_score_gap|first_minus_native|MIGRATION_GENERATION_SOURCE_LABELLED|||score_points|",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"NLD|TIMSS|2023|mathematics|migration_generation|mean_score_gap|second_minus_native|MIGRATION_GENERATION_SOURCE_LABELLED|||score_points|"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"GP_MIGRATION_GAP_age10_science"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-51.960321515289,</a:t>
            </a:r>
          </a:p>
          <a:p xmlns:a="http://schemas.openxmlformats.org/drawingml/2006/main">
            <a:r>
              <a:t>            -66.594305026975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-39.853006615186,</a:t>
            </a:r>
          </a:p>
          <a:p xmlns:a="http://schemas.openxmlformats.org/drawingml/2006/main">
            <a:r>
              <a:t>            -55.98840976422,</a:t>
            </a:r>
          </a:p>
          <a:p xmlns:a="http://schemas.openxmlformats.org/drawingml/2006/main">
            <a:r>
              <a:t>            -41.185388118311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-53.735451193111,</a:t>
            </a:r>
          </a:p>
          <a:p xmlns:a="http://schemas.openxmlformats.org/drawingml/2006/main">
            <a:r>
              <a:t>            -25.970562037261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-66.155109393711,</a:t>
            </a:r>
          </a:p>
          <a:p xmlns:a="http://schemas.openxmlformats.org/drawingml/2006/main">
            <a:r>
              <a:t>            -37.765533636867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-84.156020167047,</a:t>
            </a:r>
          </a:p>
          <a:p xmlns:a="http://schemas.openxmlformats.org/drawingml/2006/main">
            <a:r>
              <a:t>            -49.032589886903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-70.937452765567,</a:t>
            </a:r>
          </a:p>
          <a:p xmlns:a="http://schemas.openxmlformats.org/drawingml/2006/main">
            <a:r>
              <a:t>            -41.039366762873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-61.105542160758,</a:t>
            </a:r>
          </a:p>
          <a:p xmlns:a="http://schemas.openxmlformats.org/drawingml/2006/main">
            <a:r>
              <a:t>            -21.265234075864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-42.543667464809,</a:t>
            </a:r>
          </a:p>
          <a:p xmlns:a="http://schemas.openxmlformats.org/drawingml/2006/main">
            <a:r>
              <a:t>            -41.467056166079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-48.011158895134,</a:t>
            </a:r>
          </a:p>
          <a:p xmlns:a="http://schemas.openxmlformats.org/drawingml/2006/main">
            <a:r>
              <a:t>            -39.628597776342,</a:t>
            </a:r>
          </a:p>
          <a:p xmlns:a="http://schemas.openxmlformats.org/drawingml/2006/main">
            <a:r>
              <a:t>            -31.271377136839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-55.856463824134,</a:t>
            </a:r>
          </a:p>
          <a:p xmlns:a="http://schemas.openxmlformats.org/drawingml/2006/main">
            <a:r>
              <a:t>            -40.165853966134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-53.271971325446,</a:t>
            </a:r>
          </a:p>
          <a:p xmlns:a="http://schemas.openxmlformats.org/drawingml/2006/main">
            <a:r>
              <a:t>            -31.815363604171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-54.476736161744,</a:t>
            </a:r>
          </a:p>
          <a:p xmlns:a="http://schemas.openxmlformats.org/drawingml/2006/main">
            <a:r>
              <a:t>            -28.457376170413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-50.520889242609,</a:t>
            </a:r>
          </a:p>
          <a:p xmlns:a="http://schemas.openxmlformats.org/drawingml/2006/main">
            <a:r>
              <a:t>            -28.736306310076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-45.488193731253,</a:t>
            </a:r>
          </a:p>
          <a:p xmlns:a="http://schemas.openxmlformats.org/drawingml/2006/main">
            <a:r>
              <a:t>            -17.054560542425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"NLD|TIMSS|2015|science|migration_generation|mean_score_gap|second_minus_native|MIGRATION_GENERATION_SOURCE_LABELLED|||score_points|",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"NLD|TIMSS|2003|science|migration_generation|mean_score_gap|first_minus_native|MIGRATION_GENERATION_SOURCE_LABELLED|||score_points|",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"NLD|TIMSS|2003|science|migration_generation|mean_score_gap|second_minus_native|MIGRATION_GENERATION_SOURCE_LABELLED|||score_points|",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"NLD|TIMSS|2007|science|migration_generation|mean_score_gap|first_minus_native|MIGRATION_GENERATION_SOURCE_LABELLED|||score_points|",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"NLD|TIMSS|2007|science|migration_generation|mean_score_gap|second_minus_native|MIGRATION_GENERATION_SOURCE_LABELLED|||score_points|",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"NLD|TIMSS|2019|science|migration_generation|mean_score_gap|first_minus_native|MIGRATION_GENERATION_SOURCE_LABELLED|||score_points|",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"NLD|TIMSS|2019|science|migration_generation|mean_score_gap|second_minus_native|MIGRATION_GENERATION_SOURCE_LABELLED|||score_points|",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"NLD|TIMSS|2023|science|migration_generation|mean_score_gap|first_minus_native|MIGRATION_GENERATION_SOURCE_LABELLED|||score_points|",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"NLD|TIMSS|2023|science|migration_generation|mean_score_gap|second_minus_native|MIGRATION_GENERATION_SOURCE_LABELLED|||score_points|"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"GP_MIGRATION_GAP_age15_reading"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-61.057756840604,</a:t>
            </a:r>
          </a:p>
          <a:p xmlns:a="http://schemas.openxmlformats.org/drawingml/2006/main">
            <a:r>
              <a:t>            -65.467667215605,</a:t>
            </a:r>
          </a:p>
          <a:p xmlns:a="http://schemas.openxmlformats.org/drawingml/2006/main">
            <a:r>
              <a:t>            -44.154490221457,</a:t>
            </a:r>
          </a:p>
          <a:p xmlns:a="http://schemas.openxmlformats.org/drawingml/2006/main">
            <a:r>
              <a:t>            -59.478286264177,</a:t>
            </a:r>
          </a:p>
          <a:p xmlns:a="http://schemas.openxmlformats.org/drawingml/2006/main">
            <a:r>
              <a:t>            -75.781239860461,</a:t>
            </a:r>
          </a:p>
          <a:p xmlns:a="http://schemas.openxmlformats.org/drawingml/2006/main">
            <a:r>
              <a:t>            -99.121473484197,</a:t>
            </a:r>
          </a:p>
          <a:p xmlns:a="http://schemas.openxmlformats.org/drawingml/2006/main">
            <a:r>
              <a:t>            -85.03144426611,</a:t>
            </a:r>
          </a:p>
          <a:p xmlns:a="http://schemas.openxmlformats.org/drawingml/2006/main">
            <a:r>
              <a:t>            -64.302880275761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-80.563517340041,</a:t>
            </a:r>
          </a:p>
          <a:p xmlns:a="http://schemas.openxmlformats.org/drawingml/2006/main">
            <a:r>
              <a:t>            -48.042243211482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-98.773398396012,</a:t>
            </a:r>
          </a:p>
          <a:p xmlns:a="http://schemas.openxmlformats.org/drawingml/2006/main">
            <a:r>
              <a:t>            -52.78908132491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-125.46672102959,</a:t>
            </a:r>
          </a:p>
          <a:p xmlns:a="http://schemas.openxmlformats.org/drawingml/2006/main">
            <a:r>
              <a:t>            -72.776225938805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-103.81186185792,</a:t>
            </a:r>
          </a:p>
          <a:p xmlns:a="http://schemas.openxmlformats.org/drawingml/2006/main">
            <a:r>
              <a:t>            -66.251026674297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-85.95420808399,</a:t>
            </a:r>
          </a:p>
          <a:p xmlns:a="http://schemas.openxmlformats.org/drawingml/2006/main">
            <a:r>
              <a:t>            -44.981126347219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-78.281619572548,</a:t>
            </a:r>
          </a:p>
          <a:p xmlns:a="http://schemas.openxmlformats.org/drawingml/2006/main">
            <a:r>
              <a:t>            -43.83389410866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-65.48036162848,</a:t>
            </a:r>
          </a:p>
          <a:p xmlns:a="http://schemas.openxmlformats.org/drawingml/2006/main">
            <a:r>
              <a:t>            -22.828618814435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-83.97272834354,</a:t>
            </a:r>
          </a:p>
          <a:p xmlns:a="http://schemas.openxmlformats.org/drawingml/2006/main">
            <a:r>
              <a:t>            -34.983844184813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-49.744936145476,</a:t>
            </a:r>
          </a:p>
          <a:p xmlns:a="http://schemas.openxmlformats.org/drawingml/2006/main">
            <a:r>
              <a:t>            -60.530458411026,</a:t>
            </a:r>
          </a:p>
          <a:p xmlns:a="http://schemas.openxmlformats.org/drawingml/2006/main">
            <a:r>
              <a:t>            -46.022080088443,</a:t>
            </a:r>
          </a:p>
          <a:p xmlns:a="http://schemas.openxmlformats.org/drawingml/2006/main">
            <a:r>
              <a:t>            -54.507825605505,</a:t>
            </a:r>
          </a:p>
          <a:p xmlns:a="http://schemas.openxmlformats.org/drawingml/2006/main">
            <a:r>
              <a:t>            -40.075310533984,</a:t>
            </a:r>
          </a:p>
          <a:p xmlns:a="http://schemas.openxmlformats.org/drawingml/2006/main">
            <a:r>
              <a:t>            -65.108368964662,</a:t>
            </a:r>
          </a:p>
          <a:p xmlns:a="http://schemas.openxmlformats.org/drawingml/2006/main">
            <a:r>
              <a:t>            -41.803853572888,</a:t>
            </a:r>
          </a:p>
          <a:p xmlns:a="http://schemas.openxmlformats.org/drawingml/2006/main">
            <a:r>
              <a:t>            -46.497823318429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-61.617608317713,</a:t>
            </a:r>
          </a:p>
          <a:p xmlns:a="http://schemas.openxmlformats.org/drawingml/2006/main">
            <a:r>
              <a:t>            -31.378038319145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-57.748426609155,</a:t>
            </a:r>
          </a:p>
          <a:p xmlns:a="http://schemas.openxmlformats.org/drawingml/2006/main">
            <a:r>
              <a:t>            -22.402194458814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-80.223946234705,</a:t>
            </a:r>
          </a:p>
          <a:p xmlns:a="http://schemas.openxmlformats.org/drawingml/2006/main">
            <a:r>
              <a:t>            -49.992791694619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-58.890364030797,</a:t>
            </a:r>
          </a:p>
          <a:p xmlns:a="http://schemas.openxmlformats.org/drawingml/2006/main">
            <a:r>
              <a:t>            -24.717343114979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-83.607226456215,</a:t>
            </a:r>
          </a:p>
          <a:p xmlns:a="http://schemas.openxmlformats.org/drawingml/2006/main">
            <a:r>
              <a:t>            -37.453690365838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-66.770853626494,</a:t>
            </a:r>
          </a:p>
          <a:p xmlns:a="http://schemas.openxmlformats.org/drawingml/2006/main">
            <a:r>
              <a:t>            -32.719018664458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-64.201502007266,</a:t>
            </a:r>
          </a:p>
          <a:p xmlns:a="http://schemas.openxmlformats.org/drawingml/2006/main">
            <a:r>
              <a:t>            -27.84265816962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-73.121254660283,</a:t>
            </a:r>
          </a:p>
          <a:p xmlns:a="http://schemas.openxmlformats.org/drawingml/2006/main">
            <a:r>
              <a:t>            -35.894396550726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"NLD|PISA|2025|reading|migration_generation|mean_score_gap|second_minus_native|MIGRATION_GENERATION_SOURCE_LABELLED|||score_points|",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"NLD|PISA|2015|reading|migration_generation|mean_score_gap|first_minus_native|MIGRATION_GENERATION_SOURCE_LABELLED|||score_points|",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"NLD|PISA|2015|reading|migration_generation|mean_score_gap|second_minus_native|MIGRATION_GENERATION_SOURCE_LABELLED|||score_points|",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"NLD|PISA|2018|reading|migration_generation|mean_score_gap|first_minus_native|MIGRATION_GENERATION_SOURCE_LABELLED|||score_points|",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"NLD|PISA|2018|reading|migration_generation|mean_score_gap|second_minus_native|MIGRATION_GENERATION_SOURCE_LABELLED|||score_points|",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"NLD|PISA|2022|reading|migration_generation|mean_score_gap|first_minus_native|MIGRATION_GENERATION_SOURCE_LABELLED|||score_points|",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"NLD|PISA|2022|reading|migration_generation|mean_score_gap|second_minus_native|MIGRATION_GENERATION_SOURCE_LABELLED|||score_points|",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"NLD|PISA|2006|reading|migration_generation|mean_score_gap|first_minus_native|MIGRATION_GENERATION_SOURCE_LABELLED|||score_points|",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"NLD|PISA|2006|reading|migration_generation|mean_score_gap|second_minus_native|MIGRATION_GENERATION_SOURCE_LABELLED|||score_points|",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"NLD|PISA|2003|reading|migration_generation|mean_score_gap|first_minus_native|MIGRATION_GENERATION_SOURCE_LABELLED|||score_points|",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"NLD|PISA|2003|reading|migration_generation|mean_score_gap|second_minus_native|MIGRATION_GENERATION_SOURCE_LABELLED|||score_points|",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"NLD|PISA|2009|reading|migration_generation|mean_score_gap|first_minus_native|MIGRATION_GENERATION_SOURCE_LABELLED|||score_points|",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"NLD|PISA|2009|reading|migration_generation|mean_score_gap|second_minus_native|MIGRATION_GENERATION_SOURCE_LABELLED|||score_points|",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"NLD|PISA|2012|reading|migration_generation|mean_score_gap|first_minus_native|MIGRATION_GENERATION_SOURCE_LABELLED|||score_points|",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"NLD|PISA|2012|reading|migration_generation|mean_score_gap|second_minus_native|MIGRATION_GENERATION_SOURCE_LABELLED|||score_points|"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"GP_MIGRATION_GAP_age15_mathematics"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-78.903332605003,</a:t>
            </a:r>
          </a:p>
          <a:p xmlns:a="http://schemas.openxmlformats.org/drawingml/2006/main">
            <a:r>
              <a:t>            -57.506339702957,</a:t>
            </a:r>
          </a:p>
          <a:p xmlns:a="http://schemas.openxmlformats.org/drawingml/2006/main">
            <a:r>
              <a:t>            -55.107335879909,</a:t>
            </a:r>
          </a:p>
          <a:p xmlns:a="http://schemas.openxmlformats.org/drawingml/2006/main">
            <a:r>
              <a:t>            -60.360934399022,</a:t>
            </a:r>
          </a:p>
          <a:p xmlns:a="http://schemas.openxmlformats.org/drawingml/2006/main">
            <a:r>
              <a:t>            -67.400949242979,</a:t>
            </a:r>
          </a:p>
          <a:p xmlns:a="http://schemas.openxmlformats.org/drawingml/2006/main">
            <a:r>
              <a:t>            -93.609154883496,</a:t>
            </a:r>
          </a:p>
          <a:p xmlns:a="http://schemas.openxmlformats.org/drawingml/2006/main">
            <a:r>
              <a:t>            -77.807704859189,</a:t>
            </a:r>
          </a:p>
          <a:p xmlns:a="http://schemas.openxmlformats.org/drawingml/2006/main">
            <a:r>
              <a:t>            -69.170485603679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-85.970358091106,</a:t>
            </a:r>
          </a:p>
          <a:p xmlns:a="http://schemas.openxmlformats.org/drawingml/2006/main">
            <a:r>
              <a:t>            -52.370613116252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-89.052889418904,</a:t>
            </a:r>
          </a:p>
          <a:p xmlns:a="http://schemas.openxmlformats.org/drawingml/2006/main">
            <a:r>
              <a:t>            -45.749009067054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-119.55864916323,</a:t>
            </a:r>
          </a:p>
          <a:p xmlns:a="http://schemas.openxmlformats.org/drawingml/2006/main">
            <a:r>
              <a:t>            -67.659660603761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-97.841254344441,</a:t>
            </a:r>
          </a:p>
          <a:p xmlns:a="http://schemas.openxmlformats.org/drawingml/2006/main">
            <a:r>
              <a:t>            -57.774155373936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-73.76201097214,</a:t>
            </a:r>
          </a:p>
          <a:p xmlns:a="http://schemas.openxmlformats.org/drawingml/2006/main">
            <a:r>
              <a:t>            -41.250668433775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-96.243678816987,</a:t>
            </a:r>
          </a:p>
          <a:p xmlns:a="http://schemas.openxmlformats.org/drawingml/2006/main">
            <a:r>
              <a:t>            -61.562986393018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-76.236258985574,</a:t>
            </a:r>
          </a:p>
          <a:p xmlns:a="http://schemas.openxmlformats.org/drawingml/2006/main">
            <a:r>
              <a:t>            -33.978412774245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-79.733568521213,</a:t>
            </a:r>
          </a:p>
          <a:p xmlns:a="http://schemas.openxmlformats.org/drawingml/2006/main">
            <a:r>
              <a:t>            -40.988300276831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-59.436004919525,</a:t>
            </a:r>
          </a:p>
          <a:p xmlns:a="http://schemas.openxmlformats.org/drawingml/2006/main">
            <a:r>
              <a:t>            -66.494541092584,</a:t>
            </a:r>
          </a:p>
          <a:p xmlns:a="http://schemas.openxmlformats.org/drawingml/2006/main">
            <a:r>
              <a:t>            -56.912523064998,</a:t>
            </a:r>
          </a:p>
          <a:p xmlns:a="http://schemas.openxmlformats.org/drawingml/2006/main">
            <a:r>
              <a:t>            -56.871580509505,</a:t>
            </a:r>
          </a:p>
          <a:p xmlns:a="http://schemas.openxmlformats.org/drawingml/2006/main">
            <a:r>
              <a:t>            -45.337011341428,</a:t>
            </a:r>
          </a:p>
          <a:p xmlns:a="http://schemas.openxmlformats.org/drawingml/2006/main">
            <a:r>
              <a:t>            -61.328553485503,</a:t>
            </a:r>
          </a:p>
          <a:p xmlns:a="http://schemas.openxmlformats.org/drawingml/2006/main">
            <a:r>
              <a:t>            -48.616008906005,</a:t>
            </a:r>
          </a:p>
          <a:p xmlns:a="http://schemas.openxmlformats.org/drawingml/2006/main">
            <a:r>
              <a:t>            -45.768551667022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-61.282212272073,</a:t>
            </a:r>
          </a:p>
          <a:p xmlns:a="http://schemas.openxmlformats.org/drawingml/2006/main">
            <a:r>
              <a:t>            -30.254891061971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-61.953682380531,</a:t>
            </a:r>
          </a:p>
          <a:p xmlns:a="http://schemas.openxmlformats.org/drawingml/2006/main">
            <a:r>
              <a:t>            -28.720340302325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-76.219532138516,</a:t>
            </a:r>
          </a:p>
          <a:p xmlns:a="http://schemas.openxmlformats.org/drawingml/2006/main">
            <a:r>
              <a:t>            -46.437574832489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-65.101163312182,</a:t>
            </a:r>
          </a:p>
          <a:p xmlns:a="http://schemas.openxmlformats.org/drawingml/2006/main">
            <a:r>
              <a:t>            -32.130854499829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-86.156797429664,</a:t>
            </a:r>
          </a:p>
          <a:p xmlns:a="http://schemas.openxmlformats.org/drawingml/2006/main">
            <a:r>
              <a:t>            -46.832284755504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-81.151150322669,</a:t>
            </a:r>
          </a:p>
          <a:p xmlns:a="http://schemas.openxmlformats.org/drawingml/2006/main">
            <a:r>
              <a:t>            -37.72085951638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-74.68278260293,</a:t>
            </a:r>
          </a:p>
          <a:p xmlns:a="http://schemas.openxmlformats.org/drawingml/2006/main">
            <a:r>
              <a:t>            -39.142263527066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-73.763583825336,</a:t>
            </a:r>
          </a:p>
          <a:p xmlns:a="http://schemas.openxmlformats.org/drawingml/2006/main">
            <a:r>
              <a:t>            -39.979577193674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"NLD|PISA|2025|mathematics|migration_generation|mean_score_gap|second_minus_native|MIGRATION_GENERATION_SOURCE_LABELLED|||score_points|",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"NLD|PISA|2015|mathematics|migration_generation|mean_score_gap|first_minus_native|MIGRATION_GENERATION_SOURCE_LABELLED|||score_points|",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"NLD|PISA|2015|mathematics|migration_generation|mean_score_gap|second_minus_native|MIGRATION_GENERATION_SOURCE_LABELLED|||score_points|",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"NLD|PISA|2018|mathematics|migration_generation|mean_score_gap|first_minus_native|MIGRATION_GENERATION_SOURCE_LABELLED|||score_points|",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"NLD|PISA|2018|mathematics|migration_generation|mean_score_gap|second_minus_native|MIGRATION_GENERATION_SOURCE_LABELLED|||score_points|",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"NLD|PISA|2022|mathematics|migration_generation|mean_score_gap|first_minus_native|MIGRATION_GENERATION_SOURCE_LABELLED|||score_points|",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"NLD|PISA|2022|mathematics|migration_generation|mean_score_gap|second_minus_native|MIGRATION_GENERATION_SOURCE_LABELLED|||score_points|",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"NLD|PISA|2006|mathematics|migration_generation|mean_score_gap|first_minus_native|MIGRATION_GENERATION_SOURCE_LABELLED|||score_points|",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"NLD|PISA|2006|mathematics|migration_generation|mean_score_gap|second_minus_native|MIGRATION_GENERATION_SOURCE_LABELLED|||score_points|",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"NLD|PISA|2003|mathematics|migration_generation|mean_score_gap|first_minus_native|MIGRATION_GENERATION_SOURCE_LABELLED|||score_points|",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"NLD|PISA|2003|mathematics|migration_generation|mean_score_gap|second_minus_native|MIGRATION_GENERATION_SOURCE_LABELLED|||score_points|",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"NLD|PISA|2009|mathematics|migration_generation|mean_score_gap|first_minus_native|MIGRATION_GENERATION_SOURCE_LABELLED|||score_points|",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"NLD|PISA|2009|mathematics|migration_generation|mean_score_gap|second_minus_native|MIGRATION_GENERATION_SOURCE_LABELLED|||score_points|",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"NLD|PISA|2012|mathematics|migration_generation|mean_score_gap|first_minus_native|MIGRATION_GENERATION_SOURCE_LABELLED|||score_points|",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"NLD|PISA|2012|mathematics|migration_generation|mean_score_gap|second_minus_native|MIGRATION_GENERATION_SOURCE_LABELLED|||score_points|"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"GP_MIGRATION_GAP_age15_science"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"Eerste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-67.52175181429,</a:t>
            </a:r>
          </a:p>
          <a:p xmlns:a="http://schemas.openxmlformats.org/drawingml/2006/main">
            <a:r>
              <a:t>            -75.062252675756,</a:t>
            </a:r>
          </a:p>
          <a:p xmlns:a="http://schemas.openxmlformats.org/drawingml/2006/main">
            <a:r>
              <a:t>            -57.748240934069,</a:t>
            </a:r>
          </a:p>
          <a:p xmlns:a="http://schemas.openxmlformats.org/drawingml/2006/main">
            <a:r>
              <a:t>            -79.122348457194,</a:t>
            </a:r>
          </a:p>
          <a:p xmlns:a="http://schemas.openxmlformats.org/drawingml/2006/main">
            <a:r>
              <a:t>            -102.43411036391,</a:t>
            </a:r>
          </a:p>
          <a:p xmlns:a="http://schemas.openxmlformats.org/drawingml/2006/main">
            <a:r>
              <a:t>            -78.991714986098,</a:t>
            </a:r>
          </a:p>
          <a:p xmlns:a="http://schemas.openxmlformats.org/drawingml/2006/main">
            <a:r>
              <a:t>            -82.771421303094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-99.859935340397,</a:t>
            </a:r>
          </a:p>
          <a:p xmlns:a="http://schemas.openxmlformats.org/drawingml/2006/main">
            <a:r>
              <a:t>            -65.68290726579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-103.83597471272,</a:t>
            </a:r>
          </a:p>
          <a:p xmlns:a="http://schemas.openxmlformats.org/drawingml/2006/main">
            <a:r>
              <a:t>            -54.408722201666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-131.29322134892,</a:t>
            </a:r>
          </a:p>
          <a:p xmlns:a="http://schemas.openxmlformats.org/drawingml/2006/main">
            <a:r>
              <a:t>            -73.574999378897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-99.257691802585,</a:t>
            </a:r>
          </a:p>
          <a:p xmlns:a="http://schemas.openxmlformats.org/drawingml/2006/main">
            <a:r>
              <a:t>            -58.725738169611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-86.896420250593,</a:t>
            </a:r>
          </a:p>
          <a:p xmlns:a="http://schemas.openxmlformats.org/drawingml/2006/main">
            <a:r>
              <a:t>            -48.147083377987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-99.528612530039,</a:t>
            </a:r>
          </a:p>
          <a:p xmlns:a="http://schemas.openxmlformats.org/drawingml/2006/main">
            <a:r>
              <a:t>            -50.595892821474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Eerste min zonder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-79.173654340565,</a:t>
            </a:r>
          </a:p>
          <a:p xmlns:a="http://schemas.openxmlformats.org/drawingml/2006/main">
            <a:r>
              <a:t>            -36.322827527574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"Tweede min zonder migratieachtergrond",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-79.002526524746,</a:t>
            </a:r>
          </a:p>
          <a:p xmlns:a="http://schemas.openxmlformats.org/drawingml/2006/main">
            <a:r>
              <a:t>            -65.957988377849,</a:t>
            </a:r>
          </a:p>
          <a:p xmlns:a="http://schemas.openxmlformats.org/drawingml/2006/main">
            <a:r>
              <a:t>            -71.906638750183,</a:t>
            </a:r>
          </a:p>
          <a:p xmlns:a="http://schemas.openxmlformats.org/drawingml/2006/main">
            <a:r>
              <a:t>            -54.688616254892,</a:t>
            </a:r>
          </a:p>
          <a:p xmlns:a="http://schemas.openxmlformats.org/drawingml/2006/main">
            <a:r>
              <a:t>            -75.153641790744,</a:t>
            </a:r>
          </a:p>
          <a:p xmlns:a="http://schemas.openxmlformats.org/drawingml/2006/main">
            <a:r>
              <a:t>            -53.624892624148,</a:t>
            </a:r>
          </a:p>
          <a:p xmlns:a="http://schemas.openxmlformats.org/drawingml/2006/main">
            <a:r>
              <a:t>            -47.761371924974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-63.908652102715,</a:t>
            </a:r>
          </a:p>
          <a:p xmlns:a="http://schemas.openxmlformats.org/drawingml/2006/main">
            <a:r>
              <a:t>            -31.614091747233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-71.973012947157,</a:t>
            </a:r>
          </a:p>
          <a:p xmlns:a="http://schemas.openxmlformats.org/drawingml/2006/main">
            <a:r>
              <a:t>            -37.404219562627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-91.640646424488,</a:t>
            </a:r>
          </a:p>
          <a:p xmlns:a="http://schemas.openxmlformats.org/drawingml/2006/main">
            <a:r>
              <a:t>            -58.666637157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-70.549124872025,</a:t>
            </a:r>
          </a:p>
          <a:p xmlns:a="http://schemas.openxmlformats.org/drawingml/2006/main">
            <a:r>
              <a:t>            -36.700660376272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-101.54632708649,</a:t>
            </a:r>
          </a:p>
          <a:p xmlns:a="http://schemas.openxmlformats.org/drawingml/2006/main">
            <a:r>
              <a:t>            -56.458725962999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-90.273506010333,</a:t>
            </a:r>
          </a:p>
          <a:p xmlns:a="http://schemas.openxmlformats.org/drawingml/2006/main">
            <a:r>
              <a:t>            -41.642470745366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Tweede min zonder migratieachtergrond,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-87.99186387883,</a:t>
            </a:r>
          </a:p>
          <a:p xmlns:a="http://schemas.openxmlformats.org/drawingml/2006/main">
            <a:r>
              <a:t>            -55.821413621536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"NLD|PISA|2025|science|migration_generation|mean_score_gap|second_minus_native|MIGRATION_GENERATION_SOURCE_LABELLED|||score_points|",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"NLD|PISA|2015|science|migration_generation|mean_score_gap|first_minus_native|MIGRATION_GENERATION_SOURCE_LABELLED|||score_points|",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"NLD|PISA|2015|science|migration_generation|mean_score_gap|second_minus_native|MIGRATION_GENERATION_SOURCE_LABELLED|||score_points|",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"NLD|PISA|2018|science|migration_generation|mean_score_gap|first_minus_native|MIGRATION_GENERATION_SOURCE_LABELLED|||score_points|",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"NLD|PISA|2018|science|migration_generation|mean_score_gap|second_minus_native|MIGRATION_GENERATION_SOURCE_LABELLED|||score_points|",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"NLD|PISA|2022|science|migration_generation|mean_score_gap|first_minus_native|MIGRATION_GENERATION_SOURCE_LABELLED|||score_points|",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"NLD|PISA|2022|science|migration_generation|mean_score_gap|second_minus_native|MIGRATION_GENERATION_SOURCE_LABELLED|||score_points|",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"NLD|PISA|2006|science|migration_generation|mean_score_gap|first_minus_native|MIGRATION_GENERATION_SOURCE_LABELLED|||score_points|",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"NLD|PISA|2006|science|migration_generation|mean_score_gap|second_minus_native|MIGRATION_GENERATION_SOURCE_LABELLED|||score_points|",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"NLD|PISA|2009|science|migration_generation|mean_score_gap|first_minus_native|MIGRATION_GENERATION_SOURCE_LABELLED|||score_points|",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"NLD|PISA|2009|science|migration_generation|mean_score_gap|second_minus_native|MIGRATION_GENERATION_SOURCE_LABELLED|||score_points|",</a:t>
            </a:r>
          </a:p>
          <a:p xmlns:a="http://schemas.openxmlformats.org/drawingml/2006/main">
            <a:r>
              <a:t>        "NLD|PISA|2012|science|migration_generation|mean_score_gap|first_minus_native|MIGRATION_GENERATION_SOURCE_LABELLED|||score_points|",</a:t>
            </a:r>
          </a:p>
          <a:p xmlns:a="http://schemas.openxmlformats.org/drawingml/2006/main">
            <a:r>
              <a:t>        "NLD|PISA|2012|science|migration_generation|mean_score_gap|second_minus_native|MIGRATION_GENERATION_SOURCE_LABELLED|||score_points|"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16,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"EN_SES_PEER_age10_all_direct_learning_environment_PIRLS"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Q4",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Q1: aandeel Q4-peers",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20.393463876836,</a:t>
            </a:r>
          </a:p>
          <a:p xmlns:a="http://schemas.openxmlformats.org/drawingml/2006/main">
            <a:r>
              <a:t>            20.287168214652,</a:t>
            </a:r>
          </a:p>
          <a:p xmlns:a="http://schemas.openxmlformats.org/drawingml/2006/main">
            <a:r>
              <a:t>            19.215965245484,</a:t>
            </a:r>
          </a:p>
          <a:p xmlns:a="http://schemas.openxmlformats.org/drawingml/2006/main">
            <a:r>
              <a:t>            20.994768396562,</a:t>
            </a:r>
          </a:p>
          <a:p xmlns:a="http://schemas.openxmlformats.org/drawingml/2006/main">
            <a:r>
              <a:t>            20.513371032516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19.100087843879,</a:t>
            </a:r>
          </a:p>
          <a:p xmlns:a="http://schemas.openxmlformats.org/drawingml/2006/main">
            <a:r>
              <a:t>            21.686839909793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18.719090560203,</a:t>
            </a:r>
          </a:p>
          <a:p xmlns:a="http://schemas.openxmlformats.org/drawingml/2006/main">
            <a:r>
              <a:t>            21.855245869102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17.49110138476,</a:t>
            </a:r>
          </a:p>
          <a:p xmlns:a="http://schemas.openxmlformats.org/drawingml/2006/main">
            <a:r>
              <a:t>            20.940829106209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19.667461632859,</a:t>
            </a:r>
          </a:p>
          <a:p xmlns:a="http://schemas.openxmlformats.org/drawingml/2006/main">
            <a:r>
              <a:t>            22.322075160266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19.209521543293,</a:t>
            </a:r>
          </a:p>
          <a:p xmlns:a="http://schemas.openxmlformats.org/drawingml/2006/main">
            <a:r>
              <a:t>            21.817220521739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"NLD|PIRLS|2001|all|ses_peer_exposure|q1_target_pct_q4_peers|q1_target_pct_q4_peers|books5_fractional|direct_learning_environment||percent|legacy_V8_peer_missing_and_unit_policy",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"NLD|PIRLS|2006|all|peer_baseline|q4_share|total|books5_fractional|direct_learning_environment||percent|population_share",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"NLD|PIRLS|2006|all|ses_peer_exposure|q1_target_pct_q4_peers|q1_target_pct_q4_peers|books5_fractional|direct_learning_environment||percent|legacy_V8_peer_missing_and_unit_policy",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"NLD|PIRLS|2011|all|peer_baseline|q4_share|total|books5_fractional|direct_learning_environment||percent|population_share",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"NLD|PIRLS|2011|all|ses_peer_exposure|q1_target_pct_q4_peers|q1_target_pct_q4_peers|books5_fractional|direct_learning_environment||percent|legacy_V8_peer_missing_and_unit_policy",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"NLD|PIRLS|2016|all|peer_baseline|q4_share|total|books5_fractional|direct_learning_environment||percent|population_share",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"NLD|PIRLS|2016|all|ses_peer_exposure|q1_target_pct_q4_peers|q1_target_pct_q4_peers|books5_fractional|direct_learning_environment||percent|legacy_V8_peer_missing_and_unit_policy",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"NLD|PIRLS|2021|all|peer_baseline|q4_share|total|books5_fractional|direct_learning_environment||percent|population_share",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"NLD|PIRLS|2021|all|ses_peer_exposure|q1_target_pct_q4_peers|q1_target_pct_q4_peers|books5_fractional|direct_learning_environment||percent|legacy_V8_peer_missing_and_unit_policy"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"EN_SES_PEER_age10_all_direct_learning_environment_TIMSS"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Q4",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Q1: aandeel Q4-peers",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18.670371105785,</a:t>
            </a:r>
          </a:p>
          <a:p xmlns:a="http://schemas.openxmlformats.org/drawingml/2006/main">
            <a:r>
              <a:t>            20.216925732219,</a:t>
            </a:r>
          </a:p>
          <a:p xmlns:a="http://schemas.openxmlformats.org/drawingml/2006/main">
            <a:r>
              <a:t>            21.153155078283,</a:t>
            </a:r>
          </a:p>
          <a:p xmlns:a="http://schemas.openxmlformats.org/drawingml/2006/main">
            <a:r>
              <a:t>            21.075309947595,</a:t>
            </a:r>
          </a:p>
          <a:p xmlns:a="http://schemas.openxmlformats.org/drawingml/2006/main">
            <a:r>
              <a:t>            22.022186689834,</a:t>
            </a:r>
          </a:p>
          <a:p xmlns:a="http://schemas.openxmlformats.org/drawingml/2006/main">
            <a:r>
              <a:t>            22.201090347503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19.807853147593,</a:t>
            </a:r>
          </a:p>
          <a:p xmlns:a="http://schemas.openxmlformats.org/drawingml/2006/main">
            <a:r>
              <a:t>            22.342766747598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16.761102305869,</a:t>
            </a:r>
          </a:p>
          <a:p xmlns:a="http://schemas.openxmlformats.org/drawingml/2006/main">
            <a:r>
              <a:t>            20.579639905702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18.449241030873,</a:t>
            </a:r>
          </a:p>
          <a:p xmlns:a="http://schemas.openxmlformats.org/drawingml/2006/main">
            <a:r>
              <a:t>            21.984610433566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19.679271140243,</a:t>
            </a:r>
          </a:p>
          <a:p xmlns:a="http://schemas.openxmlformats.org/drawingml/2006/main">
            <a:r>
              <a:t>            22.627039016323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20.693008953071,</a:t>
            </a:r>
          </a:p>
          <a:p xmlns:a="http://schemas.openxmlformats.org/drawingml/2006/main">
            <a:r>
              <a:t>            23.351364426598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21.189633243151,</a:t>
            </a:r>
          </a:p>
          <a:p xmlns:a="http://schemas.openxmlformats.org/drawingml/2006/main">
            <a:r>
              <a:t>            23.212547451856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"NLD|TIMSS|2015|all|ses_peer_exposure|q1_target_pct_q4_peers|q1_target_pct_q4_peers|books5_fractional|direct_learning_environment||percent|legacy_V8_peer_missing_and_unit_policy",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"NLD|TIMSS|2003|all|peer_baseline|q4_share|total|books5_fractional|direct_learning_environment||percent|population_share",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"NLD|TIMSS|2003|all|ses_peer_exposure|q1_target_pct_q4_peers|q1_target_pct_q4_peers|books5_fractional|direct_learning_environment||percent|legacy_V8_peer_missing_and_unit_policy",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"NLD|TIMSS|2007|all|peer_baseline|q4_share|total|books5_fractional|direct_learning_environment||percent|population_share",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"NLD|TIMSS|2007|all|ses_peer_exposure|q1_target_pct_q4_peers|q1_target_pct_q4_peers|books5_fractional|direct_learning_environment||percent|legacy_V8_peer_missing_and_unit_policy",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"NLD|TIMSS|2011|all|peer_baseline|q4_share|total|books5_fractional|direct_learning_environment||percent|population_share",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"NLD|TIMSS|2011|all|ses_peer_exposure|q1_target_pct_q4_peers|q1_target_pct_q4_peers|books5_fractional|direct_learning_environment||percent|legacy_V8_peer_missing_and_unit_policy",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"NLD|TIMSS|2019|all|peer_baseline|q4_share|total|books5_fractional|direct_learning_environment||percent|population_share",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"NLD|TIMSS|2019|all|ses_peer_exposure|q1_target_pct_q4_peers|q1_target_pct_q4_peers|books5_fractional|direct_learning_environment||percent|legacy_V8_peer_missing_and_unit_policy",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"NLD|TIMSS|2023|all|peer_baseline|q4_share|total|books5_fractional|direct_learning_environment||percent|population_share",</a:t>
            </a:r>
          </a:p>
          <a:p xmlns:a="http://schemas.openxmlformats.org/drawingml/2006/main">
            <a:r>
              <a:t>        "NLD|TIMSS|2023|all|ses_peer_exposure|q1_target_pct_q4_peers|q1_target_pct_q4_peers|books5_fractional|direct_learning_environment||percent|legacy_V8_peer_missing_and_unit_policy"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"EN_SES_PEER_age15_all_direct_learning_environment"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Q4",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24.99333554792,</a:t>
            </a:r>
          </a:p>
          <a:p xmlns:a="http://schemas.openxmlformats.org/drawingml/2006/main">
            <a:r>
              <a:t>            24.998950936312,</a:t>
            </a:r>
          </a:p>
          <a:p xmlns:a="http://schemas.openxmlformats.org/drawingml/2006/main">
            <a:r>
              <a:t>            24.999968951311,</a:t>
            </a:r>
          </a:p>
          <a:p xmlns:a="http://schemas.openxmlformats.org/drawingml/2006/main">
            <a:r>
              <a:t>            24.998021220589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24.952699822791,</a:t>
            </a:r>
          </a:p>
          <a:p xmlns:a="http://schemas.openxmlformats.org/drawingml/2006/main">
            <a:r>
              <a:t>            25.043342618388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24.950574394313,</a:t>
            </a:r>
          </a:p>
          <a:p xmlns:a="http://schemas.openxmlformats.org/drawingml/2006/main">
            <a:r>
              <a:t>            25.036096701526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24.910729262403,</a:t>
            </a:r>
          </a:p>
          <a:p xmlns:a="http://schemas.openxmlformats.org/drawingml/2006/main">
            <a:r>
              <a:t>            25.087172610221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Q4,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24.929886879868,</a:t>
            </a:r>
          </a:p>
          <a:p xmlns:a="http://schemas.openxmlformats.org/drawingml/2006/main">
            <a:r>
              <a:t>            25.070051022754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Q1: aandeel Q4-peers",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17.028581354419,</a:t>
            </a:r>
          </a:p>
          <a:p xmlns:a="http://schemas.openxmlformats.org/drawingml/2006/main">
            <a:r>
              <a:t>            17.249944742173,</a:t>
            </a:r>
          </a:p>
          <a:p xmlns:a="http://schemas.openxmlformats.org/drawingml/2006/main">
            <a:r>
              <a:t>            16.170435765235,</a:t>
            </a:r>
          </a:p>
          <a:p xmlns:a="http://schemas.openxmlformats.org/drawingml/2006/main">
            <a:r>
              <a:t>            15.178219304273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13.62466612036,</a:t>
            </a:r>
          </a:p>
          <a:p xmlns:a="http://schemas.openxmlformats.org/drawingml/2006/main">
            <a:r>
              <a:t>            16.731772488187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15.609099078997,</a:t>
            </a:r>
          </a:p>
          <a:p xmlns:a="http://schemas.openxmlformats.org/drawingml/2006/main">
            <a:r>
              <a:t>            18.448063629841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15.77143288351,</a:t>
            </a:r>
          </a:p>
          <a:p xmlns:a="http://schemas.openxmlformats.org/drawingml/2006/main">
            <a:r>
              <a:t>            18.728456600836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Q1: aandeel Q4-peers,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14.55202220658,</a:t>
            </a:r>
          </a:p>
          <a:p xmlns:a="http://schemas.openxmlformats.org/drawingml/2006/main">
            <a:r>
              <a:t>            17.78884932389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"NLD|PISA|2025|all|peer_baseline|q4_share|total|Cobreros_fourwave_13item_trend_comparable|direct_learning_environment||percent|population_share",</a:t>
            </a:r>
          </a:p>
          <a:p xmlns:a="http://schemas.openxmlformats.org/drawingml/2006/main">
            <a:r>
              <a:t>        "NLD|PISA|2025|all|ses_peer_exposure|q1_target_pct_q4_peers|q1_target_pct_q4_peers|Cobreros_fourwave_13item_trend_comparable|direct_learning_environment||percent|legacy_V8_peer_missing_and_unit_policy",</a:t>
            </a:r>
          </a:p>
          <a:p xmlns:a="http://schemas.openxmlformats.org/drawingml/2006/main">
            <a:r>
              <a:t>        "NLD|PISA|2015|all|peer_baseline|q4_share|total|Cobreros_fourwave_13item_trend_comparable|direct_learning_environment||percent|population_share",</a:t>
            </a:r>
          </a:p>
          <a:p xmlns:a="http://schemas.openxmlformats.org/drawingml/2006/main">
            <a:r>
              <a:t>        "NLD|PISA|2015|all|ses_peer_exposure|q1_target_pct_q4_peers|q1_target_pct_q4_peers|Cobreros_fourwave_13item_trend_comparable|direct_learning_environment||percent|legacy_V8_peer_missing_and_unit_policy",</a:t>
            </a:r>
          </a:p>
          <a:p xmlns:a="http://schemas.openxmlformats.org/drawingml/2006/main">
            <a:r>
              <a:t>        "NLD|PISA|2018|all|peer_baseline|q4_share|total|Cobreros_fourwave_13item_trend_comparable|direct_learning_environment||percent|population_share",</a:t>
            </a:r>
          </a:p>
          <a:p xmlns:a="http://schemas.openxmlformats.org/drawingml/2006/main">
            <a:r>
              <a:t>        "NLD|PISA|2018|all|ses_peer_exposure|q1_target_pct_q4_peers|q1_target_pct_q4_peers|Cobreros_fourwave_13item_trend_comparable|direct_learning_environment||percent|legacy_V8_peer_missing_and_unit_policy",</a:t>
            </a:r>
          </a:p>
          <a:p xmlns:a="http://schemas.openxmlformats.org/drawingml/2006/main">
            <a:r>
              <a:t>        "NLD|PISA|2022|all|peer_baseline|q4_share|total|Cobreros_fourwave_13item_trend_comparable|direct_learning_environment||percent|population_share",</a:t>
            </a:r>
          </a:p>
          <a:p xmlns:a="http://schemas.openxmlformats.org/drawingml/2006/main">
            <a:r>
              <a:t>        "NLD|PISA|2022|all|ses_peer_exposure|q1_target_pct_q4_peers|q1_target_pct_q4_peers|Cobreros_fourwave_13item_trend_comparable|direct_learning_environment||percent|legacy_V8_peer_missing_and_unit_policy"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17,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"EN_SES_PEER_age10_all_direct_learning_environment_PIRLS"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Q4: aandeel Q1-peers",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20.393463876836,</a:t>
            </a:r>
          </a:p>
          <a:p xmlns:a="http://schemas.openxmlformats.org/drawingml/2006/main">
            <a:r>
              <a:t>            20.287168214653,</a:t>
            </a:r>
          </a:p>
          <a:p xmlns:a="http://schemas.openxmlformats.org/drawingml/2006/main">
            <a:r>
              <a:t>            19.215965245484,</a:t>
            </a:r>
          </a:p>
          <a:p xmlns:a="http://schemas.openxmlformats.org/drawingml/2006/main">
            <a:r>
              <a:t>            20.994768396562,</a:t>
            </a:r>
          </a:p>
          <a:p xmlns:a="http://schemas.openxmlformats.org/drawingml/2006/main">
            <a:r>
              <a:t>            20.513371032516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19.100087843879,</a:t>
            </a:r>
          </a:p>
          <a:p xmlns:a="http://schemas.openxmlformats.org/drawingml/2006/main">
            <a:r>
              <a:t>            21.686839909793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18.719090560203,</a:t>
            </a:r>
          </a:p>
          <a:p xmlns:a="http://schemas.openxmlformats.org/drawingml/2006/main">
            <a:r>
              <a:t>            21.855245869102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17.49110138476,</a:t>
            </a:r>
          </a:p>
          <a:p xmlns:a="http://schemas.openxmlformats.org/drawingml/2006/main">
            <a:r>
              <a:t>            20.940829106209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19.667461632859,</a:t>
            </a:r>
          </a:p>
          <a:p xmlns:a="http://schemas.openxmlformats.org/drawingml/2006/main">
            <a:r>
              <a:t>            22.322075160266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19.213039256226,</a:t>
            </a:r>
          </a:p>
          <a:p xmlns:a="http://schemas.openxmlformats.org/drawingml/2006/main">
            <a:r>
              <a:t>            21.813702808806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"NLD|PIRLS|2001|all|ses_peer_exposure|q4_target_pct_q1_peers|q4_target_pct_q1_peers|books5_fractional|direct_learning_environment||percent|legacy_V8_peer_missing_and_unit_policy",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"NLD|PIRLS|2006|all|peer_baseline|q1_share|total|books5_fractional|direct_learning_environment||percent|population_share",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"NLD|PIRLS|2006|all|ses_peer_exposure|q4_target_pct_q1_peers|q4_target_pct_q1_peers|books5_fractional|direct_learning_environment||percent|legacy_V8_peer_missing_and_unit_policy",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"NLD|PIRLS|2011|all|peer_baseline|q1_share|total|books5_fractional|direct_learning_environment||percent|population_share",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"NLD|PIRLS|2011|all|ses_peer_exposure|q4_target_pct_q1_peers|q4_target_pct_q1_peers|books5_fractional|direct_learning_environment||percent|legacy_V8_peer_missing_and_unit_policy",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"NLD|PIRLS|2016|all|peer_baseline|q1_share|total|books5_fractional|direct_learning_environment||percent|population_share",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"NLD|PIRLS|2016|all|ses_peer_exposure|q4_target_pct_q1_peers|q4_target_pct_q1_peers|books5_fractional|direct_learning_environment||percent|legacy_V8_peer_missing_and_unit_policy",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"NLD|PIRLS|2021|all|peer_baseline|q1_share|total|books5_fractional|direct_learning_environment||percent|population_share",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"NLD|PIRLS|2021|all|ses_peer_exposure|q4_target_pct_q1_peers|q4_target_pct_q1_peers|books5_fractional|direct_learning_environment||percent|legacy_V8_peer_missing_and_unit_policy"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"EN_SES_PEER_age10_all_direct_learning_environment_TIMSS"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25,</a:t>
            </a:r>
          </a:p>
          <a:p xmlns:a="http://schemas.openxmlformats.org/drawingml/2006/main">
            <a:r>
              <a:t>            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Q4: aandeel Q1-peers",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18.670371105785,</a:t>
            </a:r>
          </a:p>
          <a:p xmlns:a="http://schemas.openxmlformats.org/drawingml/2006/main">
            <a:r>
              <a:t>            20.216925732219,</a:t>
            </a:r>
          </a:p>
          <a:p xmlns:a="http://schemas.openxmlformats.org/drawingml/2006/main">
            <a:r>
              <a:t>            21.153155078283,</a:t>
            </a:r>
          </a:p>
          <a:p xmlns:a="http://schemas.openxmlformats.org/drawingml/2006/main">
            <a:r>
              <a:t>            21.075309947595,</a:t>
            </a:r>
          </a:p>
          <a:p xmlns:a="http://schemas.openxmlformats.org/drawingml/2006/main">
            <a:r>
              <a:t>            22.022186689834,</a:t>
            </a:r>
          </a:p>
          <a:p xmlns:a="http://schemas.openxmlformats.org/drawingml/2006/main">
            <a:r>
              <a:t>            22.201090347503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19.807853147593,</a:t>
            </a:r>
          </a:p>
          <a:p xmlns:a="http://schemas.openxmlformats.org/drawingml/2006/main">
            <a:r>
              <a:t>            22.342766747598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16.761102305869,</a:t>
            </a:r>
          </a:p>
          <a:p xmlns:a="http://schemas.openxmlformats.org/drawingml/2006/main">
            <a:r>
              <a:t>            20.579639905702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18.455979297786,</a:t>
            </a:r>
          </a:p>
          <a:p xmlns:a="http://schemas.openxmlformats.org/drawingml/2006/main">
            <a:r>
              <a:t>            21.977872166652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19.679271140243,</a:t>
            </a:r>
          </a:p>
          <a:p xmlns:a="http://schemas.openxmlformats.org/drawingml/2006/main">
            <a:r>
              <a:t>            22.627039016323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20.693008953071,</a:t>
            </a:r>
          </a:p>
          <a:p xmlns:a="http://schemas.openxmlformats.org/drawingml/2006/main">
            <a:r>
              <a:t>            23.351364426598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21.189633243151,</a:t>
            </a:r>
          </a:p>
          <a:p xmlns:a="http://schemas.openxmlformats.org/drawingml/2006/main">
            <a:r>
              <a:t>            23.212547451856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"NLD|TIMSS|2015|all|ses_peer_exposure|q4_target_pct_q1_peers|q4_target_pct_q1_peers|books5_fractional|direct_learning_environment||percent|legacy_V8_peer_missing_and_unit_policy",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"NLD|TIMSS|2003|all|peer_baseline|q1_share|total|books5_fractional|direct_learning_environment||percent|population_share",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"NLD|TIMSS|2003|all|ses_peer_exposure|q4_target_pct_q1_peers|q4_target_pct_q1_peers|books5_fractional|direct_learning_environment||percent|legacy_V8_peer_missing_and_unit_policy",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"NLD|TIMSS|2007|all|peer_baseline|q1_share|total|books5_fractional|direct_learning_environment||percent|population_share",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"NLD|TIMSS|2007|all|ses_peer_exposure|q4_target_pct_q1_peers|q4_target_pct_q1_peers|books5_fractional|direct_learning_environment||percent|legacy_V8_peer_missing_and_unit_policy",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"NLD|TIMSS|2011|all|peer_baseline|q1_share|total|books5_fractional|direct_learning_environment||percent|population_share",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"NLD|TIMSS|2011|all|ses_peer_exposure|q4_target_pct_q1_peers|q4_target_pct_q1_peers|books5_fractional|direct_learning_environment||percent|legacy_V8_peer_missing_and_unit_policy",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"NLD|TIMSS|2019|all|peer_baseline|q1_share|total|books5_fractional|direct_learning_environment||percent|population_share",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"NLD|TIMSS|2019|all|ses_peer_exposure|q4_target_pct_q1_peers|q4_target_pct_q1_peers|books5_fractional|direct_learning_environment||percent|legacy_V8_peer_missing_and_unit_policy",</a:t>
            </a:r>
          </a:p>
          <a:p xmlns:a="http://schemas.openxmlformats.org/drawingml/2006/main">
            <a:r>
              <a:t>        "NLD|TIMSS|2023|all|peer_baseline|q1_share|total|books5_fractional|direct_learning_environment||percent|population_share",</a:t>
            </a:r>
          </a:p>
          <a:p xmlns:a="http://schemas.openxmlformats.org/drawingml/2006/main">
            <a:r>
              <a:t>        "NLD|TIMSS|2023|all|ses_peer_exposure|q4_target_pct_q1_peers|q4_target_pct_q1_peers|books5_fractional|direct_learning_environment||percent|legacy_V8_peer_missing_and_unit_policy"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"EN_SES_PEER_age15_all_direct_learning_environment"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Q1",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25.01959160533,</a:t>
            </a:r>
          </a:p>
          <a:p xmlns:a="http://schemas.openxmlformats.org/drawingml/2006/main">
            <a:r>
              <a:t>            25.00310240976,</a:t>
            </a:r>
          </a:p>
          <a:p xmlns:a="http://schemas.openxmlformats.org/drawingml/2006/main">
            <a:r>
              <a:t>            25.032498447659,</a:t>
            </a:r>
          </a:p>
          <a:p xmlns:a="http://schemas.openxmlformats.org/drawingml/2006/main">
            <a:r>
              <a:t>            25.002686631501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24.95502063268,</a:t>
            </a:r>
          </a:p>
          <a:p xmlns:a="http://schemas.openxmlformats.org/drawingml/2006/main">
            <a:r>
              <a:t>            25.050352630322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24.961781476372,</a:t>
            </a:r>
          </a:p>
          <a:p xmlns:a="http://schemas.openxmlformats.org/drawingml/2006/main">
            <a:r>
              <a:t>            25.077401734288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24.936364826246,</a:t>
            </a:r>
          </a:p>
          <a:p xmlns:a="http://schemas.openxmlformats.org/drawingml/2006/main">
            <a:r>
              <a:t>            25.069839993273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Q1,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24.945134589333,</a:t>
            </a:r>
          </a:p>
          <a:p xmlns:a="http://schemas.openxmlformats.org/drawingml/2006/main">
            <a:r>
              <a:t>            25.119862305986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Q4: aandeel Q1-peers",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16.996402574332,</a:t>
            </a:r>
          </a:p>
          <a:p xmlns:a="http://schemas.openxmlformats.org/drawingml/2006/main">
            <a:r>
              <a:t>            17.217575684314,</a:t>
            </a:r>
          </a:p>
          <a:p xmlns:a="http://schemas.openxmlformats.org/drawingml/2006/main">
            <a:r>
              <a:t>            15.93558273975,</a:t>
            </a:r>
          </a:p>
          <a:p xmlns:a="http://schemas.openxmlformats.org/drawingml/2006/main">
            <a:r>
              <a:t>            15.056683273746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13.494224585215,</a:t>
            </a:r>
          </a:p>
          <a:p xmlns:a="http://schemas.openxmlformats.org/drawingml/2006/main">
            <a:r>
              <a:t>            16.619141962276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15.567967396751,</a:t>
            </a:r>
          </a:p>
          <a:p xmlns:a="http://schemas.openxmlformats.org/drawingml/2006/main">
            <a:r>
              <a:t>            18.424837751914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15.754231347184,</a:t>
            </a:r>
          </a:p>
          <a:p xmlns:a="http://schemas.openxmlformats.org/drawingml/2006/main">
            <a:r>
              <a:t>            18.680920021444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Q4: aandeel Q1-peers,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14.38289824126,</a:t>
            </a:r>
          </a:p>
          <a:p xmlns:a="http://schemas.openxmlformats.org/drawingml/2006/main">
            <a:r>
              <a:t>            17.488267238241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"NLD|PISA|2025|all|peer_baseline|q1_share|total|Cobreros_fourwave_13item_trend_comparable|direct_learning_environment||percent|population_share",</a:t>
            </a:r>
          </a:p>
          <a:p xmlns:a="http://schemas.openxmlformats.org/drawingml/2006/main">
            <a:r>
              <a:t>        "NLD|PISA|2025|all|ses_peer_exposure|q4_target_pct_q1_peers|q4_target_pct_q1_peers|Cobreros_fourwave_13item_trend_comparable|direct_learning_environment||percent|legacy_V8_peer_missing_and_unit_policy",</a:t>
            </a:r>
          </a:p>
          <a:p xmlns:a="http://schemas.openxmlformats.org/drawingml/2006/main">
            <a:r>
              <a:t>        "NLD|PISA|2015|all|peer_baseline|q1_share|total|Cobreros_fourwave_13item_trend_comparable|direct_learning_environment||percent|population_share",</a:t>
            </a:r>
          </a:p>
          <a:p xmlns:a="http://schemas.openxmlformats.org/drawingml/2006/main">
            <a:r>
              <a:t>        "NLD|PISA|2015|all|ses_peer_exposure|q4_target_pct_q1_peers|q4_target_pct_q1_peers|Cobreros_fourwave_13item_trend_comparable|direct_learning_environment||percent|legacy_V8_peer_missing_and_unit_policy",</a:t>
            </a:r>
          </a:p>
          <a:p xmlns:a="http://schemas.openxmlformats.org/drawingml/2006/main">
            <a:r>
              <a:t>        "NLD|PISA|2018|all|peer_baseline|q1_share|total|Cobreros_fourwave_13item_trend_comparable|direct_learning_environment||percent|population_share",</a:t>
            </a:r>
          </a:p>
          <a:p xmlns:a="http://schemas.openxmlformats.org/drawingml/2006/main">
            <a:r>
              <a:t>        "NLD|PISA|2018|all|ses_peer_exposure|q4_target_pct_q1_peers|q4_target_pct_q1_peers|Cobreros_fourwave_13item_trend_comparable|direct_learning_environment||percent|legacy_V8_peer_missing_and_unit_policy",</a:t>
            </a:r>
          </a:p>
          <a:p xmlns:a="http://schemas.openxmlformats.org/drawingml/2006/main">
            <a:r>
              <a:t>        "NLD|PISA|2022|all|peer_baseline|q1_share|total|Cobreros_fourwave_13item_trend_comparable|direct_learning_environment||percent|population_share",</a:t>
            </a:r>
          </a:p>
          <a:p xmlns:a="http://schemas.openxmlformats.org/drawingml/2006/main">
            <a:r>
              <a:t>        "NLD|PISA|2022|all|ses_peer_exposure|q4_target_pct_q1_peers|q4_target_pct_q1_peers|Cobreros_fourwave_13item_trend_comparable|direct_learning_environment||percent|legacy_V8_peer_missing_and_unit_policy"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18,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"EN_LANGUAGE_PEER_age10_all_direct_learning_environment_PIRLS"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soms/nooit: aandeel altijd/bijna altijd",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70.352358195826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soms/nooit: aandeel altijd/bijna altijd",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68.025936267119,</a:t>
            </a:r>
          </a:p>
          <a:p xmlns:a="http://schemas.openxmlformats.org/drawingml/2006/main">
            <a:r>
              <a:t>            69.567322410876,</a:t>
            </a:r>
          </a:p>
          <a:p xmlns:a="http://schemas.openxmlformats.org/drawingml/2006/main">
            <a:r>
              <a:t>            71.509008841826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62.851103505478,</a:t>
            </a:r>
          </a:p>
          <a:p xmlns:a="http://schemas.openxmlformats.org/drawingml/2006/main">
            <a:r>
              <a:t>            77.853612886175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65.161011794228,</a:t>
            </a:r>
          </a:p>
          <a:p xmlns:a="http://schemas.openxmlformats.org/drawingml/2006/main">
            <a:r>
              <a:t>            70.890860740009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64.161627090069,</a:t>
            </a:r>
          </a:p>
          <a:p xmlns:a="http://schemas.openxmlformats.org/drawingml/2006/main">
            <a:r>
              <a:t>            74.973017731684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66.69657956576,</a:t>
            </a:r>
          </a:p>
          <a:p xmlns:a="http://schemas.openxmlformats.org/drawingml/2006/main">
            <a:r>
              <a:t>            76.321438117892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85.546781514381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77.852828783959,</a:t>
            </a:r>
          </a:p>
          <a:p xmlns:a="http://schemas.openxmlformats.org/drawingml/2006/main">
            <a:r>
              <a:t>            82.566931585967,</a:t>
            </a:r>
          </a:p>
          <a:p xmlns:a="http://schemas.openxmlformats.org/drawingml/2006/main">
            <a:r>
              <a:t>            81.846930382911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82.578294258491,</a:t>
            </a:r>
          </a:p>
          <a:p xmlns:a="http://schemas.openxmlformats.org/drawingml/2006/main">
            <a:r>
              <a:t>            88.515268770271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76.242109849772,</a:t>
            </a:r>
          </a:p>
          <a:p xmlns:a="http://schemas.openxmlformats.org/drawingml/2006/main">
            <a:r>
              <a:t>            79.463547718146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80.336859437882,</a:t>
            </a:r>
          </a:p>
          <a:p xmlns:a="http://schemas.openxmlformats.org/drawingml/2006/main">
            <a:r>
              <a:t>            84.797003734052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80.112563873292,</a:t>
            </a:r>
          </a:p>
          <a:p xmlns:a="http://schemas.openxmlformats.org/drawingml/2006/main">
            <a:r>
              <a:t>            83.581296892529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"NLD|PIRLS|2001|all|peer_baseline|test_language_share|total|frequency_always_almost_vs_sometimes_never|direct_learning_environment||percent|population_share",</a:t>
            </a:r>
          </a:p>
          <a:p xmlns:a="http://schemas.openxmlformats.org/drawingml/2006/main">
            <a:r>
              <a:t>        "NLD|PIRLS|2011|all|home_language_frequency_peer|less_often_target_pct_always_almost_peers|less_often|frequency_always_almost_vs_sometimes_never|direct_learning_environment||percent|V10_exclude_unknown_peer_status_and_singletons",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"NLD|PIRLS|2011|all|peer_baseline|test_language_share|total|frequency_always_almost_vs_sometimes_never|direct_learning_environment||percent|population_share",</a:t>
            </a:r>
          </a:p>
          <a:p xmlns:a="http://schemas.openxmlformats.org/drawingml/2006/main">
            <a:r>
              <a:t>        "NLD|PIRLS|2016|all|home_language_frequency_peer|less_often_target_pct_always_almost_peers|less_often|frequency_always_almost_vs_sometimes_never|direct_learning_environment||percent|V10_exclude_unknown_peer_status_and_singletons",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"NLD|PIRLS|2016|all|peer_baseline|test_language_share|total|frequency_always_almost_vs_sometimes_never|direct_learning_environment||percent|population_share",</a:t>
            </a:r>
          </a:p>
          <a:p xmlns:a="http://schemas.openxmlformats.org/drawingml/2006/main">
            <a:r>
              <a:t>        "NLD|PIRLS|2021|all|home_language_frequency_peer|less_often_target_pct_always_almost_peers|less_often|frequency_always_almost_vs_sometimes_never|direct_learning_environment||percent|V10_exclude_unknown_peer_status_and_singletons",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"NLD|PIRLS|2021|all|peer_baseline|test_language_share|total|frequency_always_almost_vs_sometimes_never|direct_learning_environment||percent|population_share"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"EN_LANGUAGE_PEER_age10_all_direct_learning_environment_TIMSS"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soms/nooit: aandeel altijd/bijna altijd",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75.589524197526,</a:t>
            </a:r>
          </a:p>
          <a:p xmlns:a="http://schemas.openxmlformats.org/drawingml/2006/main">
            <a:r>
              <a:t>            73.164568899936,</a:t>
            </a:r>
          </a:p>
          <a:p xmlns:a="http://schemas.openxmlformats.org/drawingml/2006/main">
            <a:r>
              <a:t>            70.209215469297,</a:t>
            </a:r>
          </a:p>
          <a:p xmlns:a="http://schemas.openxmlformats.org/drawingml/2006/main">
            <a:r>
              <a:t>            66.594209395386,</a:t>
            </a:r>
          </a:p>
          <a:p xmlns:a="http://schemas.openxmlformats.org/drawingml/2006/main">
            <a:r>
              <a:t>            71.235700002284,</a:t>
            </a:r>
          </a:p>
          <a:p xmlns:a="http://schemas.openxmlformats.org/drawingml/2006/main">
            <a:r>
              <a:t>            68.215124214457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60.767321452695,</a:t>
            </a:r>
          </a:p>
          <a:p xmlns:a="http://schemas.openxmlformats.org/drawingml/2006/main">
            <a:r>
              <a:t>            72.421097338076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69.409365221731,</a:t>
            </a:r>
          </a:p>
          <a:p xmlns:a="http://schemas.openxmlformats.org/drawingml/2006/main">
            <a:r>
              <a:t>            81.769683173321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62.170028556824,</a:t>
            </a:r>
          </a:p>
          <a:p xmlns:a="http://schemas.openxmlformats.org/drawingml/2006/main">
            <a:r>
              <a:t>            84.159109243048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67.459251343556,</a:t>
            </a:r>
          </a:p>
          <a:p xmlns:a="http://schemas.openxmlformats.org/drawingml/2006/main">
            <a:r>
              <a:t>            72.959179595038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67.524989848086,</a:t>
            </a:r>
          </a:p>
          <a:p xmlns:a="http://schemas.openxmlformats.org/drawingml/2006/main">
            <a:r>
              <a:t>            74.946410156482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soms/nooit: aandeel altijd/bijna altijd,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64.735867517112,</a:t>
            </a:r>
          </a:p>
          <a:p xmlns:a="http://schemas.openxmlformats.org/drawingml/2006/main">
            <a:r>
              <a:t>            71.694380911801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92.180847371125,</a:t>
            </a:r>
          </a:p>
          <a:p xmlns:a="http://schemas.openxmlformats.org/drawingml/2006/main">
            <a:r>
              <a:t>            89.354695255985,</a:t>
            </a:r>
          </a:p>
          <a:p xmlns:a="http://schemas.openxmlformats.org/drawingml/2006/main">
            <a:r>
              <a:t>            80.941150800714,</a:t>
            </a:r>
          </a:p>
          <a:p xmlns:a="http://schemas.openxmlformats.org/drawingml/2006/main">
            <a:r>
              <a:t>            80.10718014174,</a:t>
            </a:r>
          </a:p>
          <a:p xmlns:a="http://schemas.openxmlformats.org/drawingml/2006/main">
            <a:r>
              <a:t>            81.036642263697,</a:t>
            </a:r>
          </a:p>
          <a:p xmlns:a="http://schemas.openxmlformats.org/drawingml/2006/main">
            <a:r>
              <a:t>            78.785180098873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76.999350777971,</a:t>
            </a:r>
          </a:p>
          <a:p xmlns:a="http://schemas.openxmlformats.org/drawingml/2006/main">
            <a:r>
              <a:t>            83.215009505509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90.672778506007,</a:t>
            </a:r>
          </a:p>
          <a:p xmlns:a="http://schemas.openxmlformats.org/drawingml/2006/main">
            <a:r>
              <a:t>            93.688916236243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86.977398589574,</a:t>
            </a:r>
          </a:p>
          <a:p xmlns:a="http://schemas.openxmlformats.org/drawingml/2006/main">
            <a:r>
              <a:t>            91.731991922395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79.06951797898,</a:t>
            </a:r>
          </a:p>
          <a:p xmlns:a="http://schemas.openxmlformats.org/drawingml/2006/main">
            <a:r>
              <a:t>            82.812783622449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78.479126072857,</a:t>
            </a:r>
          </a:p>
          <a:p xmlns:a="http://schemas.openxmlformats.org/drawingml/2006/main">
            <a:r>
              <a:t>            83.594158454536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76.52955182211,</a:t>
            </a:r>
          </a:p>
          <a:p xmlns:a="http://schemas.openxmlformats.org/drawingml/2006/main">
            <a:r>
              <a:t>            81.040808375636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"NLD|TIMSS|2015|all|peer_baseline|test_language_share|total|frequency_always_almost_vs_sometimes_never|direct_learning_environment||percent|population_share",</a:t>
            </a:r>
          </a:p>
          <a:p xmlns:a="http://schemas.openxmlformats.org/drawingml/2006/main">
            <a:r>
              <a:t>        "NLD|TIMSS|2003|all|home_language_frequency_peer|less_often_target_pct_always_almost_peers|less_often|frequency_always_almost_vs_sometimes_never|direct_learning_environment||percent|V10_exclude_unknown_peer_status_and_singletons",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"NLD|TIMSS|2003|all|peer_baseline|test_language_share|total|frequency_always_almost_vs_sometimes_never|direct_learning_environment||percent|population_share",</a:t>
            </a:r>
          </a:p>
          <a:p xmlns:a="http://schemas.openxmlformats.org/drawingml/2006/main">
            <a:r>
              <a:t>        "NLD|TIMSS|2007|all|home_language_frequency_peer|less_often_target_pct_always_almost_peers|less_often|frequency_always_almost_vs_sometimes_never|direct_learning_environment||percent|V10_exclude_unknown_peer_status_and_singletons",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"NLD|TIMSS|2007|all|peer_baseline|test_language_share|total|frequency_always_almost_vs_sometimes_never|direct_learning_environment||percent|population_share",</a:t>
            </a:r>
          </a:p>
          <a:p xmlns:a="http://schemas.openxmlformats.org/drawingml/2006/main">
            <a:r>
              <a:t>        "NLD|TIMSS|2011|all|home_language_frequency_peer|less_often_target_pct_always_almost_peers|less_often|frequency_always_almost_vs_sometimes_never|direct_learning_environment||percent|V10_exclude_unknown_peer_status_and_singletons",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"NLD|TIMSS|2011|all|peer_baseline|test_language_share|total|frequency_always_almost_vs_sometimes_never|direct_learning_environment||percent|population_share",</a:t>
            </a:r>
          </a:p>
          <a:p xmlns:a="http://schemas.openxmlformats.org/drawingml/2006/main">
            <a:r>
              <a:t>        "NLD|TIMSS|2019|all|home_language_frequency_peer|less_often_target_pct_always_almost_peers|less_often|frequency_always_almost_vs_sometimes_never|direct_learning_environment||percent|V10_exclude_unknown_peer_status_and_singletons",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"NLD|TIMSS|2019|all|peer_baseline|test_language_share|total|frequency_always_almost_vs_sometimes_never|direct_learning_environment||percent|population_share",</a:t>
            </a:r>
          </a:p>
          <a:p xmlns:a="http://schemas.openxmlformats.org/drawingml/2006/main">
            <a:r>
              <a:t>        "NLD|TIMSS|2023|all|home_language_frequency_peer|less_often_target_pct_always_almost_peers|less_often|frequency_always_almost_vs_sometimes_never|direct_learning_environment||percent|V10_exclude_unknown_peer_status_and_singletons",</a:t>
            </a:r>
          </a:p>
          <a:p xmlns:a="http://schemas.openxmlformats.org/drawingml/2006/main">
            <a:r>
              <a:t>        "NLD|TIMSS|2023|all|peer_baseline|test_language_share|total|frequency_always_almost_vs_sometimes_never|direct_learning_environment||percent|population_share"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"EN_LANGUAGE_PEER_age15_all_direct_learning_environment"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andere thuistaal: aandeel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69.222489667463,</a:t>
            </a:r>
          </a:p>
          <a:p xmlns:a="http://schemas.openxmlformats.org/drawingml/2006/main">
            <a:r>
              <a:t>            85.251120219221,</a:t>
            </a:r>
          </a:p>
          <a:p xmlns:a="http://schemas.openxmlformats.org/drawingml/2006/main">
            <a:r>
              <a:t>            79.622781029601,</a:t>
            </a:r>
          </a:p>
          <a:p xmlns:a="http://schemas.openxmlformats.org/drawingml/2006/main">
            <a:r>
              <a:t>            86.192700873083,</a:t>
            </a:r>
          </a:p>
          <a:p xmlns:a="http://schemas.openxmlformats.org/drawingml/2006/main">
            <a:r>
              <a:t>            82.845544442405,</a:t>
            </a:r>
          </a:p>
          <a:p xmlns:a="http://schemas.openxmlformats.org/drawingml/2006/main">
            <a:r>
              <a:t>            79.394827224736,</a:t>
            </a:r>
          </a:p>
          <a:p xmlns:a="http://schemas.openxmlformats.org/drawingml/2006/main">
            <a:r>
              <a:t>            77.12580088631,</a:t>
            </a:r>
          </a:p>
          <a:p xmlns:a="http://schemas.openxmlformats.org/drawingml/2006/main">
            <a:r>
              <a:t>            71.529862701764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andere thuistaal: aandeel toetstaal,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66.003552186678,</a:t>
            </a:r>
          </a:p>
          <a:p xmlns:a="http://schemas.openxmlformats.org/drawingml/2006/main">
            <a:r>
              <a:t>            77.056173216849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andere thuistaal: aandeel toetstaal,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62.807260292429,</a:t>
            </a:r>
          </a:p>
          <a:p xmlns:a="http://schemas.openxmlformats.org/drawingml/2006/main">
            <a:r>
              <a:t>            75.637719042497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andere thuistaal: aandeel toetstaal,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79.598432337386,</a:t>
            </a:r>
          </a:p>
          <a:p xmlns:a="http://schemas.openxmlformats.org/drawingml/2006/main">
            <a:r>
              <a:t>            90.903808101056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andere thuistaal: aandeel toetstaal,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72.660975404827,</a:t>
            </a:r>
          </a:p>
          <a:p xmlns:a="http://schemas.openxmlformats.org/drawingml/2006/main">
            <a:r>
              <a:t>            86.584586654375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andere thuistaal: aandeel toetstaal,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81.387156851926,</a:t>
            </a:r>
          </a:p>
          <a:p xmlns:a="http://schemas.openxmlformats.org/drawingml/2006/main">
            <a:r>
              <a:t>            90.998244894241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andere thuistaal: aandeel toetstaal,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78.31586503174,</a:t>
            </a:r>
          </a:p>
          <a:p xmlns:a="http://schemas.openxmlformats.org/drawingml/2006/main">
            <a:r>
              <a:t>            87.37522385307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andere thuistaal: aandeel toetstaal,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75.474927425293,</a:t>
            </a:r>
          </a:p>
          <a:p xmlns:a="http://schemas.openxmlformats.org/drawingml/2006/main">
            <a:r>
              <a:t>            83.314727024179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andere thuistaal: aandeel toetstaal,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72.737536772657,</a:t>
            </a:r>
          </a:p>
          <a:p xmlns:a="http://schemas.openxmlformats.org/drawingml/2006/main">
            <a:r>
              <a:t>            81.514064999964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toetstaal",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85.427091564122,</a:t>
            </a:r>
          </a:p>
          <a:p xmlns:a="http://schemas.openxmlformats.org/drawingml/2006/main">
            <a:r>
              <a:t>            94.103502217021,</a:t>
            </a:r>
          </a:p>
          <a:p xmlns:a="http://schemas.openxmlformats.org/drawingml/2006/main">
            <a:r>
              <a:t>            93.55883466889,</a:t>
            </a:r>
          </a:p>
          <a:p xmlns:a="http://schemas.openxmlformats.org/drawingml/2006/main">
            <a:r>
              <a:t>            93.607263952452,</a:t>
            </a:r>
          </a:p>
          <a:p xmlns:a="http://schemas.openxmlformats.org/drawingml/2006/main">
            <a:r>
              <a:t>            92.784058422478,</a:t>
            </a:r>
          </a:p>
          <a:p xmlns:a="http://schemas.openxmlformats.org/drawingml/2006/main">
            <a:r>
              <a:t>            90.21721274605,</a:t>
            </a:r>
          </a:p>
          <a:p xmlns:a="http://schemas.openxmlformats.org/drawingml/2006/main">
            <a:r>
              <a:t>            86.791020352438,</a:t>
            </a:r>
          </a:p>
          <a:p xmlns:a="http://schemas.openxmlformats.org/drawingml/2006/main">
            <a:r>
              <a:t>            87.103081199164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85.350674877222,</a:t>
            </a:r>
          </a:p>
          <a:p xmlns:a="http://schemas.openxmlformats.org/drawingml/2006/main">
            <a:r>
              <a:t>            88.855487521105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82.917806195227,</a:t>
            </a:r>
          </a:p>
          <a:p xmlns:a="http://schemas.openxmlformats.org/drawingml/2006/main">
            <a:r>
              <a:t>            87.936376933017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92.74913370499,</a:t>
            </a:r>
          </a:p>
          <a:p xmlns:a="http://schemas.openxmlformats.org/drawingml/2006/main">
            <a:r>
              <a:t>            95.457870729052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91.975908249794,</a:t>
            </a:r>
          </a:p>
          <a:p xmlns:a="http://schemas.openxmlformats.org/drawingml/2006/main">
            <a:r>
              <a:t>            95.141761087985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92.542423116708,</a:t>
            </a:r>
          </a:p>
          <a:p xmlns:a="http://schemas.openxmlformats.org/drawingml/2006/main">
            <a:r>
              <a:t>            94.672104788195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91.584059265958,</a:t>
            </a:r>
          </a:p>
          <a:p xmlns:a="http://schemas.openxmlformats.org/drawingml/2006/main">
            <a:r>
              <a:t>            93.984057578999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88.724298870058,</a:t>
            </a:r>
          </a:p>
          <a:p xmlns:a="http://schemas.openxmlformats.org/drawingml/2006/main">
            <a:r>
              <a:t>            91.710126622042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toetstaal,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85.186000469835,</a:t>
            </a:r>
          </a:p>
          <a:p xmlns:a="http://schemas.openxmlformats.org/drawingml/2006/main">
            <a:r>
              <a:t>            88.39604023504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"NLD|PISA|2025|all|home_language_peer_exposure|other_language_target_pct_test_language_home_peers|other_language_target_pct_test_language_home_peers|home_language_peer_exposure|direct_learning_environment||percent|V10_exclude_unknown_peer_status_and_singletons",</a:t>
            </a:r>
          </a:p>
          <a:p xmlns:a="http://schemas.openxmlformats.org/drawingml/2006/main">
            <a:r>
              <a:t>        "NLD|PISA|2025|all|peer_baseline|test_language_share|total|same_as_assessment_language_vs_other|direct_learning_environment||percent|population_share",</a:t>
            </a:r>
          </a:p>
          <a:p xmlns:a="http://schemas.openxmlformats.org/drawingml/2006/main">
            <a:r>
              <a:t>        "NLD|PISA|2003|all|home_language_peer_exposure|other_language_target_pct_test_language_home_peers|other_language_target_pct_test_language_home_peers|home_language_peer_exposure|direct_learning_environment||percent|V10_exclude_unknown_peer_status_and_singletons",</a:t>
            </a:r>
          </a:p>
          <a:p xmlns:a="http://schemas.openxmlformats.org/drawingml/2006/main">
            <a:r>
              <a:t>        "NLD|PISA|2003|all|peer_baseline|test_language_share|total|same_as_assessment_language_vs_other|direct_learning_environment||percent|population_share",</a:t>
            </a:r>
          </a:p>
          <a:p xmlns:a="http://schemas.openxmlformats.org/drawingml/2006/main">
            <a:r>
              <a:t>        "NLD|PISA|2006|all|home_language_peer_exposure|other_language_target_pct_test_language_home_peers|other_language_target_pct_test_language_home_peers|home_language_peer_exposure|direct_learning_environment||percent|V10_exclude_unknown_peer_status_and_singletons",</a:t>
            </a:r>
          </a:p>
          <a:p xmlns:a="http://schemas.openxmlformats.org/drawingml/2006/main">
            <a:r>
              <a:t>        "NLD|PISA|2006|all|peer_baseline|test_language_share|total|same_as_assessment_language_vs_other|direct_learning_environment||percent|population_share",</a:t>
            </a:r>
          </a:p>
          <a:p xmlns:a="http://schemas.openxmlformats.org/drawingml/2006/main">
            <a:r>
              <a:t>        "NLD|PISA|2009|all|home_language_peer_exposure|other_language_target_pct_test_language_home_peers|other_language_target_pct_test_language_home_peers|home_language_peer_exposure|direct_learning_environment||percent|V10_exclude_unknown_peer_status_and_singletons",</a:t>
            </a:r>
          </a:p>
          <a:p xmlns:a="http://schemas.openxmlformats.org/drawingml/2006/main">
            <a:r>
              <a:t>        "NLD|PISA|2009|all|peer_baseline|test_language_share|total|same_as_assessment_language_vs_other|direct_learning_environment||percent|population_share",</a:t>
            </a:r>
          </a:p>
          <a:p xmlns:a="http://schemas.openxmlformats.org/drawingml/2006/main">
            <a:r>
              <a:t>        "NLD|PISA|2012|all|home_language_peer_exposure|other_language_target_pct_test_language_home_peers|other_language_target_pct_test_language_home_peers|home_language_peer_exposure|direct_learning_environment||percent|V10_exclude_unknown_peer_status_and_singletons",</a:t>
            </a:r>
          </a:p>
          <a:p xmlns:a="http://schemas.openxmlformats.org/drawingml/2006/main">
            <a:r>
              <a:t>        "NLD|PISA|2012|all|peer_baseline|test_language_share|total|same_as_assessment_language_vs_other|direct_learning_environment||percent|population_share",</a:t>
            </a:r>
          </a:p>
          <a:p xmlns:a="http://schemas.openxmlformats.org/drawingml/2006/main">
            <a:r>
              <a:t>        "NLD|PISA|2015|all|home_language_peer_exposure|other_language_target_pct_test_language_home_peers|other_language_target_pct_test_language_home_peers|home_language_peer_exposure|direct_learning_environment||percent|V10_exclude_unknown_peer_status_and_singletons",</a:t>
            </a:r>
          </a:p>
          <a:p xmlns:a="http://schemas.openxmlformats.org/drawingml/2006/main">
            <a:r>
              <a:t>        "NLD|PISA|2015|all|peer_baseline|test_language_share|total|same_as_assessment_language_vs_other|direct_learning_environment||percent|population_share",</a:t>
            </a:r>
          </a:p>
          <a:p xmlns:a="http://schemas.openxmlformats.org/drawingml/2006/main">
            <a:r>
              <a:t>        "NLD|PISA|2018|all|home_language_peer_exposure|other_language_target_pct_test_language_home_peers|other_language_target_pct_test_language_home_peers|home_language_peer_exposure|direct_learning_environment||percent|V10_exclude_unknown_peer_status_and_singletons",</a:t>
            </a:r>
          </a:p>
          <a:p xmlns:a="http://schemas.openxmlformats.org/drawingml/2006/main">
            <a:r>
              <a:t>        "NLD|PISA|2018|all|peer_baseline|test_language_share|total|same_as_assessment_language_vs_other|direct_learning_environment||percent|population_share",</a:t>
            </a:r>
          </a:p>
          <a:p xmlns:a="http://schemas.openxmlformats.org/drawingml/2006/main">
            <a:r>
              <a:t>        "NLD|PISA|2022|all|home_language_peer_exposure|other_language_target_pct_test_language_home_peers|other_language_target_pct_test_language_home_peers|home_language_peer_exposure|direct_learning_environment||percent|V10_exclude_unknown_peer_status_and_singletons",</a:t>
            </a:r>
          </a:p>
          <a:p xmlns:a="http://schemas.openxmlformats.org/drawingml/2006/main">
            <a:r>
              <a:t>        "NLD|PISA|2022|all|peer_baseline|test_language_share|total|same_as_assessment_language_vs_other|direct_learning_environment||percent|population_share"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19,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"EN_MIGRATION_PEER_age10_all_direct_learning_environment_PIRLS"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71.227118313532,</a:t>
            </a:r>
          </a:p>
          <a:p xmlns:a="http://schemas.openxmlformats.org/drawingml/2006/main">
            <a:r>
              <a:t>            70.497361610997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60.696343699318,</a:t>
            </a:r>
          </a:p>
          <a:p xmlns:a="http://schemas.openxmlformats.org/drawingml/2006/main">
            <a:r>
              <a:t>            81.757892927746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60.105848669181,</a:t>
            </a:r>
          </a:p>
          <a:p xmlns:a="http://schemas.openxmlformats.org/drawingml/2006/main">
            <a:r>
              <a:t>            80.888874552812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62.72196716114,</a:t>
            </a:r>
          </a:p>
          <a:p xmlns:a="http://schemas.openxmlformats.org/drawingml/2006/main">
            <a:r>
              <a:t>            57.378579812198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49.98736897505,</a:t>
            </a:r>
          </a:p>
          <a:p xmlns:a="http://schemas.openxmlformats.org/drawingml/2006/main">
            <a:r>
              <a:t>            75.45656534723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45.5523676258,</a:t>
            </a:r>
          </a:p>
          <a:p xmlns:a="http://schemas.openxmlformats.org/drawingml/2006/main">
            <a:r>
              <a:t>            69.204791998596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"NLD|PIRLS|2001|all|migration_peer_exposure|second_generation_target_pct_native_peers|second_generation_target_pct_native_peers|MIGRATION_GENERATION_SOURCE_LABELLED|direct_learning_environment||percent|V10_exclude_unknown_peer_status_and_singletons",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"NLD|PIRLS|2006|all|migration_peer_exposure|first_generation_target_pct_native_peers|first_generation_target_pct_native_peers|MIGRATION_GENERATION_SOURCE_LABELLED|direct_learning_environment||percent|V10_exclude_unknown_peer_status_and_singletons",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"NLD|PIRLS|2006|all|migration_peer_exposure|second_generation_target_pct_native_peers|second_generation_target_pct_native_peers|MIGRATION_GENERATION_SOURCE_LABELLED|direct_learning_environment||percent|V10_exclude_unknown_peer_status_and_singletons"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"EN_MIGRATION_PEER_age10_all_direct_learning_environment_TIMSS"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48.791137950367,</a:t>
            </a:r>
          </a:p>
          <a:p xmlns:a="http://schemas.openxmlformats.org/drawingml/2006/main">
            <a:r>
              <a:t>            64.37555216161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68.017574688788,</a:t>
            </a:r>
          </a:p>
          <a:p xmlns:a="http://schemas.openxmlformats.org/drawingml/2006/main">
            <a:r>
              <a:t>            64.171216089444,</a:t>
            </a:r>
          </a:p>
          <a:p xmlns:a="http://schemas.openxmlformats.org/drawingml/2006/main">
            <a:r>
              <a:t>            77.996577435597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56.106724237156,</a:t>
            </a:r>
          </a:p>
          <a:p xmlns:a="http://schemas.openxmlformats.org/drawingml/2006/main">
            <a:r>
              <a:t>            79.928425140421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38.443818018334,</a:t>
            </a:r>
          </a:p>
          <a:p xmlns:a="http://schemas.openxmlformats.org/drawingml/2006/main">
            <a:r>
              <a:t>            59.1384578824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51.72349344542,</a:t>
            </a:r>
          </a:p>
          <a:p xmlns:a="http://schemas.openxmlformats.org/drawingml/2006/main">
            <a:r>
              <a:t>            77.027610877799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53.146487441566,</a:t>
            </a:r>
          </a:p>
          <a:p xmlns:a="http://schemas.openxmlformats.org/drawingml/2006/main">
            <a:r>
              <a:t>            75.195944737321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64.332143742236,</a:t>
            </a:r>
          </a:p>
          <a:p xmlns:a="http://schemas.openxmlformats.org/drawingml/2006/main">
            <a:r>
              <a:t>            91.661011128957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52.986190719829,</a:t>
            </a:r>
          </a:p>
          <a:p xmlns:a="http://schemas.openxmlformats.org/drawingml/2006/main">
            <a:r>
              <a:t>            63.199804819674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58.769198985986,</a:t>
            </a:r>
          </a:p>
          <a:p xmlns:a="http://schemas.openxmlformats.org/drawingml/2006/main">
            <a:r>
              <a:t>            64.801509708079,</a:t>
            </a:r>
          </a:p>
          <a:p xmlns:a="http://schemas.openxmlformats.org/drawingml/2006/main">
            <a:r>
              <a:t>            82.265805046906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51.640156787648,</a:t>
            </a:r>
          </a:p>
          <a:p xmlns:a="http://schemas.openxmlformats.org/drawingml/2006/main">
            <a:r>
              <a:t>            65.898241184323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41.567353290598,</a:t>
            </a:r>
          </a:p>
          <a:p xmlns:a="http://schemas.openxmlformats.org/drawingml/2006/main">
            <a:r>
              <a:t>            64.40502814906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51.518856163116,</a:t>
            </a:r>
          </a:p>
          <a:p xmlns:a="http://schemas.openxmlformats.org/drawingml/2006/main">
            <a:r>
              <a:t>            74.880753476232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58.124434548331,</a:t>
            </a:r>
          </a:p>
          <a:p xmlns:a="http://schemas.openxmlformats.org/drawingml/2006/main">
            <a:r>
              <a:t>            71.478584867826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76.585509700862,</a:t>
            </a:r>
          </a:p>
          <a:p xmlns:a="http://schemas.openxmlformats.org/drawingml/2006/main">
            <a:r>
              <a:t>            87.946100392951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"NLD|TIMSS|2015|all|migration_peer_exposure|second_generation_target_pct_native_peers|second_generation_target_pct_native_peers|MIGRATION_GENERATION_SOURCE_LABELLED|direct_learning_environment||percent|V10_exclude_unknown_peer_status_and_singletons",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"NLD|TIMSS|2003|all|migration_peer_exposure|first_generation_target_pct_native_peers|first_generation_target_pct_native_peers|MIGRATION_GENERATION_SOURCE_LABELLED|direct_learning_environment||percent|V10_exclude_unknown_peer_status_and_singletons",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"NLD|TIMSS|2003|all|migration_peer_exposure|second_generation_target_pct_native_peers|second_generation_target_pct_native_peers|MIGRATION_GENERATION_SOURCE_LABELLED|direct_learning_environment||percent|V10_exclude_unknown_peer_status_and_singletons",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"NLD|TIMSS|2007|all|migration_peer_exposure|first_generation_target_pct_native_peers|first_generation_target_pct_native_peers|MIGRATION_GENERATION_SOURCE_LABELLED|direct_learning_environment||percent|V10_exclude_unknown_peer_status_and_singletons",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"NLD|TIMSS|2007|all|migration_peer_exposure|second_generation_target_pct_native_peers|second_generation_target_pct_native_peers|MIGRATION_GENERATION_SOURCE_LABELLED|direct_learning_environment||percent|V10_exclude_unknown_peer_status_and_singletons",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"NLD|TIMSS|2019|all|migration_peer_exposure|first_generation_target_pct_native_peers|first_generation_target_pct_native_peers|MIGRATION_GENERATION_SOURCE_LABELLED|direct_learning_environment||percent|V10_exclude_unknown_peer_status_and_singletons",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"NLD|TIMSS|2019|all|migration_peer_exposure|second_generation_target_pct_native_peers|second_generation_target_pct_native_peers|MIGRATION_GENERATION_SOURCE_LABELLED|direct_learning_environment||percent|V10_exclude_unknown_peer_status_and_singletons",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"NLD|TIMSS|2023|all|migration_peer_exposure|first_generation_target_pct_native_peers|first_generation_target_pct_native_peers|MIGRATION_GENERATION_SOURCE_LABELLED|direct_learning_environment||percent|V10_exclude_unknown_peer_status_and_singletons",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"NLD|TIMSS|2023|all|migration_peer_exposure|second_generation_target_pct_native_peers|second_generation_target_pct_native_peers|MIGRATION_GENERATION_SOURCE_LABELLED|direct_learning_environment||percent|V10_exclude_unknown_peer_status_and_singletons"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"EN_MIGRATION_PEER_age15_all_direct_learning_environment"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16,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eerste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71.38903838751,</a:t>
            </a:r>
          </a:p>
          <a:p xmlns:a="http://schemas.openxmlformats.org/drawingml/2006/main">
            <a:r>
              <a:t>            75.770774431979,</a:t>
            </a:r>
          </a:p>
          <a:p xmlns:a="http://schemas.openxmlformats.org/drawingml/2006/main">
            <a:r>
              <a:t>            67.912916737882,</a:t>
            </a:r>
          </a:p>
          <a:p xmlns:a="http://schemas.openxmlformats.org/drawingml/2006/main">
            <a:r>
              <a:t>            76.534988780752,</a:t>
            </a:r>
          </a:p>
          <a:p xmlns:a="http://schemas.openxmlformats.org/drawingml/2006/main">
            <a:r>
              <a:t>            72.311895666859,</a:t>
            </a:r>
          </a:p>
          <a:p xmlns:a="http://schemas.openxmlformats.org/drawingml/2006/main">
            <a:r>
              <a:t>            68.786258922557,</a:t>
            </a:r>
          </a:p>
          <a:p xmlns:a="http://schemas.openxmlformats.org/drawingml/2006/main">
            <a:r>
              <a:t>            72.221893550483,</a:t>
            </a:r>
          </a:p>
          <a:p xmlns:a="http://schemas.openxmlformats.org/drawingml/2006/main">
            <a:r>
              <a:t>            66.793427663553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57.574987208509,</a:t>
            </a:r>
          </a:p>
          <a:p xmlns:a="http://schemas.openxmlformats.org/drawingml/2006/main">
            <a:r>
              <a:t>            76.011868118598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60.720337698159,</a:t>
            </a:r>
          </a:p>
          <a:p xmlns:a="http://schemas.openxmlformats.org/drawingml/2006/main">
            <a:r>
              <a:t>            82.05773907686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66.143320900536,</a:t>
            </a:r>
          </a:p>
          <a:p xmlns:a="http://schemas.openxmlformats.org/drawingml/2006/main">
            <a:r>
              <a:t>            85.398227963421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54.519211994193,</a:t>
            </a:r>
          </a:p>
          <a:p xmlns:a="http://schemas.openxmlformats.org/drawingml/2006/main">
            <a:r>
              <a:t>            81.30662148157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68.038276661281,</a:t>
            </a:r>
          </a:p>
          <a:p xmlns:a="http://schemas.openxmlformats.org/drawingml/2006/main">
            <a:r>
              <a:t>            85.031700900223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62.523163901139,</a:t>
            </a:r>
          </a:p>
          <a:p xmlns:a="http://schemas.openxmlformats.org/drawingml/2006/main">
            <a:r>
              <a:t>            82.100627432579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60.761046691217,</a:t>
            </a:r>
          </a:p>
          <a:p xmlns:a="http://schemas.openxmlformats.org/drawingml/2006/main">
            <a:r>
              <a:t>            76.811471153898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eerste generatie,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63.980159878059,</a:t>
            </a:r>
          </a:p>
          <a:p xmlns:a="http://schemas.openxmlformats.org/drawingml/2006/main">
            <a:r>
              <a:t>            80.463627222906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"Bij tweede generatie",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61.962295979751,</a:t>
            </a:r>
          </a:p>
          <a:p xmlns:a="http://schemas.openxmlformats.org/drawingml/2006/main">
            <a:r>
              <a:t>            65.814024384635,</a:t>
            </a:r>
          </a:p>
          <a:p xmlns:a="http://schemas.openxmlformats.org/drawingml/2006/main">
            <a:r>
              <a:t>            58.190165473275,</a:t>
            </a:r>
          </a:p>
          <a:p xmlns:a="http://schemas.openxmlformats.org/drawingml/2006/main">
            <a:r>
              <a:t>            71.645267638923,</a:t>
            </a:r>
          </a:p>
          <a:p xmlns:a="http://schemas.openxmlformats.org/drawingml/2006/main">
            <a:r>
              <a:t>            69.616539299657,</a:t>
            </a:r>
          </a:p>
          <a:p xmlns:a="http://schemas.openxmlformats.org/drawingml/2006/main">
            <a:r>
              <a:t>            66.574623246553,</a:t>
            </a:r>
          </a:p>
          <a:p xmlns:a="http://schemas.openxmlformats.org/drawingml/2006/main">
            <a:r>
              <a:t>            74.981370367981,</a:t>
            </a:r>
          </a:p>
          <a:p xmlns:a="http://schemas.openxmlformats.org/drawingml/2006/main">
            <a:r>
              <a:t>            72.439732913226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65.835590017094,</a:t>
            </a:r>
          </a:p>
          <a:p xmlns:a="http://schemas.openxmlformats.org/drawingml/2006/main">
            <a:r>
              <a:t>            79.043875809358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50.004965046566,</a:t>
            </a:r>
          </a:p>
          <a:p xmlns:a="http://schemas.openxmlformats.org/drawingml/2006/main">
            <a:r>
              <a:t>            73.919626912935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57.389550311514,</a:t>
            </a:r>
          </a:p>
          <a:p xmlns:a="http://schemas.openxmlformats.org/drawingml/2006/main">
            <a:r>
              <a:t>            74.238498457757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46.307912895221,</a:t>
            </a:r>
          </a:p>
          <a:p xmlns:a="http://schemas.openxmlformats.org/drawingml/2006/main">
            <a:r>
              <a:t>            70.07241805133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63.900454130303,</a:t>
            </a:r>
          </a:p>
          <a:p xmlns:a="http://schemas.openxmlformats.org/drawingml/2006/main">
            <a:r>
              <a:t>            79.390081147543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62.656798642378,</a:t>
            </a:r>
          </a:p>
          <a:p xmlns:a="http://schemas.openxmlformats.org/drawingml/2006/main">
            <a:r>
              <a:t>            76.576279956937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57.823165435419,</a:t>
            </a:r>
          </a:p>
          <a:p xmlns:a="http://schemas.openxmlformats.org/drawingml/2006/main">
            <a:r>
              <a:t>            75.326081057686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Bij tweede generatie,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69.92679927068,</a:t>
            </a:r>
          </a:p>
          <a:p xmlns:a="http://schemas.openxmlformats.org/drawingml/2006/main">
            <a:r>
              <a:t>            80.035941465281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"NLD|PISA|2025|all|migration_peer_exposure|second_generation_target_pct_native_peers|second_generation_target_pct_native_peers|MIGRATION_GENERATION_SOURCE_LABELLED|direct_learning_environment||percent|V10_exclude_unknown_peer_status_and_singletons",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"NLD|PISA|2003|all|migration_peer_exposure|first_generation_target_pct_native_peers|first_generation_target_pct_native_peers|MIGRATION_GENERATION_SOURCE_LABELLED|direct_learning_environment||percent|V10_exclude_unknown_peer_status_and_singletons",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"NLD|PISA|2003|all|migration_peer_exposure|second_generation_target_pct_native_peers|second_generation_target_pct_native_peers|MIGRATION_GENERATION_SOURCE_LABELLED|direct_learning_environment||percent|V10_exclude_unknown_peer_status_and_singletons",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"NLD|PISA|2006|all|migration_peer_exposure|first_generation_target_pct_native_peers|first_generation_target_pct_native_peers|MIGRATION_GENERATION_SOURCE_LABELLED|direct_learning_environment||percent|V10_exclude_unknown_peer_status_and_singletons",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"NLD|PISA|2006|all|migration_peer_exposure|second_generation_target_pct_native_peers|second_generation_target_pct_native_peers|MIGRATION_GENERATION_SOURCE_LABELLED|direct_learning_environment||percent|V10_exclude_unknown_peer_status_and_singletons",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"NLD|PISA|2009|all|migration_peer_exposure|first_generation_target_pct_native_peers|first_generation_target_pct_native_peers|MIGRATION_GENERATION_SOURCE_LABELLED|direct_learning_environment||percent|V10_exclude_unknown_peer_status_and_singletons",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"NLD|PISA|2009|all|migration_peer_exposure|second_generation_target_pct_native_peers|second_generation_target_pct_native_peers|MIGRATION_GENERATION_SOURCE_LABELLED|direct_learning_environment||percent|V10_exclude_unknown_peer_status_and_singletons",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"NLD|PISA|2012|all|migration_peer_exposure|first_generation_target_pct_native_peers|first_generation_target_pct_native_peers|MIGRATION_GENERATION_SOURCE_LABELLED|direct_learning_environment||percent|V10_exclude_unknown_peer_status_and_singletons",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"NLD|PISA|2012|all|migration_peer_exposure|second_generation_target_pct_native_peers|second_generation_target_pct_native_peers|MIGRATION_GENERATION_SOURCE_LABELLED|direct_learning_environment||percent|V10_exclude_unknown_peer_status_and_singletons",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"NLD|PISA|2015|all|migration_peer_exposure|first_generation_target_pct_native_peers|first_generation_target_pct_native_peers|MIGRATION_GENERATION_SOURCE_LABELLED|direct_learning_environment||percent|V10_exclude_unknown_peer_status_and_singletons",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"NLD|PISA|2015|all|migration_peer_exposure|second_generation_target_pct_native_peers|second_generation_target_pct_native_peers|MIGRATION_GENERATION_SOURCE_LABELLED|direct_learning_environment||percent|V10_exclude_unknown_peer_status_and_singletons",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"NLD|PISA|2018|all|migration_peer_exposure|first_generation_target_pct_native_peers|first_generation_target_pct_native_peers|MIGRATION_GENERATION_SOURCE_LABELLED|direct_learning_environment||percent|V10_exclude_unknown_peer_status_and_singletons",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"NLD|PISA|2018|all|migration_peer_exposure|second_generation_target_pct_native_peers|second_generation_target_pct_native_peers|MIGRATION_GENERATION_SOURCE_LABELLED|direct_learning_environment||percent|V10_exclude_unknown_peer_status_and_singletons",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"NLD|PISA|2022|all|migration_peer_exposure|first_generation_target_pct_native_peers|first_generation_target_pct_native_peers|MIGRATION_GENERATION_SOURCE_LABELLED|direct_learning_environment||percent|V10_exclude_unknown_peer_status_and_singletons",</a:t>
            </a:r>
          </a:p>
          <a:p xmlns:a="http://schemas.openxmlformats.org/drawingml/2006/main">
            <a:r>
              <a:t>        "NLD|PISA|2022|all|migration_peer_exposure|second_generation_target_pct_native_peers|second_generation_target_pct_native_peers|MIGRATION_GENERATION_SOURCE_LABELLED|direct_learning_environment||percent|V10_exclude_unknown_peer_status_and_singletons"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20,</a:t>
            </a:r>
          </a:p>
          <a:p xmlns:a="http://schemas.openxmlformats.org/drawingml/2006/main">
            <a:r>
              <a:t>  "approval": "A01",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"EN_PERFORMANCE_PEER_age10_reading_direct_learning_environment"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15,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"Alle leerlingen",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8.2725108899197,</a:t>
            </a:r>
          </a:p>
          <a:p xmlns:a="http://schemas.openxmlformats.org/drawingml/2006/main">
            <a:r>
              <a:t>            8.9941204216083,</a:t>
            </a:r>
          </a:p>
          <a:p xmlns:a="http://schemas.openxmlformats.org/drawingml/2006/main">
            <a:r>
              <a:t>            9.9161115666897,</a:t>
            </a:r>
          </a:p>
          <a:p xmlns:a="http://schemas.openxmlformats.org/drawingml/2006/main">
            <a:r>
              <a:t>            12.309527440309,</a:t>
            </a:r>
          </a:p>
          <a:p xmlns:a="http://schemas.openxmlformats.org/drawingml/2006/main">
            <a:r>
              <a:t>            21.043816866856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6.2249780749052,</a:t>
            </a:r>
          </a:p>
          <a:p xmlns:a="http://schemas.openxmlformats.org/drawingml/2006/main">
            <a:r>
              <a:t>            10.320043704934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7.6202153894053,</a:t>
            </a:r>
          </a:p>
          <a:p xmlns:a="http://schemas.openxmlformats.org/drawingml/2006/main">
            <a:r>
              <a:t>            10.368025453811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8.1711985821203,</a:t>
            </a:r>
          </a:p>
          <a:p xmlns:a="http://schemas.openxmlformats.org/drawingml/2006/main">
            <a:r>
              <a:t>            11.661024551259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10.572915960998,</a:t>
            </a:r>
          </a:p>
          <a:p xmlns:a="http://schemas.openxmlformats.org/drawingml/2006/main">
            <a:r>
              <a:t>            14.04613891962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18.480143670375,</a:t>
            </a:r>
          </a:p>
          <a:p xmlns:a="http://schemas.openxmlformats.org/drawingml/2006/main">
            <a:r>
              <a:t>            23.607490063338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17.773001360119,</a:t>
            </a:r>
          </a:p>
          <a:p xmlns:a="http://schemas.openxmlformats.org/drawingml/2006/main">
            <a:r>
              <a:t>            15.7865556988,</a:t>
            </a:r>
          </a:p>
          <a:p xmlns:a="http://schemas.openxmlformats.org/drawingml/2006/main">
            <a:r>
              <a:t>            16.868223577001,</a:t>
            </a:r>
          </a:p>
          <a:p xmlns:a="http://schemas.openxmlformats.org/drawingml/2006/main">
            <a:r>
              <a:t>            18.784021461431,</a:t>
            </a:r>
          </a:p>
          <a:p xmlns:a="http://schemas.openxmlformats.org/drawingml/2006/main">
            <a:r>
              <a:t>            28.579966667876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9.757255298163,</a:t>
            </a:r>
          </a:p>
          <a:p xmlns:a="http://schemas.openxmlformats.org/drawingml/2006/main">
            <a:r>
              <a:t>            25.788747422074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10.296557854669,</a:t>
            </a:r>
          </a:p>
          <a:p xmlns:a="http://schemas.openxmlformats.org/drawingml/2006/main">
            <a:r>
              <a:t>            21.276553542931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12.911322167414,</a:t>
            </a:r>
          </a:p>
          <a:p xmlns:a="http://schemas.openxmlformats.org/drawingml/2006/main">
            <a:r>
              <a:t>            20.825124986587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14.122791994588,</a:t>
            </a:r>
          </a:p>
          <a:p xmlns:a="http://schemas.openxmlformats.org/drawingml/2006/main">
            <a:r>
              <a:t>            23.445250928273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23.883614140493,</a:t>
            </a:r>
          </a:p>
          <a:p xmlns:a="http://schemas.openxmlformats.org/drawingml/2006/main">
            <a:r>
              <a:t>            33.27631919526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op/boven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7.4127463394142,</a:t>
            </a:r>
          </a:p>
          <a:p xmlns:a="http://schemas.openxmlformats.org/drawingml/2006/main">
            <a:r>
              <a:t>            8.3187061136399,</a:t>
            </a:r>
          </a:p>
          <a:p xmlns:a="http://schemas.openxmlformats.org/drawingml/2006/main">
            <a:r>
              <a:t>            9.1500899947834,</a:t>
            </a:r>
          </a:p>
          <a:p xmlns:a="http://schemas.openxmlformats.org/drawingml/2006/main">
            <a:r>
              <a:t>            11.399643522868,</a:t>
            </a:r>
          </a:p>
          <a:p xmlns:a="http://schemas.openxmlformats.org/drawingml/2006/main">
            <a:r>
              <a:t>            19.036596891699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5.8136261419551,</a:t>
            </a:r>
          </a:p>
          <a:p xmlns:a="http://schemas.openxmlformats.org/drawingml/2006/main">
            <a:r>
              <a:t>            9.0118665368733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7.1820621982565,</a:t>
            </a:r>
          </a:p>
          <a:p xmlns:a="http://schemas.openxmlformats.org/drawingml/2006/main">
            <a:r>
              <a:t>            9.4553500290233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7.6074650208169,</a:t>
            </a:r>
          </a:p>
          <a:p xmlns:a="http://schemas.openxmlformats.org/drawingml/2006/main">
            <a:r>
              <a:t>            10.69271496875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9.9203722229199,</a:t>
            </a:r>
          </a:p>
          <a:p xmlns:a="http://schemas.openxmlformats.org/drawingml/2006/main">
            <a:r>
              <a:t>            12.878914822816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16.763080260151,</a:t>
            </a:r>
          </a:p>
          <a:p xmlns:a="http://schemas.openxmlformats.org/drawingml/2006/main">
            <a:r>
              <a:t>            21.310113523246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"NEW_PEER_BELOW_BASIC|NLD|PIRLS|2001|reading|direct_learning_environment|total|IEA_BELOW_INTERMEDIATE_475",</a:t>
            </a:r>
          </a:p>
          <a:p xmlns:a="http://schemas.openxmlformats.org/drawingml/2006/main">
            <a:r>
              <a:t>        "NEW_PEER_BELOW_BASIC|NLD|PIRLS|2001|reading|direct_learning_environment|self_below_basic|IEA_BELOW_INTERMEDIATE_475",</a:t>
            </a:r>
          </a:p>
          <a:p xmlns:a="http://schemas.openxmlformats.org/drawingml/2006/main">
            <a:r>
              <a:t>        "NEW_PEER_BELOW_BASIC|NLD|PIRLS|2001|reading|direct_learning_environment|self_at_or_above_basic|IEA_BELOW_INTERMEDIATE_475",</a:t>
            </a:r>
          </a:p>
          <a:p xmlns:a="http://schemas.openxmlformats.org/drawingml/2006/main">
            <a:r>
              <a:t>        "NEW_PEER_BELOW_BASIC|NLD|PIRLS|2006|reading|direct_learning_environment|total|IEA_BELOW_INTERMEDIATE_475",</a:t>
            </a:r>
          </a:p>
          <a:p xmlns:a="http://schemas.openxmlformats.org/drawingml/2006/main">
            <a:r>
              <a:t>        "NEW_PEER_BELOW_BASIC|NLD|PIRLS|2006|reading|direct_learning_environment|self_below_basic|IEA_BELOW_INTERMEDIATE_475",</a:t>
            </a:r>
          </a:p>
          <a:p xmlns:a="http://schemas.openxmlformats.org/drawingml/2006/main">
            <a:r>
              <a:t>        "NEW_PEER_BELOW_BASIC|NLD|PIRLS|2006|reading|direct_learning_environment|self_at_or_above_basic|IEA_BELOW_INTERMEDIATE_475",</a:t>
            </a:r>
          </a:p>
          <a:p xmlns:a="http://schemas.openxmlformats.org/drawingml/2006/main">
            <a:r>
              <a:t>        "NEW_PEER_BELOW_BASIC|NLD|PIRLS|2011|reading|direct_learning_environment|total|IEA_BELOW_INTERMEDIATE_475",</a:t>
            </a:r>
          </a:p>
          <a:p xmlns:a="http://schemas.openxmlformats.org/drawingml/2006/main">
            <a:r>
              <a:t>        "NEW_PEER_BELOW_BASIC|NLD|PIRLS|2011|reading|direct_learning_environment|self_below_basic|IEA_BELOW_INTERMEDIATE_475",</a:t>
            </a:r>
          </a:p>
          <a:p xmlns:a="http://schemas.openxmlformats.org/drawingml/2006/main">
            <a:r>
              <a:t>        "NEW_PEER_BELOW_BASIC|NLD|PIRLS|2011|reading|direct_learning_environment|self_at_or_above_basic|IEA_BELOW_INTERMEDIATE_475",</a:t>
            </a:r>
          </a:p>
          <a:p xmlns:a="http://schemas.openxmlformats.org/drawingml/2006/main">
            <a:r>
              <a:t>        "NEW_PEER_BELOW_BASIC|NLD|PIRLS|2016|reading|direct_learning_environment|total|IEA_BELOW_INTERMEDIATE_475",</a:t>
            </a:r>
          </a:p>
          <a:p xmlns:a="http://schemas.openxmlformats.org/drawingml/2006/main">
            <a:r>
              <a:t>        "NEW_PEER_BELOW_BASIC|NLD|PIRLS|2016|reading|direct_learning_environment|self_below_basic|IEA_BELOW_INTERMEDIATE_475",</a:t>
            </a:r>
          </a:p>
          <a:p xmlns:a="http://schemas.openxmlformats.org/drawingml/2006/main">
            <a:r>
              <a:t>        "NEW_PEER_BELOW_BASIC|NLD|PIRLS|2016|reading|direct_learning_environment|self_at_or_above_basic|IEA_BELOW_INTERMEDIATE_475",</a:t>
            </a:r>
          </a:p>
          <a:p xmlns:a="http://schemas.openxmlformats.org/drawingml/2006/main">
            <a:r>
              <a:t>        "NEW_PEER_BELOW_BASIC|NLD|PIRLS|2021|reading|direct_learning_environment|total|IEA_BELOW_INTERMEDIATE_475",</a:t>
            </a:r>
          </a:p>
          <a:p xmlns:a="http://schemas.openxmlformats.org/drawingml/2006/main">
            <a:r>
              <a:t>        "NEW_PEER_BELOW_BASIC|NLD|PIRLS|2021|reading|direct_learning_environment|self_below_basic|IEA_BELOW_INTERMEDIATE_475",</a:t>
            </a:r>
          </a:p>
          <a:p xmlns:a="http://schemas.openxmlformats.org/drawingml/2006/main">
            <a:r>
              <a:t>        "NEW_PEER_BELOW_BASIC|NLD|PIRLS|2021|reading|direct_learning_environment|self_at_or_above_basic|IEA_BELOW_INTERMEDIATE_475"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"EN_PERFORMANCE_PEER_age10_mathematics_direct_learning_environment"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"Alle leerlingen",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11.282946279051,</a:t>
            </a:r>
          </a:p>
          <a:p xmlns:a="http://schemas.openxmlformats.org/drawingml/2006/main">
            <a:r>
              <a:t>            16.219800441725,</a:t>
            </a:r>
          </a:p>
          <a:p xmlns:a="http://schemas.openxmlformats.org/drawingml/2006/main">
            <a:r>
              <a:t>            11.573197088322,</a:t>
            </a:r>
          </a:p>
          <a:p xmlns:a="http://schemas.openxmlformats.org/drawingml/2006/main">
            <a:r>
              <a:t>            17.017802407983,</a:t>
            </a:r>
          </a:p>
          <a:p xmlns:a="http://schemas.openxmlformats.org/drawingml/2006/main">
            <a:r>
              <a:t>            15.892520057611,</a:t>
            </a:r>
          </a:p>
          <a:p xmlns:a="http://schemas.openxmlformats.org/drawingml/2006/main">
            <a:r>
              <a:t>            16.883533277768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15.027691923884,</a:t>
            </a:r>
          </a:p>
          <a:p xmlns:a="http://schemas.openxmlformats.org/drawingml/2006/main">
            <a:r>
              <a:t>            19.007912892083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9.0497816057323,</a:t>
            </a:r>
          </a:p>
          <a:p xmlns:a="http://schemas.openxmlformats.org/drawingml/2006/main">
            <a:r>
              <a:t>            13.51611095237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13.841048854501,</a:t>
            </a:r>
          </a:p>
          <a:p xmlns:a="http://schemas.openxmlformats.org/drawingml/2006/main">
            <a:r>
              <a:t>            18.598552028948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9.995570933625,</a:t>
            </a:r>
          </a:p>
          <a:p xmlns:a="http://schemas.openxmlformats.org/drawingml/2006/main">
            <a:r>
              <a:t>            13.15082324302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13.640346254081,</a:t>
            </a:r>
          </a:p>
          <a:p xmlns:a="http://schemas.openxmlformats.org/drawingml/2006/main">
            <a:r>
              <a:t>            18.144693861141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14.654605519852,</a:t>
            </a:r>
          </a:p>
          <a:p xmlns:a="http://schemas.openxmlformats.org/drawingml/2006/main">
            <a:r>
              <a:t>            19.112461035684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20.833327582788,</a:t>
            </a:r>
          </a:p>
          <a:p xmlns:a="http://schemas.openxmlformats.org/drawingml/2006/main">
            <a:r>
              <a:t>            26.670592404537,</a:t>
            </a:r>
          </a:p>
          <a:p xmlns:a="http://schemas.openxmlformats.org/drawingml/2006/main">
            <a:r>
              <a:t>            20.936844005579,</a:t>
            </a:r>
          </a:p>
          <a:p xmlns:a="http://schemas.openxmlformats.org/drawingml/2006/main">
            <a:r>
              <a:t>            22.323964607205,</a:t>
            </a:r>
          </a:p>
          <a:p xmlns:a="http://schemas.openxmlformats.org/drawingml/2006/main">
            <a:r>
              <a:t>            19.665456508275,</a:t>
            </a:r>
          </a:p>
          <a:p xmlns:a="http://schemas.openxmlformats.org/drawingml/2006/main">
            <a:r>
              <a:t>            23.962373606898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18.386711023003,</a:t>
            </a:r>
          </a:p>
          <a:p xmlns:a="http://schemas.openxmlformats.org/drawingml/2006/main">
            <a:r>
              <a:t>            26.261218191407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14.456045451607,</a:t>
            </a:r>
          </a:p>
          <a:p xmlns:a="http://schemas.openxmlformats.org/drawingml/2006/main">
            <a:r>
              <a:t>            27.210609713969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21.763207302974,</a:t>
            </a:r>
          </a:p>
          <a:p xmlns:a="http://schemas.openxmlformats.org/drawingml/2006/main">
            <a:r>
              <a:t>            31.5779775061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16.450222070749,</a:t>
            </a:r>
          </a:p>
          <a:p xmlns:a="http://schemas.openxmlformats.org/drawingml/2006/main">
            <a:r>
              <a:t>            25.423465940409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16.303110934831,</a:t>
            </a:r>
          </a:p>
          <a:p xmlns:a="http://schemas.openxmlformats.org/drawingml/2006/main">
            <a:r>
              <a:t>            23.027802081718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20.145391824812,</a:t>
            </a:r>
          </a:p>
          <a:p xmlns:a="http://schemas.openxmlformats.org/drawingml/2006/main">
            <a:r>
              <a:t>            27.779355388983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op/boven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10.069111706429,</a:t>
            </a:r>
          </a:p>
          <a:p xmlns:a="http://schemas.openxmlformats.org/drawingml/2006/main">
            <a:r>
              <a:t>            14.19737299775,</a:t>
            </a:r>
          </a:p>
          <a:p xmlns:a="http://schemas.openxmlformats.org/drawingml/2006/main">
            <a:r>
              <a:t>            10.346603369794,</a:t>
            </a:r>
          </a:p>
          <a:p xmlns:a="http://schemas.openxmlformats.org/drawingml/2006/main">
            <a:r>
              <a:t>            15.930889959005,</a:t>
            </a:r>
          </a:p>
          <a:p xmlns:a="http://schemas.openxmlformats.org/drawingml/2006/main">
            <a:r>
              <a:t>            15.181108799406,</a:t>
            </a:r>
          </a:p>
          <a:p xmlns:a="http://schemas.openxmlformats.org/drawingml/2006/main">
            <a:r>
              <a:t>            15.445124280553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14.144490869012,</a:t>
            </a:r>
          </a:p>
          <a:p xmlns:a="http://schemas.openxmlformats.org/drawingml/2006/main">
            <a:r>
              <a:t>            17.717289048997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8.3329915515948,</a:t>
            </a:r>
          </a:p>
          <a:p xmlns:a="http://schemas.openxmlformats.org/drawingml/2006/main">
            <a:r>
              <a:t>            11.805231861264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12.133776280984,</a:t>
            </a:r>
          </a:p>
          <a:p xmlns:a="http://schemas.openxmlformats.org/drawingml/2006/main">
            <a:r>
              <a:t>            16.260969714517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8.9641006038026,</a:t>
            </a:r>
          </a:p>
          <a:p xmlns:a="http://schemas.openxmlformats.org/drawingml/2006/main">
            <a:r>
              <a:t>            11.729106135786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12.996178120159,</a:t>
            </a:r>
          </a:p>
          <a:p xmlns:a="http://schemas.openxmlformats.org/drawingml/2006/main">
            <a:r>
              <a:t>            17.366039478652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13.442034738951,</a:t>
            </a:r>
          </a:p>
          <a:p xmlns:a="http://schemas.openxmlformats.org/drawingml/2006/main">
            <a:r>
              <a:t>            17.448213822154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"NEW_PEER_BELOW_BASIC|NLD|TIMSS|2015|mathematics|direct_learning_environment|total|IEA_BELOW_INTERMEDIATE_475",</a:t>
            </a:r>
          </a:p>
          <a:p xmlns:a="http://schemas.openxmlformats.org/drawingml/2006/main">
            <a:r>
              <a:t>        "NEW_PEER_BELOW_BASIC|NLD|TIMSS|2015|mathematics|direct_learning_environment|self_below_basic|IEA_BELOW_INTERMEDIATE_475",</a:t>
            </a:r>
          </a:p>
          <a:p xmlns:a="http://schemas.openxmlformats.org/drawingml/2006/main">
            <a:r>
              <a:t>        "NEW_PEER_BELOW_BASIC|NLD|TIMSS|2015|mathematics|direct_learning_environment|self_at_or_above_basic|IEA_BELOW_INTERMEDIATE_475",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"NEW_PEER_BELOW_BASIC|NLD|TIMSS|2003|mathematics|direct_learning_environment|total|IEA_BELOW_INTERMEDIATE_475",</a:t>
            </a:r>
          </a:p>
          <a:p xmlns:a="http://schemas.openxmlformats.org/drawingml/2006/main">
            <a:r>
              <a:t>        "NEW_PEER_BELOW_BASIC|NLD|TIMSS|2003|mathematics|direct_learning_environment|self_below_basic|IEA_BELOW_INTERMEDIATE_475",</a:t>
            </a:r>
          </a:p>
          <a:p xmlns:a="http://schemas.openxmlformats.org/drawingml/2006/main">
            <a:r>
              <a:t>        "NEW_PEER_BELOW_BASIC|NLD|TIMSS|2003|mathematics|direct_learning_environment|self_at_or_above_basic|IEA_BELOW_INTERMEDIATE_475",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"NEW_PEER_BELOW_BASIC|NLD|TIMSS|2007|mathematics|direct_learning_environment|total|IEA_BELOW_INTERMEDIATE_475",</a:t>
            </a:r>
          </a:p>
          <a:p xmlns:a="http://schemas.openxmlformats.org/drawingml/2006/main">
            <a:r>
              <a:t>        "NEW_PEER_BELOW_BASIC|NLD|TIMSS|2007|mathematics|direct_learning_environment|self_below_basic|IEA_BELOW_INTERMEDIATE_475",</a:t>
            </a:r>
          </a:p>
          <a:p xmlns:a="http://schemas.openxmlformats.org/drawingml/2006/main">
            <a:r>
              <a:t>        "NEW_PEER_BELOW_BASIC|NLD|TIMSS|2007|mathematics|direct_learning_environment|self_at_or_above_basic|IEA_BELOW_INTERMEDIATE_475",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"NEW_PEER_BELOW_BASIC|NLD|TIMSS|2011|mathematics|direct_learning_environment|total|IEA_BELOW_INTERMEDIATE_475",</a:t>
            </a:r>
          </a:p>
          <a:p xmlns:a="http://schemas.openxmlformats.org/drawingml/2006/main">
            <a:r>
              <a:t>        "NEW_PEER_BELOW_BASIC|NLD|TIMSS|2011|mathematics|direct_learning_environment|self_below_basic|IEA_BELOW_INTERMEDIATE_475",</a:t>
            </a:r>
          </a:p>
          <a:p xmlns:a="http://schemas.openxmlformats.org/drawingml/2006/main">
            <a:r>
              <a:t>        "NEW_PEER_BELOW_BASIC|NLD|TIMSS|2011|mathematics|direct_learning_environment|self_at_or_above_basic|IEA_BELOW_INTERMEDIATE_475",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"NEW_PEER_BELOW_BASIC|NLD|TIMSS|2019|mathematics|direct_learning_environment|total|IEA_BELOW_INTERMEDIATE_475",</a:t>
            </a:r>
          </a:p>
          <a:p xmlns:a="http://schemas.openxmlformats.org/drawingml/2006/main">
            <a:r>
              <a:t>        "NEW_PEER_BELOW_BASIC|NLD|TIMSS|2019|mathematics|direct_learning_environment|self_below_basic|IEA_BELOW_INTERMEDIATE_475",</a:t>
            </a:r>
          </a:p>
          <a:p xmlns:a="http://schemas.openxmlformats.org/drawingml/2006/main">
            <a:r>
              <a:t>        "NEW_PEER_BELOW_BASIC|NLD|TIMSS|2019|mathematics|direct_learning_environment|self_at_or_above_basic|IEA_BELOW_INTERMEDIATE_475",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"NEW_PEER_BELOW_BASIC|NLD|TIMSS|2023|mathematics|direct_learning_environment|total|IEA_BELOW_INTERMEDIATE_475",</a:t>
            </a:r>
          </a:p>
          <a:p xmlns:a="http://schemas.openxmlformats.org/drawingml/2006/main">
            <a:r>
              <a:t>        "NEW_PEER_BELOW_BASIC|NLD|TIMSS|2023|mathematics|direct_learning_environment|self_below_basic|IEA_BELOW_INTERMEDIATE_475",</a:t>
            </a:r>
          </a:p>
          <a:p xmlns:a="http://schemas.openxmlformats.org/drawingml/2006/main">
            <a:r>
              <a:t>        "NEW_PEER_BELOW_BASIC|NLD|TIMSS|2023|mathematics|direct_learning_environment|self_at_or_above_basic|IEA_BELOW_INTERMEDIATE_475"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"EN_PERFORMANCE_PEER_age10_science_direct_learning_environment"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"Alle leerlingen",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16.734541144944,</a:t>
            </a:r>
          </a:p>
          <a:p xmlns:a="http://schemas.openxmlformats.org/drawingml/2006/main">
            <a:r>
              <a:t>            20.674208206913,</a:t>
            </a:r>
          </a:p>
          <a:p xmlns:a="http://schemas.openxmlformats.org/drawingml/2006/main">
            <a:r>
              <a:t>            14.064084231044,</a:t>
            </a:r>
          </a:p>
          <a:p xmlns:a="http://schemas.openxmlformats.org/drawingml/2006/main">
            <a:r>
              <a:t>            23.778027145859,</a:t>
            </a:r>
          </a:p>
          <a:p xmlns:a="http://schemas.openxmlformats.org/drawingml/2006/main">
            <a:r>
              <a:t>            24.263024958468,</a:t>
            </a:r>
          </a:p>
          <a:p xmlns:a="http://schemas.openxmlformats.org/drawingml/2006/main">
            <a:r>
              <a:t>            25.679513097797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21.052282114364,</a:t>
            </a:r>
          </a:p>
          <a:p xmlns:a="http://schemas.openxmlformats.org/drawingml/2006/main">
            <a:r>
              <a:t>            26.503772177355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14.377662938528,</a:t>
            </a:r>
          </a:p>
          <a:p xmlns:a="http://schemas.openxmlformats.org/drawingml/2006/main">
            <a:r>
              <a:t>            19.09141935136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18.03934094168,</a:t>
            </a:r>
          </a:p>
          <a:p xmlns:a="http://schemas.openxmlformats.org/drawingml/2006/main">
            <a:r>
              <a:t>            23.309075472146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11.223614103852,</a:t>
            </a:r>
          </a:p>
          <a:p xmlns:a="http://schemas.openxmlformats.org/drawingml/2006/main">
            <a:r>
              <a:t>            16.904554358236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21.006485418818,</a:t>
            </a:r>
          </a:p>
          <a:p xmlns:a="http://schemas.openxmlformats.org/drawingml/2006/main">
            <a:r>
              <a:t>            27.519564498118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22.386042371986,</a:t>
            </a:r>
          </a:p>
          <a:p xmlns:a="http://schemas.openxmlformats.org/drawingml/2006/main">
            <a:r>
              <a:t>            28.972983823609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24.669736315097,</a:t>
            </a:r>
          </a:p>
          <a:p xmlns:a="http://schemas.openxmlformats.org/drawingml/2006/main">
            <a:r>
              <a:t>            31.568090968799,</a:t>
            </a:r>
          </a:p>
          <a:p xmlns:a="http://schemas.openxmlformats.org/drawingml/2006/main">
            <a:r>
              <a:t>            25.693731104629,</a:t>
            </a:r>
          </a:p>
          <a:p xmlns:a="http://schemas.openxmlformats.org/drawingml/2006/main">
            <a:r>
              <a:t>            35.567496409148,</a:t>
            </a:r>
          </a:p>
          <a:p xmlns:a="http://schemas.openxmlformats.org/drawingml/2006/main">
            <a:r>
              <a:t>            31.749844034238,</a:t>
            </a:r>
          </a:p>
          <a:p xmlns:a="http://schemas.openxmlformats.org/drawingml/2006/main">
            <a:r>
              <a:t>            35.278089577039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30.555539117489,</a:t>
            </a:r>
          </a:p>
          <a:p xmlns:a="http://schemas.openxmlformats.org/drawingml/2006/main">
            <a:r>
              <a:t>            40.579453700807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19.532135153937,</a:t>
            </a:r>
          </a:p>
          <a:p xmlns:a="http://schemas.openxmlformats.org/drawingml/2006/main">
            <a:r>
              <a:t>            29.807337476256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25.778832313733,</a:t>
            </a:r>
          </a:p>
          <a:p xmlns:a="http://schemas.openxmlformats.org/drawingml/2006/main">
            <a:r>
              <a:t>            37.357349623865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19.954811200572,</a:t>
            </a:r>
          </a:p>
          <a:p xmlns:a="http://schemas.openxmlformats.org/drawingml/2006/main">
            <a:r>
              <a:t>            31.432651008686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27.11146607924,</a:t>
            </a:r>
          </a:p>
          <a:p xmlns:a="http://schemas.openxmlformats.org/drawingml/2006/main">
            <a:r>
              <a:t>            36.388221989235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30.096186442517,</a:t>
            </a:r>
          </a:p>
          <a:p xmlns:a="http://schemas.openxmlformats.org/drawingml/2006/main">
            <a:r>
              <a:t>            40.45999271156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op/boven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15.144836240624,</a:t>
            </a:r>
          </a:p>
          <a:p xmlns:a="http://schemas.openxmlformats.org/drawingml/2006/main">
            <a:r>
              <a:t>            17.83770616734,</a:t>
            </a:r>
          </a:p>
          <a:p xmlns:a="http://schemas.openxmlformats.org/drawingml/2006/main">
            <a:r>
              <a:t>            12.153410216478,</a:t>
            </a:r>
          </a:p>
          <a:p xmlns:a="http://schemas.openxmlformats.org/drawingml/2006/main">
            <a:r>
              <a:t>            20.098066513816,</a:t>
            </a:r>
          </a:p>
          <a:p xmlns:a="http://schemas.openxmlformats.org/drawingml/2006/main">
            <a:r>
              <a:t>            21.869186847133,</a:t>
            </a:r>
          </a:p>
          <a:p xmlns:a="http://schemas.openxmlformats.org/drawingml/2006/main">
            <a:r>
              <a:t>            22.3529789802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17.909506383961,</a:t>
            </a:r>
          </a:p>
          <a:p xmlns:a="http://schemas.openxmlformats.org/drawingml/2006/main">
            <a:r>
              <a:t>            22.28662664367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12.93625492201,</a:t>
            </a:r>
          </a:p>
          <a:p xmlns:a="http://schemas.openxmlformats.org/drawingml/2006/main">
            <a:r>
              <a:t>            17.353417559238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15.494614675668,</a:t>
            </a:r>
          </a:p>
          <a:p xmlns:a="http://schemas.openxmlformats.org/drawingml/2006/main">
            <a:r>
              <a:t>            20.180797659012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9.8581170175714,</a:t>
            </a:r>
          </a:p>
          <a:p xmlns:a="http://schemas.openxmlformats.org/drawingml/2006/main">
            <a:r>
              <a:t>            14.448703415385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18.737468978607,</a:t>
            </a:r>
          </a:p>
          <a:p xmlns:a="http://schemas.openxmlformats.org/drawingml/2006/main">
            <a:r>
              <a:t>            25.000904715659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19.846462264347,</a:t>
            </a:r>
          </a:p>
          <a:p xmlns:a="http://schemas.openxmlformats.org/drawingml/2006/main">
            <a:r>
              <a:t>            24.859495696052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"NEW_PEER_BELOW_BASIC|NLD|TIMSS|2015|science|direct_learning_environment|total|IEA_BELOW_INTERMEDIATE_475",</a:t>
            </a:r>
          </a:p>
          <a:p xmlns:a="http://schemas.openxmlformats.org/drawingml/2006/main">
            <a:r>
              <a:t>        "NEW_PEER_BELOW_BASIC|NLD|TIMSS|2015|science|direct_learning_environment|self_below_basic|IEA_BELOW_INTERMEDIATE_475",</a:t>
            </a:r>
          </a:p>
          <a:p xmlns:a="http://schemas.openxmlformats.org/drawingml/2006/main">
            <a:r>
              <a:t>        "NEW_PEER_BELOW_BASIC|NLD|TIMSS|2015|science|direct_learning_environment|self_at_or_above_basic|IEA_BELOW_INTERMEDIATE_475",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"NEW_PEER_BELOW_BASIC|NLD|TIMSS|2003|science|direct_learning_environment|total|IEA_BELOW_INTERMEDIATE_475",</a:t>
            </a:r>
          </a:p>
          <a:p xmlns:a="http://schemas.openxmlformats.org/drawingml/2006/main">
            <a:r>
              <a:t>        "NEW_PEER_BELOW_BASIC|NLD|TIMSS|2003|science|direct_learning_environment|self_below_basic|IEA_BELOW_INTERMEDIATE_475",</a:t>
            </a:r>
          </a:p>
          <a:p xmlns:a="http://schemas.openxmlformats.org/drawingml/2006/main">
            <a:r>
              <a:t>        "NEW_PEER_BELOW_BASIC|NLD|TIMSS|2003|science|direct_learning_environment|self_at_or_above_basic|IEA_BELOW_INTERMEDIATE_475",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"NEW_PEER_BELOW_BASIC|NLD|TIMSS|2007|science|direct_learning_environment|total|IEA_BELOW_INTERMEDIATE_475",</a:t>
            </a:r>
          </a:p>
          <a:p xmlns:a="http://schemas.openxmlformats.org/drawingml/2006/main">
            <a:r>
              <a:t>        "NEW_PEER_BELOW_BASIC|NLD|TIMSS|2007|science|direct_learning_environment|self_below_basic|IEA_BELOW_INTERMEDIATE_475",</a:t>
            </a:r>
          </a:p>
          <a:p xmlns:a="http://schemas.openxmlformats.org/drawingml/2006/main">
            <a:r>
              <a:t>        "NEW_PEER_BELOW_BASIC|NLD|TIMSS|2007|science|direct_learning_environment|self_at_or_above_basic|IEA_BELOW_INTERMEDIATE_475",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"NEW_PEER_BELOW_BASIC|NLD|TIMSS|2011|science|direct_learning_environment|total|IEA_BELOW_INTERMEDIATE_475",</a:t>
            </a:r>
          </a:p>
          <a:p xmlns:a="http://schemas.openxmlformats.org/drawingml/2006/main">
            <a:r>
              <a:t>        "NEW_PEER_BELOW_BASIC|NLD|TIMSS|2011|science|direct_learning_environment|self_below_basic|IEA_BELOW_INTERMEDIATE_475",</a:t>
            </a:r>
          </a:p>
          <a:p xmlns:a="http://schemas.openxmlformats.org/drawingml/2006/main">
            <a:r>
              <a:t>        "NEW_PEER_BELOW_BASIC|NLD|TIMSS|2011|science|direct_learning_environment|self_at_or_above_basic|IEA_BELOW_INTERMEDIATE_475",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"NEW_PEER_BELOW_BASIC|NLD|TIMSS|2019|science|direct_learning_environment|total|IEA_BELOW_INTERMEDIATE_475",</a:t>
            </a:r>
          </a:p>
          <a:p xmlns:a="http://schemas.openxmlformats.org/drawingml/2006/main">
            <a:r>
              <a:t>        "NEW_PEER_BELOW_BASIC|NLD|TIMSS|2019|science|direct_learning_environment|self_below_basic|IEA_BELOW_INTERMEDIATE_475",</a:t>
            </a:r>
          </a:p>
          <a:p xmlns:a="http://schemas.openxmlformats.org/drawingml/2006/main">
            <a:r>
              <a:t>        "NEW_PEER_BELOW_BASIC|NLD|TIMSS|2019|science|direct_learning_environment|self_at_or_above_basic|IEA_BELOW_INTERMEDIATE_475",</a:t>
            </a:r>
          </a:p>
          <a:p xmlns:a="http://schemas.openxmlformats.org/drawingml/2006/main">
            <a:r>
              <a:t>        "NEW_PEER_BELOW_BASIC|NLD|TIMSS|2023|science|direct_learning_environment|total|IEA_BELOW_INTERMEDIATE_475",</a:t>
            </a:r>
          </a:p>
          <a:p xmlns:a="http://schemas.openxmlformats.org/drawingml/2006/main">
            <a:r>
              <a:t>        "NEW_PEER_BELOW_BASIC|NLD|TIMSS|2023|science|direct_learning_environment|self_below_basic|IEA_BELOW_INTERMEDIATE_475",</a:t>
            </a:r>
          </a:p>
          <a:p xmlns:a="http://schemas.openxmlformats.org/drawingml/2006/main">
            <a:r>
              <a:t>        "NEW_PEER_BELOW_BASIC|NLD|TIMSS|2023|science|direct_learning_environment|self_at_or_above_basic|IEA_BELOW_INTERMEDIATE_475"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"EN_PERFORMANCE_PEER_age15_reading_direct_learning_environment"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"Alle leerlingen",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11.244590074815,</a:t>
            </a:r>
          </a:p>
          <a:p xmlns:a="http://schemas.openxmlformats.org/drawingml/2006/main">
            <a:r>
              <a:t>            14.835796533705,</a:t>
            </a:r>
          </a:p>
          <a:p xmlns:a="http://schemas.openxmlformats.org/drawingml/2006/main">
            <a:r>
              <a:t>            14.063277326158,</a:t>
            </a:r>
          </a:p>
          <a:p xmlns:a="http://schemas.openxmlformats.org/drawingml/2006/main">
            <a:r>
              <a:t>            13.959180297205,</a:t>
            </a:r>
          </a:p>
          <a:p xmlns:a="http://schemas.openxmlformats.org/drawingml/2006/main">
            <a:r>
              <a:t>            17.748744708389,</a:t>
            </a:r>
          </a:p>
          <a:p xmlns:a="http://schemas.openxmlformats.org/drawingml/2006/main">
            <a:r>
              <a:t>            23.989672386219,</a:t>
            </a:r>
          </a:p>
          <a:p xmlns:a="http://schemas.openxmlformats.org/drawingml/2006/main">
            <a:r>
              <a:t>            34.617668157018,</a:t>
            </a:r>
          </a:p>
          <a:p xmlns:a="http://schemas.openxmlformats.org/drawingml/2006/main">
            <a:r>
              <a:t>            38.547968731896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36.08848786038,</a:t>
            </a:r>
          </a:p>
          <a:p xmlns:a="http://schemas.openxmlformats.org/drawingml/2006/main">
            <a:r>
              <a:t>            41.007449603412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9.1058227975977,</a:t>
            </a:r>
          </a:p>
          <a:p xmlns:a="http://schemas.openxmlformats.org/drawingml/2006/main">
            <a:r>
              <a:t>            13.383357352033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12.465674877761,</a:t>
            </a:r>
          </a:p>
          <a:p xmlns:a="http://schemas.openxmlformats.org/drawingml/2006/main">
            <a:r>
              <a:t>            17.205918189649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11.003755409712,</a:t>
            </a:r>
          </a:p>
          <a:p xmlns:a="http://schemas.openxmlformats.org/drawingml/2006/main">
            <a:r>
              <a:t>            17.122799242604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11.518050331361,</a:t>
            </a:r>
          </a:p>
          <a:p xmlns:a="http://schemas.openxmlformats.org/drawingml/2006/main">
            <a:r>
              <a:t>            16.40031026305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15.758659048086,</a:t>
            </a:r>
          </a:p>
          <a:p xmlns:a="http://schemas.openxmlformats.org/drawingml/2006/main">
            <a:r>
              <a:t>            19.738830368691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21.968018593093,</a:t>
            </a:r>
          </a:p>
          <a:p xmlns:a="http://schemas.openxmlformats.org/drawingml/2006/main">
            <a:r>
              <a:t>            26.011326179345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31.160515838007,</a:t>
            </a:r>
          </a:p>
          <a:p xmlns:a="http://schemas.openxmlformats.org/drawingml/2006/main">
            <a:r>
              <a:t>            38.074820476029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40.264330304753,</a:t>
            </a:r>
          </a:p>
          <a:p xmlns:a="http://schemas.openxmlformats.org/drawingml/2006/main">
            <a:r>
              <a:t>            56.006681645875,</a:t>
            </a:r>
          </a:p>
          <a:p xmlns:a="http://schemas.openxmlformats.org/drawingml/2006/main">
            <a:r>
              <a:t>            45.150185065852,</a:t>
            </a:r>
          </a:p>
          <a:p xmlns:a="http://schemas.openxmlformats.org/drawingml/2006/main">
            <a:r>
              <a:t>            55.673517921799,</a:t>
            </a:r>
          </a:p>
          <a:p xmlns:a="http://schemas.openxmlformats.org/drawingml/2006/main">
            <a:r>
              <a:t>            51.641592648979,</a:t>
            </a:r>
          </a:p>
          <a:p xmlns:a="http://schemas.openxmlformats.org/drawingml/2006/main">
            <a:r>
              <a:t>            52.803289974111,</a:t>
            </a:r>
          </a:p>
          <a:p xmlns:a="http://schemas.openxmlformats.org/drawingml/2006/main">
            <a:r>
              <a:t>            65.373336442004,</a:t>
            </a:r>
          </a:p>
          <a:p xmlns:a="http://schemas.openxmlformats.org/drawingml/2006/main">
            <a:r>
              <a:t>            67.421182924289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64.479152276977,</a:t>
            </a:r>
          </a:p>
          <a:p xmlns:a="http://schemas.openxmlformats.org/drawingml/2006/main">
            <a:r>
              <a:t>            70.363213571601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30.513607570174,</a:t>
            </a:r>
          </a:p>
          <a:p xmlns:a="http://schemas.openxmlformats.org/drawingml/2006/main">
            <a:r>
              <a:t>            50.015053039332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50.249131782878,</a:t>
            </a:r>
          </a:p>
          <a:p xmlns:a="http://schemas.openxmlformats.org/drawingml/2006/main">
            <a:r>
              <a:t>            61.764231508871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39.059625785653,</a:t>
            </a:r>
          </a:p>
          <a:p xmlns:a="http://schemas.openxmlformats.org/drawingml/2006/main">
            <a:r>
              <a:t>            51.240744346051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47.833310710856,</a:t>
            </a:r>
          </a:p>
          <a:p xmlns:a="http://schemas.openxmlformats.org/drawingml/2006/main">
            <a:r>
              <a:t>            63.513725132741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47.778461830087,</a:t>
            </a:r>
          </a:p>
          <a:p xmlns:a="http://schemas.openxmlformats.org/drawingml/2006/main">
            <a:r>
              <a:t>            55.50472346787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49.092955035106,</a:t>
            </a:r>
          </a:p>
          <a:p xmlns:a="http://schemas.openxmlformats.org/drawingml/2006/main">
            <a:r>
              <a:t>            56.513624913116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60.386461991528,</a:t>
            </a:r>
          </a:p>
          <a:p xmlns:a="http://schemas.openxmlformats.org/drawingml/2006/main">
            <a:r>
              <a:t>            70.360210892481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op/boven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7.5643853350905,</a:t>
            </a:r>
          </a:p>
          <a:p xmlns:a="http://schemas.openxmlformats.org/drawingml/2006/main">
            <a:r>
              <a:t>            7.6638248163204,</a:t>
            </a:r>
          </a:p>
          <a:p xmlns:a="http://schemas.openxmlformats.org/drawingml/2006/main">
            <a:r>
              <a:t>            8.9727408765931,</a:t>
            </a:r>
          </a:p>
          <a:p xmlns:a="http://schemas.openxmlformats.org/drawingml/2006/main">
            <a:r>
              <a:t>            7.2013678684044,</a:t>
            </a:r>
          </a:p>
          <a:p xmlns:a="http://schemas.openxmlformats.org/drawingml/2006/main">
            <a:r>
              <a:t>            10.431156288484,</a:t>
            </a:r>
          </a:p>
          <a:p xmlns:a="http://schemas.openxmlformats.org/drawingml/2006/main">
            <a:r>
              <a:t>            14.886014072202,</a:t>
            </a:r>
          </a:p>
          <a:p xmlns:a="http://schemas.openxmlformats.org/drawingml/2006/main">
            <a:r>
              <a:t>            18.339684203718,</a:t>
            </a:r>
          </a:p>
          <a:p xmlns:a="http://schemas.openxmlformats.org/drawingml/2006/main">
            <a:r>
              <a:t>            20.448430293694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18.730887246374,</a:t>
            </a:r>
          </a:p>
          <a:p xmlns:a="http://schemas.openxmlformats.org/drawingml/2006/main">
            <a:r>
              <a:t>            22.165973341013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6.0308947841272,</a:t>
            </a:r>
          </a:p>
          <a:p xmlns:a="http://schemas.openxmlformats.org/drawingml/2006/main">
            <a:r>
              <a:t>            9.0978758860537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6.2888416684365,</a:t>
            </a:r>
          </a:p>
          <a:p xmlns:a="http://schemas.openxmlformats.org/drawingml/2006/main">
            <a:r>
              <a:t>            9.0388079642044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6.9489418481802,</a:t>
            </a:r>
          </a:p>
          <a:p xmlns:a="http://schemas.openxmlformats.org/drawingml/2006/main">
            <a:r>
              <a:t>            10.996539905006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5.9626111906547,</a:t>
            </a:r>
          </a:p>
          <a:p xmlns:a="http://schemas.openxmlformats.org/drawingml/2006/main">
            <a:r>
              <a:t>            8.4401245461541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9.1021399244437,</a:t>
            </a:r>
          </a:p>
          <a:p xmlns:a="http://schemas.openxmlformats.org/drawingml/2006/main">
            <a:r>
              <a:t>            11.760172652524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13.554377367407,</a:t>
            </a:r>
          </a:p>
          <a:p xmlns:a="http://schemas.openxmlformats.org/drawingml/2006/main">
            <a:r>
              <a:t>            16.217650776997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16.69037545609,</a:t>
            </a:r>
          </a:p>
          <a:p xmlns:a="http://schemas.openxmlformats.org/drawingml/2006/main">
            <a:r>
              <a:t>            19.988992951346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"NEW_PEER_BELOW_BASIC|NLD|PISA|2025|reading|direct_learning_environment|total|PISA_BELOW_LEVEL2",</a:t>
            </a:r>
          </a:p>
          <a:p xmlns:a="http://schemas.openxmlformats.org/drawingml/2006/main">
            <a:r>
              <a:t>        "NEW_PEER_BELOW_BASIC|NLD|PISA|2025|reading|direct_learning_environment|self_below_basic|PISA_BELOW_LEVEL2",</a:t>
            </a:r>
          </a:p>
          <a:p xmlns:a="http://schemas.openxmlformats.org/drawingml/2006/main">
            <a:r>
              <a:t>        "NEW_PEER_BELOW_BASIC|NLD|PISA|2025|reading|direct_learning_environment|self_at_or_above_basic|PISA_BELOW_LEVEL2",</a:t>
            </a:r>
          </a:p>
          <a:p xmlns:a="http://schemas.openxmlformats.org/drawingml/2006/main">
            <a:r>
              <a:t>        "NEW_PEER_BELOW_BASIC|NLD|PISA|2003|reading|direct_learning_environment|total|PISA_BELOW_LEVEL2",</a:t>
            </a:r>
          </a:p>
          <a:p xmlns:a="http://schemas.openxmlformats.org/drawingml/2006/main">
            <a:r>
              <a:t>        "NEW_PEER_BELOW_BASIC|NLD|PISA|2003|reading|direct_learning_environment|self_below_basic|PISA_BELOW_LEVEL2",</a:t>
            </a:r>
          </a:p>
          <a:p xmlns:a="http://schemas.openxmlformats.org/drawingml/2006/main">
            <a:r>
              <a:t>        "NEW_PEER_BELOW_BASIC|NLD|PISA|2003|reading|direct_learning_environment|self_at_or_above_basic|PISA_BELOW_LEVEL2",</a:t>
            </a:r>
          </a:p>
          <a:p xmlns:a="http://schemas.openxmlformats.org/drawingml/2006/main">
            <a:r>
              <a:t>        "NEW_PEER_BELOW_BASIC|NLD|PISA|2006|reading|direct_learning_environment|total|PISA_BELOW_LEVEL2",</a:t>
            </a:r>
          </a:p>
          <a:p xmlns:a="http://schemas.openxmlformats.org/drawingml/2006/main">
            <a:r>
              <a:t>        "NEW_PEER_BELOW_BASIC|NLD|PISA|2006|reading|direct_learning_environment|self_below_basic|PISA_BELOW_LEVEL2",</a:t>
            </a:r>
          </a:p>
          <a:p xmlns:a="http://schemas.openxmlformats.org/drawingml/2006/main">
            <a:r>
              <a:t>        "NEW_PEER_BELOW_BASIC|NLD|PISA|2006|reading|direct_learning_environment|self_at_or_above_basic|PISA_BELOW_LEVEL2",</a:t>
            </a:r>
          </a:p>
          <a:p xmlns:a="http://schemas.openxmlformats.org/drawingml/2006/main">
            <a:r>
              <a:t>        "NEW_PEER_BELOW_BASIC|NLD|PISA|2009|reading|direct_learning_environment|total|PISA_BELOW_LEVEL2",</a:t>
            </a:r>
          </a:p>
          <a:p xmlns:a="http://schemas.openxmlformats.org/drawingml/2006/main">
            <a:r>
              <a:t>        "NEW_PEER_BELOW_BASIC|NLD|PISA|2009|reading|direct_learning_environment|self_below_basic|PISA_BELOW_LEVEL2",</a:t>
            </a:r>
          </a:p>
          <a:p xmlns:a="http://schemas.openxmlformats.org/drawingml/2006/main">
            <a:r>
              <a:t>        "NEW_PEER_BELOW_BASIC|NLD|PISA|2009|reading|direct_learning_environment|self_at_or_above_basic|PISA_BELOW_LEVEL2",</a:t>
            </a:r>
          </a:p>
          <a:p xmlns:a="http://schemas.openxmlformats.org/drawingml/2006/main">
            <a:r>
              <a:t>        "NEW_PEER_BELOW_BASIC|NLD|PISA|2012|reading|direct_learning_environment|total|PISA_BELOW_LEVEL2",</a:t>
            </a:r>
          </a:p>
          <a:p xmlns:a="http://schemas.openxmlformats.org/drawingml/2006/main">
            <a:r>
              <a:t>        "NEW_PEER_BELOW_BASIC|NLD|PISA|2012|reading|direct_learning_environment|self_below_basic|PISA_BELOW_LEVEL2",</a:t>
            </a:r>
          </a:p>
          <a:p xmlns:a="http://schemas.openxmlformats.org/drawingml/2006/main">
            <a:r>
              <a:t>        "NEW_PEER_BELOW_BASIC|NLD|PISA|2012|reading|direct_learning_environment|self_at_or_above_basic|PISA_BELOW_LEVEL2",</a:t>
            </a:r>
          </a:p>
          <a:p xmlns:a="http://schemas.openxmlformats.org/drawingml/2006/main">
            <a:r>
              <a:t>        "NEW_PEER_BELOW_BASIC|NLD|PISA|2015|reading|direct_learning_environment|total|PISA_BELOW_LEVEL2",</a:t>
            </a:r>
          </a:p>
          <a:p xmlns:a="http://schemas.openxmlformats.org/drawingml/2006/main">
            <a:r>
              <a:t>        "NEW_PEER_BELOW_BASIC|NLD|PISA|2015|reading|direct_learning_environment|self_below_basic|PISA_BELOW_LEVEL2",</a:t>
            </a:r>
          </a:p>
          <a:p xmlns:a="http://schemas.openxmlformats.org/drawingml/2006/main">
            <a:r>
              <a:t>        "NEW_PEER_BELOW_BASIC|NLD|PISA|2015|reading|direct_learning_environment|self_at_or_above_basic|PISA_BELOW_LEVEL2",</a:t>
            </a:r>
          </a:p>
          <a:p xmlns:a="http://schemas.openxmlformats.org/drawingml/2006/main">
            <a:r>
              <a:t>        "NEW_PEER_BELOW_BASIC|NLD|PISA|2018|reading|direct_learning_environment|total|PISA_BELOW_LEVEL2",</a:t>
            </a:r>
          </a:p>
          <a:p xmlns:a="http://schemas.openxmlformats.org/drawingml/2006/main">
            <a:r>
              <a:t>        "NEW_PEER_BELOW_BASIC|NLD|PISA|2018|reading|direct_learning_environment|self_below_basic|PISA_BELOW_LEVEL2",</a:t>
            </a:r>
          </a:p>
          <a:p xmlns:a="http://schemas.openxmlformats.org/drawingml/2006/main">
            <a:r>
              <a:t>        "NEW_PEER_BELOW_BASIC|NLD|PISA|2018|reading|direct_learning_environment|self_at_or_above_basic|PISA_BELOW_LEVEL2",</a:t>
            </a:r>
          </a:p>
          <a:p xmlns:a="http://schemas.openxmlformats.org/drawingml/2006/main">
            <a:r>
              <a:t>        "NEW_PEER_BELOW_BASIC|NLD|PISA|2022|reading|direct_learning_environment|total|PISA_BELOW_LEVEL2",</a:t>
            </a:r>
          </a:p>
          <a:p xmlns:a="http://schemas.openxmlformats.org/drawingml/2006/main">
            <a:r>
              <a:t>        "NEW_PEER_BELOW_BASIC|NLD|PISA|2022|reading|direct_learning_environment|self_below_basic|PISA_BELOW_LEVEL2",</a:t>
            </a:r>
          </a:p>
          <a:p xmlns:a="http://schemas.openxmlformats.org/drawingml/2006/main">
            <a:r>
              <a:t>        "NEW_PEER_BELOW_BASIC|NLD|PISA|2022|reading|direct_learning_environment|self_at_or_above_basic|PISA_BELOW_LEVEL2"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"EN_PERFORMANCE_PEER_age15_mathematics_direct_learning_environment"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"Alle leerlingen",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10.739056373652,</a:t>
            </a:r>
          </a:p>
          <a:p xmlns:a="http://schemas.openxmlformats.org/drawingml/2006/main">
            <a:r>
              <a:t>            11.390818205524,</a:t>
            </a:r>
          </a:p>
          <a:p xmlns:a="http://schemas.openxmlformats.org/drawingml/2006/main">
            <a:r>
              <a:t>            13.194886899108,</a:t>
            </a:r>
          </a:p>
          <a:p xmlns:a="http://schemas.openxmlformats.org/drawingml/2006/main">
            <a:r>
              <a:t>            14.61924480272,</a:t>
            </a:r>
          </a:p>
          <a:p xmlns:a="http://schemas.openxmlformats.org/drawingml/2006/main">
            <a:r>
              <a:t>            16.426907648996,</a:t>
            </a:r>
          </a:p>
          <a:p xmlns:a="http://schemas.openxmlformats.org/drawingml/2006/main">
            <a:r>
              <a:t>            15.638139641455,</a:t>
            </a:r>
          </a:p>
          <a:p xmlns:a="http://schemas.openxmlformats.org/drawingml/2006/main">
            <a:r>
              <a:t>            27.363001446474,</a:t>
            </a:r>
          </a:p>
          <a:p xmlns:a="http://schemas.openxmlformats.org/drawingml/2006/main">
            <a:r>
              <a:t>            29.684670475221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27.118302406069,</a:t>
            </a:r>
          </a:p>
          <a:p xmlns:a="http://schemas.openxmlformats.org/drawingml/2006/main">
            <a:r>
              <a:t>            32.251038544372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8.5210202170657,</a:t>
            </a:r>
          </a:p>
          <a:p xmlns:a="http://schemas.openxmlformats.org/drawingml/2006/main">
            <a:r>
              <a:t>            12.957092530238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9.3212499032084,</a:t>
            </a:r>
          </a:p>
          <a:p xmlns:a="http://schemas.openxmlformats.org/drawingml/2006/main">
            <a:r>
              <a:t>            13.460386507841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10.340482139386,</a:t>
            </a:r>
          </a:p>
          <a:p xmlns:a="http://schemas.openxmlformats.org/drawingml/2006/main">
            <a:r>
              <a:t>            16.049291658829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12.073959245713,</a:t>
            </a:r>
          </a:p>
          <a:p xmlns:a="http://schemas.openxmlformats.org/drawingml/2006/main">
            <a:r>
              <a:t>            17.164530359728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14.660372986901,</a:t>
            </a:r>
          </a:p>
          <a:p xmlns:a="http://schemas.openxmlformats.org/drawingml/2006/main">
            <a:r>
              <a:t>            18.193442311092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13.541767281541,</a:t>
            </a:r>
          </a:p>
          <a:p xmlns:a="http://schemas.openxmlformats.org/drawingml/2006/main">
            <a:r>
              <a:t>            17.734512001369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23.866860172114,</a:t>
            </a:r>
          </a:p>
          <a:p xmlns:a="http://schemas.openxmlformats.org/drawingml/2006/main">
            <a:r>
              <a:t>            30.859142720835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42.800358089775,</a:t>
            </a:r>
          </a:p>
          <a:p xmlns:a="http://schemas.openxmlformats.org/drawingml/2006/main">
            <a:r>
              <a:t>            52.064182772466,</a:t>
            </a:r>
          </a:p>
          <a:p xmlns:a="http://schemas.openxmlformats.org/drawingml/2006/main">
            <a:r>
              <a:t>            50.65371115169,</a:t>
            </a:r>
          </a:p>
          <a:p xmlns:a="http://schemas.openxmlformats.org/drawingml/2006/main">
            <a:r>
              <a:t>            58.465956502653,</a:t>
            </a:r>
          </a:p>
          <a:p xmlns:a="http://schemas.openxmlformats.org/drawingml/2006/main">
            <a:r>
              <a:t>            52.927326924377,</a:t>
            </a:r>
          </a:p>
          <a:p xmlns:a="http://schemas.openxmlformats.org/drawingml/2006/main">
            <a:r>
              <a:t>            49.932067560316,</a:t>
            </a:r>
          </a:p>
          <a:p xmlns:a="http://schemas.openxmlformats.org/drawingml/2006/main">
            <a:r>
              <a:t>            64.034662660301,</a:t>
            </a:r>
          </a:p>
          <a:p xmlns:a="http://schemas.openxmlformats.org/drawingml/2006/main">
            <a:r>
              <a:t>            64.238090630587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60.749221438365,</a:t>
            </a:r>
          </a:p>
          <a:p xmlns:a="http://schemas.openxmlformats.org/drawingml/2006/main">
            <a:r>
              <a:t>            67.726959822808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33.527010588711,</a:t>
            </a:r>
          </a:p>
          <a:p xmlns:a="http://schemas.openxmlformats.org/drawingml/2006/main">
            <a:r>
              <a:t>            52.073705590838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43.589980499244,</a:t>
            </a:r>
          </a:p>
          <a:p xmlns:a="http://schemas.openxmlformats.org/drawingml/2006/main">
            <a:r>
              <a:t>            60.538385045687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43.791524984708,</a:t>
            </a:r>
          </a:p>
          <a:p xmlns:a="http://schemas.openxmlformats.org/drawingml/2006/main">
            <a:r>
              <a:t>            57.515897318671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52.304851861739,</a:t>
            </a:r>
          </a:p>
          <a:p xmlns:a="http://schemas.openxmlformats.org/drawingml/2006/main">
            <a:r>
              <a:t>            64.627061143567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48.6714873476,</a:t>
            </a:r>
          </a:p>
          <a:p xmlns:a="http://schemas.openxmlformats.org/drawingml/2006/main">
            <a:r>
              <a:t>            57.183166501154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43.793067628385,</a:t>
            </a:r>
          </a:p>
          <a:p xmlns:a="http://schemas.openxmlformats.org/drawingml/2006/main">
            <a:r>
              <a:t>            56.071067492248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58.667485338538,</a:t>
            </a:r>
          </a:p>
          <a:p xmlns:a="http://schemas.openxmlformats.org/drawingml/2006/main">
            <a:r>
              <a:t>            69.401839982064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op/boven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6.8818939965339,</a:t>
            </a:r>
          </a:p>
          <a:p xmlns:a="http://schemas.openxmlformats.org/drawingml/2006/main">
            <a:r>
              <a:t>            6.1660533732193,</a:t>
            </a:r>
          </a:p>
          <a:p xmlns:a="http://schemas.openxmlformats.org/drawingml/2006/main">
            <a:r>
              <a:t>            7.5043285161836,</a:t>
            </a:r>
          </a:p>
          <a:p xmlns:a="http://schemas.openxmlformats.org/drawingml/2006/main">
            <a:r>
              <a:t>            7.1123164616733,</a:t>
            </a:r>
          </a:p>
          <a:p xmlns:a="http://schemas.openxmlformats.org/drawingml/2006/main">
            <a:r>
              <a:t>            9.2460174125777,</a:t>
            </a:r>
          </a:p>
          <a:p xmlns:a="http://schemas.openxmlformats.org/drawingml/2006/main">
            <a:r>
              <a:t>            9.2797289173064,</a:t>
            </a:r>
          </a:p>
          <a:p xmlns:a="http://schemas.openxmlformats.org/drawingml/2006/main">
            <a:r>
              <a:t>            13.549057209974,</a:t>
            </a:r>
          </a:p>
          <a:p xmlns:a="http://schemas.openxmlformats.org/drawingml/2006/main">
            <a:r>
              <a:t>            15.090494145391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13.710602430185,</a:t>
            </a:r>
          </a:p>
          <a:p xmlns:a="http://schemas.openxmlformats.org/drawingml/2006/main">
            <a:r>
              <a:t>            16.470385860597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5.3963144633509,</a:t>
            </a:r>
          </a:p>
          <a:p xmlns:a="http://schemas.openxmlformats.org/drawingml/2006/main">
            <a:r>
              <a:t>            8.3674735297169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4.9658713595374,</a:t>
            </a:r>
          </a:p>
          <a:p xmlns:a="http://schemas.openxmlformats.org/drawingml/2006/main">
            <a:r>
              <a:t>            7.3662353869012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5.8070618413306,</a:t>
            </a:r>
          </a:p>
          <a:p xmlns:a="http://schemas.openxmlformats.org/drawingml/2006/main">
            <a:r>
              <a:t>            9.2015951910366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5.9280163326287,</a:t>
            </a:r>
          </a:p>
          <a:p xmlns:a="http://schemas.openxmlformats.org/drawingml/2006/main">
            <a:r>
              <a:t>            8.2966165907179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8.1768707588637,</a:t>
            </a:r>
          </a:p>
          <a:p xmlns:a="http://schemas.openxmlformats.org/drawingml/2006/main">
            <a:r>
              <a:t>            10.315164066292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8.1304711085153,</a:t>
            </a:r>
          </a:p>
          <a:p xmlns:a="http://schemas.openxmlformats.org/drawingml/2006/main">
            <a:r>
              <a:t>            10.428986726098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12.071050168872,</a:t>
            </a:r>
          </a:p>
          <a:p xmlns:a="http://schemas.openxmlformats.org/drawingml/2006/main">
            <a:r>
              <a:t>            15.027064251076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"NEW_PEER_BELOW_BASIC|NLD|PISA|2025|mathematics|direct_learning_environment|total|PISA_BELOW_LEVEL2",</a:t>
            </a:r>
          </a:p>
          <a:p xmlns:a="http://schemas.openxmlformats.org/drawingml/2006/main">
            <a:r>
              <a:t>        "NEW_PEER_BELOW_BASIC|NLD|PISA|2025|mathematics|direct_learning_environment|self_below_basic|PISA_BELOW_LEVEL2",</a:t>
            </a:r>
          </a:p>
          <a:p xmlns:a="http://schemas.openxmlformats.org/drawingml/2006/main">
            <a:r>
              <a:t>        "NEW_PEER_BELOW_BASIC|NLD|PISA|2025|mathematics|direct_learning_environment|self_at_or_above_basic|PISA_BELOW_LEVEL2",</a:t>
            </a:r>
          </a:p>
          <a:p xmlns:a="http://schemas.openxmlformats.org/drawingml/2006/main">
            <a:r>
              <a:t>        "NEW_PEER_BELOW_BASIC|NLD|PISA|2003|mathematics|direct_learning_environment|total|PISA_BELOW_LEVEL2",</a:t>
            </a:r>
          </a:p>
          <a:p xmlns:a="http://schemas.openxmlformats.org/drawingml/2006/main">
            <a:r>
              <a:t>        "NEW_PEER_BELOW_BASIC|NLD|PISA|2003|mathematics|direct_learning_environment|self_below_basic|PISA_BELOW_LEVEL2",</a:t>
            </a:r>
          </a:p>
          <a:p xmlns:a="http://schemas.openxmlformats.org/drawingml/2006/main">
            <a:r>
              <a:t>        "NEW_PEER_BELOW_BASIC|NLD|PISA|2003|mathematics|direct_learning_environment|self_at_or_above_basic|PISA_BELOW_LEVEL2",</a:t>
            </a:r>
          </a:p>
          <a:p xmlns:a="http://schemas.openxmlformats.org/drawingml/2006/main">
            <a:r>
              <a:t>        "NEW_PEER_BELOW_BASIC|NLD|PISA|2006|mathematics|direct_learning_environment|total|PISA_BELOW_LEVEL2",</a:t>
            </a:r>
          </a:p>
          <a:p xmlns:a="http://schemas.openxmlformats.org/drawingml/2006/main">
            <a:r>
              <a:t>        "NEW_PEER_BELOW_BASIC|NLD|PISA|2006|mathematics|direct_learning_environment|self_below_basic|PISA_BELOW_LEVEL2",</a:t>
            </a:r>
          </a:p>
          <a:p xmlns:a="http://schemas.openxmlformats.org/drawingml/2006/main">
            <a:r>
              <a:t>        "NEW_PEER_BELOW_BASIC|NLD|PISA|2006|mathematics|direct_learning_environment|self_at_or_above_basic|PISA_BELOW_LEVEL2",</a:t>
            </a:r>
          </a:p>
          <a:p xmlns:a="http://schemas.openxmlformats.org/drawingml/2006/main">
            <a:r>
              <a:t>        "NEW_PEER_BELOW_BASIC|NLD|PISA|2009|mathematics|direct_learning_environment|total|PISA_BELOW_LEVEL2",</a:t>
            </a:r>
          </a:p>
          <a:p xmlns:a="http://schemas.openxmlformats.org/drawingml/2006/main">
            <a:r>
              <a:t>        "NEW_PEER_BELOW_BASIC|NLD|PISA|2009|mathematics|direct_learning_environment|self_below_basic|PISA_BELOW_LEVEL2",</a:t>
            </a:r>
          </a:p>
          <a:p xmlns:a="http://schemas.openxmlformats.org/drawingml/2006/main">
            <a:r>
              <a:t>        "NEW_PEER_BELOW_BASIC|NLD|PISA|2009|mathematics|direct_learning_environment|self_at_or_above_basic|PISA_BELOW_LEVEL2",</a:t>
            </a:r>
          </a:p>
          <a:p xmlns:a="http://schemas.openxmlformats.org/drawingml/2006/main">
            <a:r>
              <a:t>        "NEW_PEER_BELOW_BASIC|NLD|PISA|2012|mathematics|direct_learning_environment|total|PISA_BELOW_LEVEL2",</a:t>
            </a:r>
          </a:p>
          <a:p xmlns:a="http://schemas.openxmlformats.org/drawingml/2006/main">
            <a:r>
              <a:t>        "NEW_PEER_BELOW_BASIC|NLD|PISA|2012|mathematics|direct_learning_environment|self_below_basic|PISA_BELOW_LEVEL2",</a:t>
            </a:r>
          </a:p>
          <a:p xmlns:a="http://schemas.openxmlformats.org/drawingml/2006/main">
            <a:r>
              <a:t>        "NEW_PEER_BELOW_BASIC|NLD|PISA|2012|mathematics|direct_learning_environment|self_at_or_above_basic|PISA_BELOW_LEVEL2",</a:t>
            </a:r>
          </a:p>
          <a:p xmlns:a="http://schemas.openxmlformats.org/drawingml/2006/main">
            <a:r>
              <a:t>        "NEW_PEER_BELOW_BASIC|NLD|PISA|2015|mathematics|direct_learning_environment|total|PISA_BELOW_LEVEL2",</a:t>
            </a:r>
          </a:p>
          <a:p xmlns:a="http://schemas.openxmlformats.org/drawingml/2006/main">
            <a:r>
              <a:t>        "NEW_PEER_BELOW_BASIC|NLD|PISA|2015|mathematics|direct_learning_environment|self_below_basic|PISA_BELOW_LEVEL2",</a:t>
            </a:r>
          </a:p>
          <a:p xmlns:a="http://schemas.openxmlformats.org/drawingml/2006/main">
            <a:r>
              <a:t>        "NEW_PEER_BELOW_BASIC|NLD|PISA|2015|mathematics|direct_learning_environment|self_at_or_above_basic|PISA_BELOW_LEVEL2",</a:t>
            </a:r>
          </a:p>
          <a:p xmlns:a="http://schemas.openxmlformats.org/drawingml/2006/main">
            <a:r>
              <a:t>        "NEW_PEER_BELOW_BASIC|NLD|PISA|2018|mathematics|direct_learning_environment|total|PISA_BELOW_LEVEL2",</a:t>
            </a:r>
          </a:p>
          <a:p xmlns:a="http://schemas.openxmlformats.org/drawingml/2006/main">
            <a:r>
              <a:t>        "NEW_PEER_BELOW_BASIC|NLD|PISA|2018|mathematics|direct_learning_environment|self_below_basic|PISA_BELOW_LEVEL2",</a:t>
            </a:r>
          </a:p>
          <a:p xmlns:a="http://schemas.openxmlformats.org/drawingml/2006/main">
            <a:r>
              <a:t>        "NEW_PEER_BELOW_BASIC|NLD|PISA|2018|mathematics|direct_learning_environment|self_at_or_above_basic|PISA_BELOW_LEVEL2",</a:t>
            </a:r>
          </a:p>
          <a:p xmlns:a="http://schemas.openxmlformats.org/drawingml/2006/main">
            <a:r>
              <a:t>        "NEW_PEER_BELOW_BASIC|NLD|PISA|2022|mathematics|direct_learning_environment|total|PISA_BELOW_LEVEL2",</a:t>
            </a:r>
          </a:p>
          <a:p xmlns:a="http://schemas.openxmlformats.org/drawingml/2006/main">
            <a:r>
              <a:t>        "NEW_PEER_BELOW_BASIC|NLD|PISA|2022|mathematics|direct_learning_environment|self_below_basic|PISA_BELOW_LEVEL2",</a:t>
            </a:r>
          </a:p>
          <a:p xmlns:a="http://schemas.openxmlformats.org/drawingml/2006/main">
            <a:r>
              <a:t>        "NEW_PEER_BELOW_BASIC|NLD|PISA|2022|mathematics|direct_learning_environment|self_at_or_above_basic|PISA_BELOW_LEVEL2"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"EN_PERFORMANCE_PEER_age15_science_direct_learning_environment"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21,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"Alle leerlingen",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12.802228027489,</a:t>
            </a:r>
          </a:p>
          <a:p xmlns:a="http://schemas.openxmlformats.org/drawingml/2006/main">
            <a:r>
              <a:t>            12.980467410797,</a:t>
            </a:r>
          </a:p>
          <a:p xmlns:a="http://schemas.openxmlformats.org/drawingml/2006/main">
            <a:r>
              <a:t>            13.064319665087,</a:t>
            </a:r>
          </a:p>
          <a:p xmlns:a="http://schemas.openxmlformats.org/drawingml/2006/main">
            <a:r>
              <a:t>            18.244681406406,</a:t>
            </a:r>
          </a:p>
          <a:p xmlns:a="http://schemas.openxmlformats.org/drawingml/2006/main">
            <a:r>
              <a:t>            20.005913713832,</a:t>
            </a:r>
          </a:p>
          <a:p xmlns:a="http://schemas.openxmlformats.org/drawingml/2006/main">
            <a:r>
              <a:t>            27.323527586439,</a:t>
            </a:r>
          </a:p>
          <a:p xmlns:a="http://schemas.openxmlformats.org/drawingml/2006/main">
            <a:r>
              <a:t>            27.009635704797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24.658230762146,</a:t>
            </a:r>
          </a:p>
          <a:p xmlns:a="http://schemas.openxmlformats.org/drawingml/2006/main">
            <a:r>
              <a:t>            29.361040647447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10.676983025823,</a:t>
            </a:r>
          </a:p>
          <a:p xmlns:a="http://schemas.openxmlformats.org/drawingml/2006/main">
            <a:r>
              <a:t>            14.927473029155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9.8740845782049,</a:t>
            </a:r>
          </a:p>
          <a:p xmlns:a="http://schemas.openxmlformats.org/drawingml/2006/main">
            <a:r>
              <a:t>            16.08685024339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10.857757536412,</a:t>
            </a:r>
          </a:p>
          <a:p xmlns:a="http://schemas.openxmlformats.org/drawingml/2006/main">
            <a:r>
              <a:t>            15.270881793762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16.335333833796,</a:t>
            </a:r>
          </a:p>
          <a:p xmlns:a="http://schemas.openxmlformats.org/drawingml/2006/main">
            <a:r>
              <a:t>            20.154028979016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17.765416892683,</a:t>
            </a:r>
          </a:p>
          <a:p xmlns:a="http://schemas.openxmlformats.org/drawingml/2006/main">
            <a:r>
              <a:t>            22.24641053498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Alle leerlingen,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23.889703024892,</a:t>
            </a:r>
          </a:p>
          <a:p xmlns:a="http://schemas.openxmlformats.org/drawingml/2006/main">
            <a:r>
              <a:t>            30.757352147986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51.402259045201,</a:t>
            </a:r>
          </a:p>
          <a:p xmlns:a="http://schemas.openxmlformats.org/drawingml/2006/main">
            <a:r>
              <a:t>            49.590285627142,</a:t>
            </a:r>
          </a:p>
          <a:p xmlns:a="http://schemas.openxmlformats.org/drawingml/2006/main">
            <a:r>
              <a:t>            54.603247353213,</a:t>
            </a:r>
          </a:p>
          <a:p xmlns:a="http://schemas.openxmlformats.org/drawingml/2006/main">
            <a:r>
              <a:t>            54.816146948365,</a:t>
            </a:r>
          </a:p>
          <a:p xmlns:a="http://schemas.openxmlformats.org/drawingml/2006/main">
            <a:r>
              <a:t>            52.904548922185,</a:t>
            </a:r>
          </a:p>
          <a:p xmlns:a="http://schemas.openxmlformats.org/drawingml/2006/main">
            <a:r>
              <a:t>            61.269909546312,</a:t>
            </a:r>
          </a:p>
          <a:p xmlns:a="http://schemas.openxmlformats.org/drawingml/2006/main">
            <a:r>
              <a:t>            61.250830340967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57.355505392967,</a:t>
            </a:r>
          </a:p>
          <a:p xmlns:a="http://schemas.openxmlformats.org/drawingml/2006/main">
            <a:r>
              <a:t>            65.146155288968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45.479434219527,</a:t>
            </a:r>
          </a:p>
          <a:p xmlns:a="http://schemas.openxmlformats.org/drawingml/2006/main">
            <a:r>
              <a:t>            57.325083870874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40.693771871389,</a:t>
            </a:r>
          </a:p>
          <a:p xmlns:a="http://schemas.openxmlformats.org/drawingml/2006/main">
            <a:r>
              <a:t>            58.486799382896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48.004731085536,</a:t>
            </a:r>
          </a:p>
          <a:p xmlns:a="http://schemas.openxmlformats.org/drawingml/2006/main">
            <a:r>
              <a:t>            61.20176362089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50.883415793856,</a:t>
            </a:r>
          </a:p>
          <a:p xmlns:a="http://schemas.openxmlformats.org/drawingml/2006/main">
            <a:r>
              <a:t>            58.748878102874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48.069311236143,</a:t>
            </a:r>
          </a:p>
          <a:p xmlns:a="http://schemas.openxmlformats.org/drawingml/2006/main">
            <a:r>
              <a:t>            57.739786608228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basisniveau,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55.874998050059,</a:t>
            </a:r>
          </a:p>
          <a:p xmlns:a="http://schemas.openxmlformats.org/drawingml/2006/main">
            <a:r>
              <a:t>            66.664821042565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op/boven basisniveau",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7.1345181388309,</a:t>
            </a:r>
          </a:p>
          <a:p xmlns:a="http://schemas.openxmlformats.org/drawingml/2006/main">
            <a:r>
              <a:t>            7.516864529415,</a:t>
            </a:r>
          </a:p>
          <a:p xmlns:a="http://schemas.openxmlformats.org/drawingml/2006/main">
            <a:r>
              <a:t>            6.8238922933726,</a:t>
            </a:r>
          </a:p>
          <a:p xmlns:a="http://schemas.openxmlformats.org/drawingml/2006/main">
            <a:r>
              <a:t>            10.076709586109,</a:t>
            </a:r>
          </a:p>
          <a:p xmlns:a="http://schemas.openxmlformats.org/drawingml/2006/main">
            <a:r>
              <a:t>            11.783865594611,</a:t>
            </a:r>
          </a:p>
          <a:p xmlns:a="http://schemas.openxmlformats.org/drawingml/2006/main">
            <a:r>
              <a:t>            14.563966395094,</a:t>
            </a:r>
          </a:p>
          <a:p xmlns:a="http://schemas.openxmlformats.org/drawingml/2006/main">
            <a:r>
              <a:t>            14.337922929817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"#2C807F"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12.819288549163,</a:t>
            </a:r>
          </a:p>
          <a:p xmlns:a="http://schemas.openxmlformats.org/drawingml/2006/main">
            <a:r>
              <a:t>            15.856557310471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6.0434655757704,</a:t>
            </a:r>
          </a:p>
          <a:p xmlns:a="http://schemas.openxmlformats.org/drawingml/2006/main">
            <a:r>
              <a:t>            8.2255707018914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5.8346376803321,</a:t>
            </a:r>
          </a:p>
          <a:p xmlns:a="http://schemas.openxmlformats.org/drawingml/2006/main">
            <a:r>
              <a:t>            9.1990913784979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5.7369572234199,</a:t>
            </a:r>
          </a:p>
          <a:p xmlns:a="http://schemas.openxmlformats.org/drawingml/2006/main">
            <a:r>
              <a:t>            7.9108273633253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8.9559748676462,</a:t>
            </a:r>
          </a:p>
          <a:p xmlns:a="http://schemas.openxmlformats.org/drawingml/2006/main">
            <a:r>
              <a:t>            11.197444304573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10.523831206863,</a:t>
            </a:r>
          </a:p>
          <a:p xmlns:a="http://schemas.openxmlformats.org/drawingml/2006/main">
            <a:r>
              <a:t>            13.043899982359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op/boven basisniveau,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13.166502525326,</a:t>
            </a:r>
          </a:p>
          <a:p xmlns:a="http://schemas.openxmlformats.org/drawingml/2006/main">
            <a:r>
              <a:t>            15.961430264862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"#2C807F",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"NEW_PEER_BELOW_BASIC|NLD|PISA|2025|science|direct_learning_environment|total|PISA_BELOW_LEVEL2",</a:t>
            </a:r>
          </a:p>
          <a:p xmlns:a="http://schemas.openxmlformats.org/drawingml/2006/main">
            <a:r>
              <a:t>        "NEW_PEER_BELOW_BASIC|NLD|PISA|2025|science|direct_learning_environment|self_below_basic|PISA_BELOW_LEVEL2",</a:t>
            </a:r>
          </a:p>
          <a:p xmlns:a="http://schemas.openxmlformats.org/drawingml/2006/main">
            <a:r>
              <a:t>        "NEW_PEER_BELOW_BASIC|NLD|PISA|2025|science|direct_learning_environment|self_at_or_above_basic|PISA_BELOW_LEVEL2",</a:t>
            </a:r>
          </a:p>
          <a:p xmlns:a="http://schemas.openxmlformats.org/drawingml/2006/main">
            <a:r>
              <a:t>        "NEW_PEER_BELOW_BASIC|NLD|PISA|2006|science|direct_learning_environment|total|PISA_BELOW_LEVEL2",</a:t>
            </a:r>
          </a:p>
          <a:p xmlns:a="http://schemas.openxmlformats.org/drawingml/2006/main">
            <a:r>
              <a:t>        "NEW_PEER_BELOW_BASIC|NLD|PISA|2006|science|direct_learning_environment|self_below_basic|PISA_BELOW_LEVEL2",</a:t>
            </a:r>
          </a:p>
          <a:p xmlns:a="http://schemas.openxmlformats.org/drawingml/2006/main">
            <a:r>
              <a:t>        "NEW_PEER_BELOW_BASIC|NLD|PISA|2006|science|direct_learning_environment|self_at_or_above_basic|PISA_BELOW_LEVEL2",</a:t>
            </a:r>
          </a:p>
          <a:p xmlns:a="http://schemas.openxmlformats.org/drawingml/2006/main">
            <a:r>
              <a:t>        "NEW_PEER_BELOW_BASIC|NLD|PISA|2009|science|direct_learning_environment|total|PISA_BELOW_LEVEL2",</a:t>
            </a:r>
          </a:p>
          <a:p xmlns:a="http://schemas.openxmlformats.org/drawingml/2006/main">
            <a:r>
              <a:t>        "NEW_PEER_BELOW_BASIC|NLD|PISA|2009|science|direct_learning_environment|self_below_basic|PISA_BELOW_LEVEL2",</a:t>
            </a:r>
          </a:p>
          <a:p xmlns:a="http://schemas.openxmlformats.org/drawingml/2006/main">
            <a:r>
              <a:t>        "NEW_PEER_BELOW_BASIC|NLD|PISA|2009|science|direct_learning_environment|self_at_or_above_basic|PISA_BELOW_LEVEL2",</a:t>
            </a:r>
          </a:p>
          <a:p xmlns:a="http://schemas.openxmlformats.org/drawingml/2006/main">
            <a:r>
              <a:t>        "NEW_PEER_BELOW_BASIC|NLD|PISA|2012|science|direct_learning_environment|total|PISA_BELOW_LEVEL2",</a:t>
            </a:r>
          </a:p>
          <a:p xmlns:a="http://schemas.openxmlformats.org/drawingml/2006/main">
            <a:r>
              <a:t>        "NEW_PEER_BELOW_BASIC|NLD|PISA|2012|science|direct_learning_environment|self_below_basic|PISA_BELOW_LEVEL2",</a:t>
            </a:r>
          </a:p>
          <a:p xmlns:a="http://schemas.openxmlformats.org/drawingml/2006/main">
            <a:r>
              <a:t>        "NEW_PEER_BELOW_BASIC|NLD|PISA|2012|science|direct_learning_environment|self_at_or_above_basic|PISA_BELOW_LEVEL2",</a:t>
            </a:r>
          </a:p>
          <a:p xmlns:a="http://schemas.openxmlformats.org/drawingml/2006/main">
            <a:r>
              <a:t>        "NEW_PEER_BELOW_BASIC|NLD|PISA|2015|science|direct_learning_environment|total|PISA_BELOW_LEVEL2",</a:t>
            </a:r>
          </a:p>
          <a:p xmlns:a="http://schemas.openxmlformats.org/drawingml/2006/main">
            <a:r>
              <a:t>        "NEW_PEER_BELOW_BASIC|NLD|PISA|2015|science|direct_learning_environment|self_below_basic|PISA_BELOW_LEVEL2",</a:t>
            </a:r>
          </a:p>
          <a:p xmlns:a="http://schemas.openxmlformats.org/drawingml/2006/main">
            <a:r>
              <a:t>        "NEW_PEER_BELOW_BASIC|NLD|PISA|2015|science|direct_learning_environment|self_at_or_above_basic|PISA_BELOW_LEVEL2",</a:t>
            </a:r>
          </a:p>
          <a:p xmlns:a="http://schemas.openxmlformats.org/drawingml/2006/main">
            <a:r>
              <a:t>        "NEW_PEER_BELOW_BASIC|NLD|PISA|2018|science|direct_learning_environment|total|PISA_BELOW_LEVEL2",</a:t>
            </a:r>
          </a:p>
          <a:p xmlns:a="http://schemas.openxmlformats.org/drawingml/2006/main">
            <a:r>
              <a:t>        "NEW_PEER_BELOW_BASIC|NLD|PISA|2018|science|direct_learning_environment|self_below_basic|PISA_BELOW_LEVEL2",</a:t>
            </a:r>
          </a:p>
          <a:p xmlns:a="http://schemas.openxmlformats.org/drawingml/2006/main">
            <a:r>
              <a:t>        "NEW_PEER_BELOW_BASIC|NLD|PISA|2018|science|direct_learning_environment|self_at_or_above_basic|PISA_BELOW_LEVEL2",</a:t>
            </a:r>
          </a:p>
          <a:p xmlns:a="http://schemas.openxmlformats.org/drawingml/2006/main">
            <a:r>
              <a:t>        "NEW_PEER_BELOW_BASIC|NLD|PISA|2022|science|direct_learning_environment|total|PISA_BELOW_LEVEL2",</a:t>
            </a:r>
          </a:p>
          <a:p xmlns:a="http://schemas.openxmlformats.org/drawingml/2006/main">
            <a:r>
              <a:t>        "NEW_PEER_BELOW_BASIC|NLD|PISA|2022|science|direct_learning_environment|self_below_basic|PISA_BELOW_LEVEL2",</a:t>
            </a:r>
          </a:p>
          <a:p xmlns:a="http://schemas.openxmlformats.org/drawingml/2006/main">
            <a:r>
              <a:t>        "NEW_PEER_BELOW_BASIC|NLD|PISA|2022|science|direct_learning_environment|self_at_or_above_basic|PISA_BELOW_LEVEL2"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20,</a:t>
            </a:r>
          </a:p>
          <a:p xmlns:a="http://schemas.openxmlformats.org/drawingml/2006/main">
            <a:r>
              <a:t>  "approval": "A03",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"EN_PERFORMANCE_PEER_HIGH_age10_reading_direct_learning_environment"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15,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hoge drempel",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9.8272974350174,</a:t>
            </a:r>
          </a:p>
          <a:p xmlns:a="http://schemas.openxmlformats.org/drawingml/2006/main">
            <a:r>
              <a:t>            6.1374377232758,</a:t>
            </a:r>
          </a:p>
          <a:p xmlns:a="http://schemas.openxmlformats.org/drawingml/2006/main">
            <a:r>
              <a:t>            6.273203349175,</a:t>
            </a:r>
          </a:p>
          <a:p xmlns:a="http://schemas.openxmlformats.org/drawingml/2006/main">
            <a:r>
              <a:t>            8.0061709369294,</a:t>
            </a:r>
          </a:p>
          <a:p xmlns:a="http://schemas.openxmlformats.org/drawingml/2006/main">
            <a:r>
              <a:t>            6.069214119556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8.3096522074712,</a:t>
            </a:r>
          </a:p>
          <a:p xmlns:a="http://schemas.openxmlformats.org/drawingml/2006/main">
            <a:r>
              <a:t>            11.344942662564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5.1696518438624,</a:t>
            </a:r>
          </a:p>
          <a:p xmlns:a="http://schemas.openxmlformats.org/drawingml/2006/main">
            <a:r>
              <a:t>            7.1052236026892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5.1617479448509,</a:t>
            </a:r>
          </a:p>
          <a:p xmlns:a="http://schemas.openxmlformats.org/drawingml/2006/main">
            <a:r>
              <a:t>            7.3846587534992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6.8851935167895,</a:t>
            </a:r>
          </a:p>
          <a:p xmlns:a="http://schemas.openxmlformats.org/drawingml/2006/main">
            <a:r>
              <a:t>            9.1271483570693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4.8270659634318,</a:t>
            </a:r>
          </a:p>
          <a:p xmlns:a="http://schemas.openxmlformats.org/drawingml/2006/main">
            <a:r>
              <a:t>            7.3113622756802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14.427205561728,</a:t>
            </a:r>
          </a:p>
          <a:p xmlns:a="http://schemas.openxmlformats.org/drawingml/2006/main">
            <a:r>
              <a:t>            9.7191722832958,</a:t>
            </a:r>
          </a:p>
          <a:p xmlns:a="http://schemas.openxmlformats.org/drawingml/2006/main">
            <a:r>
              <a:t>            10.249992137615,</a:t>
            </a:r>
          </a:p>
          <a:p xmlns:a="http://schemas.openxmlformats.org/drawingml/2006/main">
            <a:r>
              <a:t>            12.188330425276,</a:t>
            </a:r>
          </a:p>
          <a:p xmlns:a="http://schemas.openxmlformats.org/drawingml/2006/main">
            <a:r>
              <a:t>            11.683039744184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10.229579393053,</a:t>
            </a:r>
          </a:p>
          <a:p xmlns:a="http://schemas.openxmlformats.org/drawingml/2006/main">
            <a:r>
              <a:t>            18.624831730402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7.7032488663416,</a:t>
            </a:r>
          </a:p>
          <a:p xmlns:a="http://schemas.openxmlformats.org/drawingml/2006/main">
            <a:r>
              <a:t>            11.73509570025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7.6705771240461,</a:t>
            </a:r>
          </a:p>
          <a:p xmlns:a="http://schemas.openxmlformats.org/drawingml/2006/main">
            <a:r>
              <a:t>            12.829407151184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8.8056507111646,</a:t>
            </a:r>
          </a:p>
          <a:p xmlns:a="http://schemas.openxmlformats.org/drawingml/2006/main">
            <a:r>
              <a:t>            15.571010139386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7.9731144184305,</a:t>
            </a:r>
          </a:p>
          <a:p xmlns:a="http://schemas.openxmlformats.org/drawingml/2006/main">
            <a:r>
              <a:t>            15.392965069938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10.304864422811,</a:t>
            </a:r>
          </a:p>
          <a:p xmlns:a="http://schemas.openxmlformats.org/drawingml/2006/main">
            <a:r>
              <a:t>            6.3651602116123,</a:t>
            </a:r>
          </a:p>
          <a:p xmlns:a="http://schemas.openxmlformats.org/drawingml/2006/main">
            <a:r>
              <a:t>            6.5333794497154,</a:t>
            </a:r>
          </a:p>
          <a:p xmlns:a="http://schemas.openxmlformats.org/drawingml/2006/main">
            <a:r>
              <a:t>            8.3557414144947,</a:t>
            </a:r>
          </a:p>
          <a:p xmlns:a="http://schemas.openxmlformats.org/drawingml/2006/main">
            <a:r>
              <a:t>            6.4314324692085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8.6332763762946,</a:t>
            </a:r>
          </a:p>
          <a:p xmlns:a="http://schemas.openxmlformats.org/drawingml/2006/main">
            <a:r>
              <a:t>            11.976452469328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5.3755759423299,</a:t>
            </a:r>
          </a:p>
          <a:p xmlns:a="http://schemas.openxmlformats.org/drawingml/2006/main">
            <a:r>
              <a:t>            7.3547444808946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5.3496388278914,</a:t>
            </a:r>
          </a:p>
          <a:p xmlns:a="http://schemas.openxmlformats.org/drawingml/2006/main">
            <a:r>
              <a:t>            7.7171200715394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7.1672525318312,</a:t>
            </a:r>
          </a:p>
          <a:p xmlns:a="http://schemas.openxmlformats.org/drawingml/2006/main">
            <a:r>
              <a:t>            9.5442302971581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5.04199589825,</a:t>
            </a:r>
          </a:p>
          <a:p xmlns:a="http://schemas.openxmlformats.org/drawingml/2006/main">
            <a:r>
              <a:t>            7.820869040167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"NLD|PIRLS|2001|reading|high_proficiency_peer_exposure|self_high|self_high|high_peer_raw_sample|direct_learning_environment|625|percent|V10_exclude_unknown_peer_status_and_singletons",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"NLD|PIRLS|2006|reading|high_proficiency_peer_exposure|self_below_high|self_below_high|high_peer_raw_sample|direct_learning_environment|625|percent|V10_exclude_unknown_peer_status_and_singletons",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"NLD|PIRLS|2006|reading|high_proficiency_peer_exposure|self_high|self_high|high_peer_raw_sample|direct_learning_environment|625|percent|V10_exclude_unknown_peer_status_and_singletons",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"NLD|PIRLS|2011|reading|high_proficiency_peer_exposure|self_below_high|self_below_high|high_peer_raw_sample|direct_learning_environment|625|percent|V10_exclude_unknown_peer_status_and_singletons",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"NLD|PIRLS|2011|reading|high_proficiency_peer_exposure|self_high|self_high|high_peer_raw_sample|direct_learning_environment|625|percent|V10_exclude_unknown_peer_status_and_singletons",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"NLD|PIRLS|2016|reading|high_proficiency_peer_exposure|self_below_high|self_below_high|high_peer_raw_sample|direct_learning_environment|625|percent|V10_exclude_unknown_peer_status_and_singletons",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"NLD|PIRLS|2016|reading|high_proficiency_peer_exposure|self_high|self_high|high_peer_raw_sample|direct_learning_environment|625|percent|V10_exclude_unknown_peer_status_and_singletons",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"NLD|PIRLS|2021|reading|high_proficiency_peer_exposure|self_below_high|self_below_high|high_peer_raw_sample|direct_learning_environment|625|percent|V10_exclude_unknown_peer_status_and_singletons",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"NLD|PIRLS|2021|reading|high_proficiency_peer_exposure|self_high|self_high|high_peer_raw_sample|direct_learning_environment|625|percent|V10_exclude_unknown_peer_status_and_singletons",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"NLD|PIRLS|2001|reading|peer_baseline|high_share|total|high_peer_raw_sample|direct_learning_environment|625|percent|population_share",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"NLD|PIRLS|2006|reading|peer_baseline|high_share|total|high_peer_raw_sample|direct_learning_environment|625|percent|population_share",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"NLD|PIRLS|2011|reading|peer_baseline|high_share|total|high_peer_raw_sample|direct_learning_environment|625|percent|population_share",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"NLD|PIRLS|2016|reading|peer_baseline|high_share|total|high_peer_raw_sample|direct_learning_environment|625|percent|population_share",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"NLD|PIRLS|2021|reading|peer_baseline|high_share|total|high_peer_raw_sample|direct_learning_environment|625|percent|population_share"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"EN_PERFORMANCE_PEER_HIGH_age10_mathematics_direct_learning_environment"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hoge drempel",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5.1933554959148,</a:t>
            </a:r>
          </a:p>
          <a:p xmlns:a="http://schemas.openxmlformats.org/drawingml/2006/main">
            <a:r>
              <a:t>            6.3018495374782,</a:t>
            </a:r>
          </a:p>
          <a:p xmlns:a="http://schemas.openxmlformats.org/drawingml/2006/main">
            <a:r>
              <a:t>            4.4766685278304,</a:t>
            </a:r>
          </a:p>
          <a:p xmlns:a="http://schemas.openxmlformats.org/drawingml/2006/main">
            <a:r>
              <a:t>            3.7438393640382,</a:t>
            </a:r>
          </a:p>
          <a:p xmlns:a="http://schemas.openxmlformats.org/drawingml/2006/main">
            <a:r>
              <a:t>            7.0849986186406,</a:t>
            </a:r>
          </a:p>
          <a:p xmlns:a="http://schemas.openxmlformats.org/drawingml/2006/main">
            <a:r>
              <a:t>            7.7203167360605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2.5418604808759,</a:t>
            </a:r>
          </a:p>
          <a:p xmlns:a="http://schemas.openxmlformats.org/drawingml/2006/main">
            <a:r>
              <a:t>            4.9458182472005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3.7823801681261,</a:t>
            </a:r>
          </a:p>
          <a:p xmlns:a="http://schemas.openxmlformats.org/drawingml/2006/main">
            <a:r>
              <a:t>            6.6043308237035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4.9684228760802,</a:t>
            </a:r>
          </a:p>
          <a:p xmlns:a="http://schemas.openxmlformats.org/drawingml/2006/main">
            <a:r>
              <a:t>            7.6352761988761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3.3201940603722,</a:t>
            </a:r>
          </a:p>
          <a:p xmlns:a="http://schemas.openxmlformats.org/drawingml/2006/main">
            <a:r>
              <a:t>            5.6331429952887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5.3442791691869,</a:t>
            </a:r>
          </a:p>
          <a:p xmlns:a="http://schemas.openxmlformats.org/drawingml/2006/main">
            <a:r>
              <a:t>            8.8257180680942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6.4040041774467,</a:t>
            </a:r>
          </a:p>
          <a:p xmlns:a="http://schemas.openxmlformats.org/drawingml/2006/main">
            <a:r>
              <a:t>            9.0366292946743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8.3404185414619,</a:t>
            </a:r>
          </a:p>
          <a:p xmlns:a="http://schemas.openxmlformats.org/drawingml/2006/main">
            <a:r>
              <a:t>            10.64596914696,</a:t>
            </a:r>
          </a:p>
          <a:p xmlns:a="http://schemas.openxmlformats.org/drawingml/2006/main">
            <a:r>
              <a:t>            6.3352568065739,</a:t>
            </a:r>
          </a:p>
          <a:p xmlns:a="http://schemas.openxmlformats.org/drawingml/2006/main">
            <a:r>
              <a:t>            5.3593318441983,</a:t>
            </a:r>
          </a:p>
          <a:p xmlns:a="http://schemas.openxmlformats.org/drawingml/2006/main">
            <a:r>
              <a:t>            8.2203126761093,</a:t>
            </a:r>
          </a:p>
          <a:p xmlns:a="http://schemas.openxmlformats.org/drawingml/2006/main">
            <a:r>
              <a:t>            10.839218847101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3.2489196015508,</a:t>
            </a:r>
          </a:p>
          <a:p xmlns:a="http://schemas.openxmlformats.org/drawingml/2006/main">
            <a:r>
              <a:t>            7.4697440868459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4.002970308232,</a:t>
            </a:r>
          </a:p>
          <a:p xmlns:a="http://schemas.openxmlformats.org/drawingml/2006/main">
            <a:r>
              <a:t>            12.677866774692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6.1027970411799,</a:t>
            </a:r>
          </a:p>
          <a:p xmlns:a="http://schemas.openxmlformats.org/drawingml/2006/main">
            <a:r>
              <a:t>            15.189141252741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3.8154100915339,</a:t>
            </a:r>
          </a:p>
          <a:p xmlns:a="http://schemas.openxmlformats.org/drawingml/2006/main">
            <a:r>
              <a:t>            8.855103521614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5.5858097707814,</a:t>
            </a:r>
          </a:p>
          <a:p xmlns:a="http://schemas.openxmlformats.org/drawingml/2006/main">
            <a:r>
              <a:t>            10.854815581437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7.8187145984726,</a:t>
            </a:r>
          </a:p>
          <a:p xmlns:a="http://schemas.openxmlformats.org/drawingml/2006/main">
            <a:r>
              <a:t>            13.859723095729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5.3631277309984,</a:t>
            </a:r>
          </a:p>
          <a:p xmlns:a="http://schemas.openxmlformats.org/drawingml/2006/main">
            <a:r>
              <a:t>            6.5877212328145,</a:t>
            </a:r>
          </a:p>
          <a:p xmlns:a="http://schemas.openxmlformats.org/drawingml/2006/main">
            <a:r>
              <a:t>            4.5627990533378,</a:t>
            </a:r>
          </a:p>
          <a:p xmlns:a="http://schemas.openxmlformats.org/drawingml/2006/main">
            <a:r>
              <a:t>            3.8056148590698,</a:t>
            </a:r>
          </a:p>
          <a:p xmlns:a="http://schemas.openxmlformats.org/drawingml/2006/main">
            <a:r>
              <a:t>            7.1678462460707,</a:t>
            </a:r>
          </a:p>
          <a:p xmlns:a="http://schemas.openxmlformats.org/drawingml/2006/main">
            <a:r>
              <a:t>            7.9679634304656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3.8627844669222,</a:t>
            </a:r>
          </a:p>
          <a:p xmlns:a="http://schemas.openxmlformats.org/drawingml/2006/main">
            <a:r>
              <a:t>            6.8634709950745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5.1679265120768,</a:t>
            </a:r>
          </a:p>
          <a:p xmlns:a="http://schemas.openxmlformats.org/drawingml/2006/main">
            <a:r>
              <a:t>            8.0075159535521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3.354569703808,</a:t>
            </a:r>
          </a:p>
          <a:p xmlns:a="http://schemas.openxmlformats.org/drawingml/2006/main">
            <a:r>
              <a:t>            5.7710284028677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2.5756862076117,</a:t>
            </a:r>
          </a:p>
          <a:p xmlns:a="http://schemas.openxmlformats.org/drawingml/2006/main">
            <a:r>
              <a:t>            5.0355435105279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5.3832774448499,</a:t>
            </a:r>
          </a:p>
          <a:p xmlns:a="http://schemas.openxmlformats.org/drawingml/2006/main">
            <a:r>
              <a:t>            8.9524150472915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6.6569104220825,</a:t>
            </a:r>
          </a:p>
          <a:p xmlns:a="http://schemas.openxmlformats.org/drawingml/2006/main">
            <a:r>
              <a:t>            9.2790164388488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"NLD|TIMSS|2015|mathematics|high_proficiency_peer_exposure|self_below_high|self_below_high|high_peer_raw_sample|direct_learning_environment|625|percent|V10_exclude_unknown_peer_status_and_singletons",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"NLD|TIMSS|2015|mathematics|high_proficiency_peer_exposure|self_high|self_high|high_peer_raw_sample|direct_learning_environment|625|percent|V10_exclude_unknown_peer_status_and_singletons",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"NLD|TIMSS|2003|mathematics|high_proficiency_peer_exposure|self_below_high|self_below_high|high_peer_raw_sample|direct_learning_environment|625|percent|V10_exclude_unknown_peer_status_and_singletons",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"NLD|TIMSS|2003|mathematics|high_proficiency_peer_exposure|self_high|self_high|high_peer_raw_sample|direct_learning_environment|625|percent|V10_exclude_unknown_peer_status_and_singletons",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"NLD|TIMSS|2007|mathematics|high_proficiency_peer_exposure|self_below_high|self_below_high|high_peer_raw_sample|direct_learning_environment|625|percent|V10_exclude_unknown_peer_status_and_singletons",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"NLD|TIMSS|2007|mathematics|high_proficiency_peer_exposure|self_high|self_high|high_peer_raw_sample|direct_learning_environment|625|percent|V10_exclude_unknown_peer_status_and_singletons",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"NLD|TIMSS|2011|mathematics|high_proficiency_peer_exposure|self_below_high|self_below_high|high_peer_raw_sample|direct_learning_environment|625|percent|V10_exclude_unknown_peer_status_and_singletons",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"NLD|TIMSS|2011|mathematics|high_proficiency_peer_exposure|self_high|self_high|high_peer_raw_sample|direct_learning_environment|625|percent|V10_exclude_unknown_peer_status_and_singletons",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"NLD|TIMSS|2019|mathematics|high_proficiency_peer_exposure|self_below_high|self_below_high|high_peer_raw_sample|direct_learning_environment|625|percent|V10_exclude_unknown_peer_status_and_singletons",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"NLD|TIMSS|2019|mathematics|high_proficiency_peer_exposure|self_high|self_high|high_peer_raw_sample|direct_learning_environment|625|percent|V10_exclude_unknown_peer_status_and_singletons",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"NLD|TIMSS|2023|mathematics|high_proficiency_peer_exposure|self_below_high|self_below_high|high_peer_raw_sample|direct_learning_environment|625|percent|V10_exclude_unknown_peer_status_and_singletons",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"NLD|TIMSS|2023|mathematics|high_proficiency_peer_exposure|self_high|self_high|high_peer_raw_sample|direct_learning_environment|625|percent|V10_exclude_unknown_peer_status_and_singletons",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"NLD|TIMSS|2003|mathematics|peer_baseline|high_share|total|high_peer_raw_sample|direct_learning_environment|625|percent|population_share",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"NLD|TIMSS|2007|mathematics|peer_baseline|high_share|total|high_peer_raw_sample|direct_learning_environment|625|percent|population_share",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"NLD|TIMSS|2011|mathematics|peer_baseline|high_share|total|high_peer_raw_sample|direct_learning_environment|625|percent|population_share",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"NLD|TIMSS|2015|mathematics|peer_baseline|high_share|total|high_peer_raw_sample|direct_learning_environment|625|percent|population_share",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"NLD|TIMSS|2019|mathematics|peer_baseline|high_share|total|high_peer_raw_sample|direct_learning_environment|625|percent|population_share",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"NLD|TIMSS|2023|mathematics|peer_baseline|high_share|total|high_peer_raw_sample|direct_learning_environment|625|percent|population_share"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"EN_PERFORMANCE_PEER_HIGH_age10_science_direct_learning_environment"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hoge drempel",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2.6939008855559,</a:t>
            </a:r>
          </a:p>
          <a:p xmlns:a="http://schemas.openxmlformats.org/drawingml/2006/main">
            <a:r>
              <a:t>            3.5467632973563,</a:t>
            </a:r>
          </a:p>
          <a:p xmlns:a="http://schemas.openxmlformats.org/drawingml/2006/main">
            <a:r>
              <a:t>            2.7968788657711,</a:t>
            </a:r>
          </a:p>
          <a:p xmlns:a="http://schemas.openxmlformats.org/drawingml/2006/main">
            <a:r>
              <a:t>            2.7662543340244,</a:t>
            </a:r>
          </a:p>
          <a:p xmlns:a="http://schemas.openxmlformats.org/drawingml/2006/main">
            <a:r>
              <a:t>            3.8116601328379,</a:t>
            </a:r>
          </a:p>
          <a:p xmlns:a="http://schemas.openxmlformats.org/drawingml/2006/main">
            <a:r>
              <a:t>            4.3826257051749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1.9790434066032,</a:t>
            </a:r>
          </a:p>
          <a:p xmlns:a="http://schemas.openxmlformats.org/drawingml/2006/main">
            <a:r>
              <a:t>            3.5534652614457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1.8112415524258,</a:t>
            </a:r>
          </a:p>
          <a:p xmlns:a="http://schemas.openxmlformats.org/drawingml/2006/main">
            <a:r>
              <a:t>            3.576560218686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2.3691593835417,</a:t>
            </a:r>
          </a:p>
          <a:p xmlns:a="http://schemas.openxmlformats.org/drawingml/2006/main">
            <a:r>
              <a:t>            4.724367211171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1.9282096008161,</a:t>
            </a:r>
          </a:p>
          <a:p xmlns:a="http://schemas.openxmlformats.org/drawingml/2006/main">
            <a:r>
              <a:t>            3.665548130726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1.9898035707093,</a:t>
            </a:r>
          </a:p>
          <a:p xmlns:a="http://schemas.openxmlformats.org/drawingml/2006/main">
            <a:r>
              <a:t>            5.6335166949665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3.3969081499066,</a:t>
            </a:r>
          </a:p>
          <a:p xmlns:a="http://schemas.openxmlformats.org/drawingml/2006/main">
            <a:r>
              <a:t>            5.3683432604431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3.2510709134447,</a:t>
            </a:r>
          </a:p>
          <a:p xmlns:a="http://schemas.openxmlformats.org/drawingml/2006/main">
            <a:r>
              <a:t>            6.8733829787929,</a:t>
            </a:r>
          </a:p>
          <a:p xmlns:a="http://schemas.openxmlformats.org/drawingml/2006/main">
            <a:r>
              <a:t>            5.5209630606628,</a:t>
            </a:r>
          </a:p>
          <a:p xmlns:a="http://schemas.openxmlformats.org/drawingml/2006/main">
            <a:r>
              <a:t>            4.8916567901962,</a:t>
            </a:r>
          </a:p>
          <a:p xmlns:a="http://schemas.openxmlformats.org/drawingml/2006/main">
            <a:r>
              <a:t>            6.1937593145485,</a:t>
            </a:r>
          </a:p>
          <a:p xmlns:a="http://schemas.openxmlformats.org/drawingml/2006/main">
            <a:r>
              <a:t>            6.3409850475355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2.533247940489,</a:t>
            </a:r>
          </a:p>
          <a:p xmlns:a="http://schemas.openxmlformats.org/drawingml/2006/main">
            <a:r>
              <a:t>            7.2500656399034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-0.13925768952309,</a:t>
            </a:r>
          </a:p>
          <a:p xmlns:a="http://schemas.openxmlformats.org/drawingml/2006/main">
            <a:r>
              <a:t>            6.6413995164125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0.5077901874471,</a:t>
            </a:r>
          </a:p>
          <a:p xmlns:a="http://schemas.openxmlformats.org/drawingml/2006/main">
            <a:r>
              <a:t>            13.238975770139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2.9690925979579,</a:t>
            </a:r>
          </a:p>
          <a:p xmlns:a="http://schemas.openxmlformats.org/drawingml/2006/main">
            <a:r>
              <a:t>            8.0728335233678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2.7154666240752,</a:t>
            </a:r>
          </a:p>
          <a:p xmlns:a="http://schemas.openxmlformats.org/drawingml/2006/main">
            <a:r>
              <a:t>            9.6720520050218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3.164269223494,</a:t>
            </a:r>
          </a:p>
          <a:p xmlns:a="http://schemas.openxmlformats.org/drawingml/2006/main">
            <a:r>
              <a:t>            9.517700871577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2.7082578851624,</a:t>
            </a:r>
          </a:p>
          <a:p xmlns:a="http://schemas.openxmlformats.org/drawingml/2006/main">
            <a:r>
              <a:t>            3.6723176480731,</a:t>
            </a:r>
          </a:p>
          <a:p xmlns:a="http://schemas.openxmlformats.org/drawingml/2006/main">
            <a:r>
              <a:t>            2.8744175724744,</a:t>
            </a:r>
          </a:p>
          <a:p xmlns:a="http://schemas.openxmlformats.org/drawingml/2006/main">
            <a:r>
              <a:t>            2.8259575246839,</a:t>
            </a:r>
          </a:p>
          <a:p xmlns:a="http://schemas.openxmlformats.org/drawingml/2006/main">
            <a:r>
              <a:t>            3.9037453690035,</a:t>
            </a:r>
          </a:p>
          <a:p xmlns:a="http://schemas.openxmlformats.org/drawingml/2006/main">
            <a:r>
              <a:t>            4.4702671510969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1.8296075790843,</a:t>
            </a:r>
          </a:p>
          <a:p xmlns:a="http://schemas.openxmlformats.org/drawingml/2006/main">
            <a:r>
              <a:t>            3.5869081912405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2.3408731421747,</a:t>
            </a:r>
          </a:p>
          <a:p xmlns:a="http://schemas.openxmlformats.org/drawingml/2006/main">
            <a:r>
              <a:t>            5.0037621539715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1.9795982009111,</a:t>
            </a:r>
          </a:p>
          <a:p xmlns:a="http://schemas.openxmlformats.org/drawingml/2006/main">
            <a:r>
              <a:t>            3.7692369440378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2.023198539986,</a:t>
            </a:r>
          </a:p>
          <a:p xmlns:a="http://schemas.openxmlformats.org/drawingml/2006/main">
            <a:r>
              <a:t>            3.6287165093818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2.0520268493491,</a:t>
            </a:r>
          </a:p>
          <a:p xmlns:a="http://schemas.openxmlformats.org/drawingml/2006/main">
            <a:r>
              <a:t>            5.755463888658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3.4689972895151,</a:t>
            </a:r>
          </a:p>
          <a:p xmlns:a="http://schemas.openxmlformats.org/drawingml/2006/main">
            <a:r>
              <a:t>            5.4715370126787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"NLD|TIMSS|2015|science|high_proficiency_peer_exposure|self_below_high|self_below_high|high_peer_raw_sample|direct_learning_environment|625|percent|V10_exclude_unknown_peer_status_and_singletons",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"NLD|TIMSS|2015|science|high_proficiency_peer_exposure|self_high|self_high|high_peer_raw_sample|direct_learning_environment|625|percent|V10_exclude_unknown_peer_status_and_singletons",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"NLD|TIMSS|2003|science|high_proficiency_peer_exposure|self_below_high|self_below_high|high_peer_raw_sample|direct_learning_environment|625|percent|V10_exclude_unknown_peer_status_and_singletons",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"NLD|TIMSS|2003|science|high_proficiency_peer_exposure|self_high|self_high|high_peer_raw_sample|direct_learning_environment|625|percent|V10_exclude_unknown_peer_status_and_singletons",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"NLD|TIMSS|2007|science|high_proficiency_peer_exposure|self_below_high|self_below_high|high_peer_raw_sample|direct_learning_environment|625|percent|V10_exclude_unknown_peer_status_and_singletons",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"NLD|TIMSS|2007|science|high_proficiency_peer_exposure|self_high|self_high|high_peer_raw_sample|direct_learning_environment|625|percent|V10_exclude_unknown_peer_status_and_singletons",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"NLD|TIMSS|2011|science|high_proficiency_peer_exposure|self_below_high|self_below_high|high_peer_raw_sample|direct_learning_environment|625|percent|V10_exclude_unknown_peer_status_and_singletons",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"NLD|TIMSS|2011|science|high_proficiency_peer_exposure|self_high|self_high|high_peer_raw_sample|direct_learning_environment|625|percent|V10_exclude_unknown_peer_status_and_singletons",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"NLD|TIMSS|2019|science|high_proficiency_peer_exposure|self_below_high|self_below_high|high_peer_raw_sample|direct_learning_environment|625|percent|V10_exclude_unknown_peer_status_and_singletons",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"NLD|TIMSS|2019|science|high_proficiency_peer_exposure|self_high|self_high|high_peer_raw_sample|direct_learning_environment|625|percent|V10_exclude_unknown_peer_status_and_singletons",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"NLD|TIMSS|2023|science|high_proficiency_peer_exposure|self_below_high|self_below_high|high_peer_raw_sample|direct_learning_environment|625|percent|V10_exclude_unknown_peer_status_and_singletons",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"NLD|TIMSS|2023|science|high_proficiency_peer_exposure|self_high|self_high|high_peer_raw_sample|direct_learning_environment|625|percent|V10_exclude_unknown_peer_status_and_singletons",</a:t>
            </a:r>
          </a:p>
          <a:p xmlns:a="http://schemas.openxmlformats.org/drawingml/2006/main">
            <a:r>
              <a:t>        "NLD|TIMSS|2003|science|peer_baseline|high_share|total|high_peer_raw_sample|direct_learning_environment|625|percent|population_share",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"NLD|TIMSS|2007|science|peer_baseline|high_share|total|high_peer_raw_sample|direct_learning_environment|625|percent|population_share",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"NLD|TIMSS|2011|science|peer_baseline|high_share|total|high_peer_raw_sample|direct_learning_environment|625|percent|population_share",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"NLD|TIMSS|2015|science|peer_baseline|high_share|total|high_peer_raw_sample|direct_learning_environment|625|percent|population_share",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"NLD|TIMSS|2019|science|peer_baseline|high_share|total|high_peer_raw_sample|direct_learning_environment|625|percent|population_share",</a:t>
            </a:r>
          </a:p>
          <a:p xmlns:a="http://schemas.openxmlformats.org/drawingml/2006/main">
            <a:r>
              <a:t>        "NLD|TIMSS|2023|science|peer_baseline|high_share|total|high_peer_raw_sample|direct_learning_environment|625|percent|population_share"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"EN_PERFORMANCE_PEER_HIGH_age15_reading_direct_learning_environment"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hoge drempel",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6.8304471246593,</a:t>
            </a:r>
          </a:p>
          <a:p xmlns:a="http://schemas.openxmlformats.org/drawingml/2006/main">
            <a:r>
              <a:t>            6.7031503483982,</a:t>
            </a:r>
          </a:p>
          <a:p xmlns:a="http://schemas.openxmlformats.org/drawingml/2006/main">
            <a:r>
              <a:t>            6.6284555229082,</a:t>
            </a:r>
          </a:p>
          <a:p xmlns:a="http://schemas.openxmlformats.org/drawingml/2006/main">
            <a:r>
              <a:t>            6.9312455930434,</a:t>
            </a:r>
          </a:p>
          <a:p xmlns:a="http://schemas.openxmlformats.org/drawingml/2006/main">
            <a:r>
              <a:t>            8.0384170218705,</a:t>
            </a:r>
          </a:p>
          <a:p xmlns:a="http://schemas.openxmlformats.org/drawingml/2006/main">
            <a:r>
              <a:t>            6.9196910644669,</a:t>
            </a:r>
          </a:p>
          <a:p xmlns:a="http://schemas.openxmlformats.org/drawingml/2006/main">
            <a:r>
              <a:t>            5.8885629319984,</a:t>
            </a:r>
          </a:p>
          <a:p xmlns:a="http://schemas.openxmlformats.org/drawingml/2006/main">
            <a:r>
              <a:t>            3.5866498322175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3.0128794743099,</a:t>
            </a:r>
          </a:p>
          <a:p xmlns:a="http://schemas.openxmlformats.org/drawingml/2006/main">
            <a:r>
              <a:t>            4.1604201901252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5.8750575063704,</a:t>
            </a:r>
          </a:p>
          <a:p xmlns:a="http://schemas.openxmlformats.org/drawingml/2006/main">
            <a:r>
              <a:t>            7.7858367429483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5.8046049545929,</a:t>
            </a:r>
          </a:p>
          <a:p xmlns:a="http://schemas.openxmlformats.org/drawingml/2006/main">
            <a:r>
              <a:t>            7.6016957422034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5.223696505808,</a:t>
            </a:r>
          </a:p>
          <a:p xmlns:a="http://schemas.openxmlformats.org/drawingml/2006/main">
            <a:r>
              <a:t>            8.0332145400084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5.9114427062208,</a:t>
            </a:r>
          </a:p>
          <a:p xmlns:a="http://schemas.openxmlformats.org/drawingml/2006/main">
            <a:r>
              <a:t>            7.9510484798661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7.1873051598583,</a:t>
            </a:r>
          </a:p>
          <a:p xmlns:a="http://schemas.openxmlformats.org/drawingml/2006/main">
            <a:r>
              <a:t>            8.8895288838826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6.1314512651302,</a:t>
            </a:r>
          </a:p>
          <a:p xmlns:a="http://schemas.openxmlformats.org/drawingml/2006/main">
            <a:r>
              <a:t>            7.7079308638036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5.038609102659,</a:t>
            </a:r>
          </a:p>
          <a:p xmlns:a="http://schemas.openxmlformats.org/drawingml/2006/main">
            <a:r>
              <a:t>            6.7385167613377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29.864384523551,</a:t>
            </a:r>
          </a:p>
          <a:p xmlns:a="http://schemas.openxmlformats.org/drawingml/2006/main">
            <a:r>
              <a:t>            34.30708909666,</a:t>
            </a:r>
          </a:p>
          <a:p xmlns:a="http://schemas.openxmlformats.org/drawingml/2006/main">
            <a:r>
              <a:t>            39.223136938169,</a:t>
            </a:r>
          </a:p>
          <a:p xmlns:a="http://schemas.openxmlformats.org/drawingml/2006/main">
            <a:r>
              <a:t>            36.267877418763,</a:t>
            </a:r>
          </a:p>
          <a:p xmlns:a="http://schemas.openxmlformats.org/drawingml/2006/main">
            <a:r>
              <a:t>            34.62373111472,</a:t>
            </a:r>
          </a:p>
          <a:p xmlns:a="http://schemas.openxmlformats.org/drawingml/2006/main">
            <a:r>
              <a:t>            31.118181841127,</a:t>
            </a:r>
          </a:p>
          <a:p xmlns:a="http://schemas.openxmlformats.org/drawingml/2006/main">
            <a:r>
              <a:t>            22.1492803537,</a:t>
            </a:r>
          </a:p>
          <a:p xmlns:a="http://schemas.openxmlformats.org/drawingml/2006/main">
            <a:r>
              <a:t>            17.414625089653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13.390004977151,</a:t>
            </a:r>
          </a:p>
          <a:p xmlns:a="http://schemas.openxmlformats.org/drawingml/2006/main">
            <a:r>
              <a:t>            21.439245202154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25.437756948461,</a:t>
            </a:r>
          </a:p>
          <a:p xmlns:a="http://schemas.openxmlformats.org/drawingml/2006/main">
            <a:r>
              <a:t>            34.29101209864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29.722370305644,</a:t>
            </a:r>
          </a:p>
          <a:p xmlns:a="http://schemas.openxmlformats.org/drawingml/2006/main">
            <a:r>
              <a:t>            38.891807887675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32.082215998536,</a:t>
            </a:r>
          </a:p>
          <a:p xmlns:a="http://schemas.openxmlformats.org/drawingml/2006/main">
            <a:r>
              <a:t>            46.364057877802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29.70608847861,</a:t>
            </a:r>
          </a:p>
          <a:p xmlns:a="http://schemas.openxmlformats.org/drawingml/2006/main">
            <a:r>
              <a:t>            42.829666358915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28.635946616384,</a:t>
            </a:r>
          </a:p>
          <a:p xmlns:a="http://schemas.openxmlformats.org/drawingml/2006/main">
            <a:r>
              <a:t>            40.611515613057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26.273680685106,</a:t>
            </a:r>
          </a:p>
          <a:p xmlns:a="http://schemas.openxmlformats.org/drawingml/2006/main">
            <a:r>
              <a:t>            35.962682997149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17.302969410191,</a:t>
            </a:r>
          </a:p>
          <a:p xmlns:a="http://schemas.openxmlformats.org/drawingml/2006/main">
            <a:r>
              <a:t>            26.995591297209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8.801884577806,</a:t>
            </a:r>
          </a:p>
          <a:p xmlns:a="http://schemas.openxmlformats.org/drawingml/2006/main">
            <a:r>
              <a:t>            9.1239669524545,</a:t>
            </a:r>
          </a:p>
          <a:p xmlns:a="http://schemas.openxmlformats.org/drawingml/2006/main">
            <a:r>
              <a:t>            9.8085489171373,</a:t>
            </a:r>
          </a:p>
          <a:p xmlns:a="http://schemas.openxmlformats.org/drawingml/2006/main">
            <a:r>
              <a:t>            9.7508881787773,</a:t>
            </a:r>
          </a:p>
          <a:p xmlns:a="http://schemas.openxmlformats.org/drawingml/2006/main">
            <a:r>
              <a:t>            10.870099445749,</a:t>
            </a:r>
          </a:p>
          <a:p xmlns:a="http://schemas.openxmlformats.org/drawingml/2006/main">
            <a:r>
              <a:t>            9.0821181392031,</a:t>
            </a:r>
          </a:p>
          <a:p xmlns:a="http://schemas.openxmlformats.org/drawingml/2006/main">
            <a:r>
              <a:t>            6.9524377472538,</a:t>
            </a:r>
          </a:p>
          <a:p xmlns:a="http://schemas.openxmlformats.org/drawingml/2006/main">
            <a:r>
              <a:t>            4.1528672958986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7.4520741292455,</a:t>
            </a:r>
          </a:p>
          <a:p xmlns:a="http://schemas.openxmlformats.org/drawingml/2006/main">
            <a:r>
              <a:t>            10.151695026366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7.8803741941611,</a:t>
            </a:r>
          </a:p>
          <a:p xmlns:a="http://schemas.openxmlformats.org/drawingml/2006/main">
            <a:r>
              <a:t>            10.367559710748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7.7013410455271,</a:t>
            </a:r>
          </a:p>
          <a:p xmlns:a="http://schemas.openxmlformats.org/drawingml/2006/main">
            <a:r>
              <a:t>            11.915756788748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8.1503600332698,</a:t>
            </a:r>
          </a:p>
          <a:p xmlns:a="http://schemas.openxmlformats.org/drawingml/2006/main">
            <a:r>
              <a:t>            11.351416324285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9.6334389020305,</a:t>
            </a:r>
          </a:p>
          <a:p xmlns:a="http://schemas.openxmlformats.org/drawingml/2006/main">
            <a:r>
              <a:t>            12.106759989467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7.8838217289594,</a:t>
            </a:r>
          </a:p>
          <a:p xmlns:a="http://schemas.openxmlformats.org/drawingml/2006/main">
            <a:r>
              <a:t>            10.280414549447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5.8769853035454,</a:t>
            </a:r>
          </a:p>
          <a:p xmlns:a="http://schemas.openxmlformats.org/drawingml/2006/main">
            <a:r>
              <a:t>            8.0278901909621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3.458599026443,</a:t>
            </a:r>
          </a:p>
          <a:p xmlns:a="http://schemas.openxmlformats.org/drawingml/2006/main">
            <a:r>
              <a:t>            4.8471355653542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"NLD|PISA|2025|reading|high_proficiency_peer_exposure|self_below_high|self_below_high|high_peer_raw_sample|direct_learning_environment|625.61|percent|V10_exclude_unknown_peer_status_and_singletons",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"NLD|PISA|2025|reading|high_proficiency_peer_exposure|self_high|self_high|high_peer_raw_sample|direct_learning_environment|625.61|percent|V10_exclude_unknown_peer_status_and_singletons",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"NLD|PISA|2003|reading|high_proficiency_peer_exposure|self_below_high|self_below_high|high_peer_raw_sample|direct_learning_environment|625.61|percent|V10_exclude_unknown_peer_status_and_singletons",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"NLD|PISA|2003|reading|high_proficiency_peer_exposure|self_high|self_high|high_peer_raw_sample|direct_learning_environment|625.61|percent|V10_exclude_unknown_peer_status_and_singletons",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"NLD|PISA|2006|reading|high_proficiency_peer_exposure|self_below_high|self_below_high|high_peer_raw_sample|direct_learning_environment|625.61|percent|V10_exclude_unknown_peer_status_and_singletons",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"NLD|PISA|2006|reading|high_proficiency_peer_exposure|self_high|self_high|high_peer_raw_sample|direct_learning_environment|625.61|percent|V10_exclude_unknown_peer_status_and_singletons",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"NLD|PISA|2009|reading|high_proficiency_peer_exposure|self_below_high|self_below_high|high_peer_raw_sample|direct_learning_environment|625.61|percent|V10_exclude_unknown_peer_status_and_singletons",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"NLD|PISA|2009|reading|high_proficiency_peer_exposure|self_high|self_high|high_peer_raw_sample|direct_learning_environment|625.61|percent|V10_exclude_unknown_peer_status_and_singletons",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"NLD|PISA|2012|reading|high_proficiency_peer_exposure|self_below_high|self_below_high|high_peer_raw_sample|direct_learning_environment|625.61|percent|V10_exclude_unknown_peer_status_and_singletons",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"NLD|PISA|2012|reading|high_proficiency_peer_exposure|self_high|self_high|high_peer_raw_sample|direct_learning_environment|625.61|percent|V10_exclude_unknown_peer_status_and_singletons",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"NLD|PISA|2015|reading|high_proficiency_peer_exposure|self_below_high|self_below_high|high_peer_raw_sample|direct_learning_environment|625.61|percent|V10_exclude_unknown_peer_status_and_singletons",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"NLD|PISA|2015|reading|high_proficiency_peer_exposure|self_high|self_high|high_peer_raw_sample|direct_learning_environment|625.61|percent|V10_exclude_unknown_peer_status_and_singletons",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"NLD|PISA|2018|reading|high_proficiency_peer_exposure|self_below_high|self_below_high|high_peer_raw_sample|direct_learning_environment|625.61|percent|V10_exclude_unknown_peer_status_and_singletons",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"NLD|PISA|2018|reading|high_proficiency_peer_exposure|self_high|self_high|high_peer_raw_sample|direct_learning_environment|625.61|percent|V10_exclude_unknown_peer_status_and_singletons",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"NLD|PISA|2022|reading|high_proficiency_peer_exposure|self_below_high|self_below_high|high_peer_raw_sample|direct_learning_environment|625.61|percent|V10_exclude_unknown_peer_status_and_singletons",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"NLD|PISA|2022|reading|high_proficiency_peer_exposure|self_high|self_high|high_peer_raw_sample|direct_learning_environment|625.61|percent|V10_exclude_unknown_peer_status_and_singletons",</a:t>
            </a:r>
          </a:p>
          <a:p xmlns:a="http://schemas.openxmlformats.org/drawingml/2006/main">
            <a:r>
              <a:t>        "NLD|PISA|2003|reading|peer_baseline|high_share|total|high_peer_raw_sample|direct_learning_environment|625.61|percent|population_share",</a:t>
            </a:r>
          </a:p>
          <a:p xmlns:a="http://schemas.openxmlformats.org/drawingml/2006/main">
            <a:r>
              <a:t>        "NLD|PISA|2006|reading|peer_baseline|high_share|total|high_peer_raw_sample|direct_learning_environment|625.61|percent|population_share",</a:t>
            </a:r>
          </a:p>
          <a:p xmlns:a="http://schemas.openxmlformats.org/drawingml/2006/main">
            <a:r>
              <a:t>        "NLD|PISA|2009|reading|peer_baseline|high_share|total|high_peer_raw_sample|direct_learning_environment|625.61|percent|population_share",</a:t>
            </a:r>
          </a:p>
          <a:p xmlns:a="http://schemas.openxmlformats.org/drawingml/2006/main">
            <a:r>
              <a:t>        "NLD|PISA|2012|reading|peer_baseline|high_share|total|high_peer_raw_sample|direct_learning_environment|625.61|percent|population_share",</a:t>
            </a:r>
          </a:p>
          <a:p xmlns:a="http://schemas.openxmlformats.org/drawingml/2006/main">
            <a:r>
              <a:t>        "NLD|PISA|2015|reading|peer_baseline|high_share|total|high_peer_raw_sample|direct_learning_environment|625.61|percent|population_share",</a:t>
            </a:r>
          </a:p>
          <a:p xmlns:a="http://schemas.openxmlformats.org/drawingml/2006/main">
            <a:r>
              <a:t>        "NLD|PISA|2018|reading|peer_baseline|high_share|total|high_peer_raw_sample|direct_learning_environment|625.61|percent|population_share",</a:t>
            </a:r>
          </a:p>
          <a:p xmlns:a="http://schemas.openxmlformats.org/drawingml/2006/main">
            <a:r>
              <a:t>        "NLD|PISA|2022|reading|peer_baseline|high_share|total|high_peer_raw_sample|direct_learning_environment|625.61|percent|population_share",</a:t>
            </a:r>
          </a:p>
          <a:p xmlns:a="http://schemas.openxmlformats.org/drawingml/2006/main">
            <a:r>
              <a:t>        "NLD|PISA|2025|reading|peer_baseline|high_share|total|high_peer_raw_sample|direct_learning_environment|625.61|percent|population_share"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"EN_PERFORMANCE_PEER_HIGH_age15_mathematics_direct_learning_environment"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24,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hoge drempel",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13.850616599334,</a:t>
            </a:r>
          </a:p>
          <a:p xmlns:a="http://schemas.openxmlformats.org/drawingml/2006/main">
            <a:r>
              <a:t>            10.942994559229,</a:t>
            </a:r>
          </a:p>
          <a:p xmlns:a="http://schemas.openxmlformats.org/drawingml/2006/main">
            <a:r>
              <a:t>            11.035694795265,</a:t>
            </a:r>
          </a:p>
          <a:p xmlns:a="http://schemas.openxmlformats.org/drawingml/2006/main">
            <a:r>
              <a:t>            11.255337121719,</a:t>
            </a:r>
          </a:p>
          <a:p xmlns:a="http://schemas.openxmlformats.org/drawingml/2006/main">
            <a:r>
              <a:t>            10.399223874212,</a:t>
            </a:r>
          </a:p>
          <a:p xmlns:a="http://schemas.openxmlformats.org/drawingml/2006/main">
            <a:r>
              <a:t>            11.709192568924,</a:t>
            </a:r>
          </a:p>
          <a:p xmlns:a="http://schemas.openxmlformats.org/drawingml/2006/main">
            <a:r>
              <a:t>            10.696386254185,</a:t>
            </a:r>
          </a:p>
          <a:p xmlns:a="http://schemas.openxmlformats.org/drawingml/2006/main">
            <a:r>
              <a:t>            8.9091231956109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7.9623699832236,</a:t>
            </a:r>
          </a:p>
          <a:p xmlns:a="http://schemas.openxmlformats.org/drawingml/2006/main">
            <a:r>
              <a:t>            9.8558764079981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12.241170741041,</a:t>
            </a:r>
          </a:p>
          <a:p xmlns:a="http://schemas.openxmlformats.org/drawingml/2006/main">
            <a:r>
              <a:t>            15.460062457626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9.8442939691267,</a:t>
            </a:r>
          </a:p>
          <a:p xmlns:a="http://schemas.openxmlformats.org/drawingml/2006/main">
            <a:r>
              <a:t>            12.041695149331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9.0763966774401,</a:t>
            </a:r>
          </a:p>
          <a:p xmlns:a="http://schemas.openxmlformats.org/drawingml/2006/main">
            <a:r>
              <a:t>            12.994992913091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9.6337907322134,</a:t>
            </a:r>
          </a:p>
          <a:p xmlns:a="http://schemas.openxmlformats.org/drawingml/2006/main">
            <a:r>
              <a:t>            12.876883511225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9.4050537002839,</a:t>
            </a:r>
          </a:p>
          <a:p xmlns:a="http://schemas.openxmlformats.org/drawingml/2006/main">
            <a:r>
              <a:t>            11.39339404814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10.479508813963,</a:t>
            </a:r>
          </a:p>
          <a:p xmlns:a="http://schemas.openxmlformats.org/drawingml/2006/main">
            <a:r>
              <a:t>            12.938876323885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9.5803672413753,</a:t>
            </a:r>
          </a:p>
          <a:p xmlns:a="http://schemas.openxmlformats.org/drawingml/2006/main">
            <a:r>
              <a:t>            11.812405266996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59.936651171599,</a:t>
            </a:r>
          </a:p>
          <a:p xmlns:a="http://schemas.openxmlformats.org/drawingml/2006/main">
            <a:r>
              <a:t>            59.649048949114,</a:t>
            </a:r>
          </a:p>
          <a:p xmlns:a="http://schemas.openxmlformats.org/drawingml/2006/main">
            <a:r>
              <a:t>            55.666698122483,</a:t>
            </a:r>
          </a:p>
          <a:p xmlns:a="http://schemas.openxmlformats.org/drawingml/2006/main">
            <a:r>
              <a:t>            53.237047180557,</a:t>
            </a:r>
          </a:p>
          <a:p xmlns:a="http://schemas.openxmlformats.org/drawingml/2006/main">
            <a:r>
              <a:t>            43.912474578831,</a:t>
            </a:r>
          </a:p>
          <a:p xmlns:a="http://schemas.openxmlformats.org/drawingml/2006/main">
            <a:r>
              <a:t>            48.375271908688,</a:t>
            </a:r>
          </a:p>
          <a:p xmlns:a="http://schemas.openxmlformats.org/drawingml/2006/main">
            <a:r>
              <a:t>            41.778516645806,</a:t>
            </a:r>
          </a:p>
          <a:p xmlns:a="http://schemas.openxmlformats.org/drawingml/2006/main">
            <a:r>
              <a:t>            39.666233492104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35.14585269521,</a:t>
            </a:r>
          </a:p>
          <a:p xmlns:a="http://schemas.openxmlformats.org/drawingml/2006/main">
            <a:r>
              <a:t>            44.186614288999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55.123500494388,</a:t>
            </a:r>
          </a:p>
          <a:p xmlns:a="http://schemas.openxmlformats.org/drawingml/2006/main">
            <a:r>
              <a:t>            64.74980184881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55.413364400556,</a:t>
            </a:r>
          </a:p>
          <a:p xmlns:a="http://schemas.openxmlformats.org/drawingml/2006/main">
            <a:r>
              <a:t>            63.884733497671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50.743820551894,</a:t>
            </a:r>
          </a:p>
          <a:p xmlns:a="http://schemas.openxmlformats.org/drawingml/2006/main">
            <a:r>
              <a:t>            60.589575693073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47.576292343253,</a:t>
            </a:r>
          </a:p>
          <a:p xmlns:a="http://schemas.openxmlformats.org/drawingml/2006/main">
            <a:r>
              <a:t>            58.897802017861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39.68900096598,</a:t>
            </a:r>
          </a:p>
          <a:p xmlns:a="http://schemas.openxmlformats.org/drawingml/2006/main">
            <a:r>
              <a:t>            48.135948191683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42.876582314457,</a:t>
            </a:r>
          </a:p>
          <a:p xmlns:a="http://schemas.openxmlformats.org/drawingml/2006/main">
            <a:r>
              <a:t>            53.873961502919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37.745936204198,</a:t>
            </a:r>
          </a:p>
          <a:p xmlns:a="http://schemas.openxmlformats.org/drawingml/2006/main">
            <a:r>
              <a:t>            45.811097087415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25.502659301506,</a:t>
            </a:r>
          </a:p>
          <a:p xmlns:a="http://schemas.openxmlformats.org/drawingml/2006/main">
            <a:r>
              <a:t>            21.141286245427,</a:t>
            </a:r>
          </a:p>
          <a:p xmlns:a="http://schemas.openxmlformats.org/drawingml/2006/main">
            <a:r>
              <a:t>            19.85509595112,</a:t>
            </a:r>
          </a:p>
          <a:p xmlns:a="http://schemas.openxmlformats.org/drawingml/2006/main">
            <a:r>
              <a:t>            19.250787755675,</a:t>
            </a:r>
          </a:p>
          <a:p xmlns:a="http://schemas.openxmlformats.org/drawingml/2006/main">
            <a:r>
              <a:t>            15.536496877839,</a:t>
            </a:r>
          </a:p>
          <a:p xmlns:a="http://schemas.openxmlformats.org/drawingml/2006/main">
            <a:r>
              <a:t>            18.420595642385,</a:t>
            </a:r>
          </a:p>
          <a:p xmlns:a="http://schemas.openxmlformats.org/drawingml/2006/main">
            <a:r>
              <a:t>            15.389145950723,</a:t>
            </a:r>
          </a:p>
          <a:p xmlns:a="http://schemas.openxmlformats.org/drawingml/2006/main">
            <a:r>
              <a:t>            12.845215953418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22.895072212811,</a:t>
            </a:r>
          </a:p>
          <a:p xmlns:a="http://schemas.openxmlformats.org/drawingml/2006/main">
            <a:r>
              <a:t>            28.1102463902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19.061903877993,</a:t>
            </a:r>
          </a:p>
          <a:p xmlns:a="http://schemas.openxmlformats.org/drawingml/2006/main">
            <a:r>
              <a:t>            23.220668612861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16.882398304421,</a:t>
            </a:r>
          </a:p>
          <a:p xmlns:a="http://schemas.openxmlformats.org/drawingml/2006/main">
            <a:r>
              <a:t>            22.827793597818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16.887052094919,</a:t>
            </a:r>
          </a:p>
          <a:p xmlns:a="http://schemas.openxmlformats.org/drawingml/2006/main">
            <a:r>
              <a:t>            21.614523416432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14.001318105964,</a:t>
            </a:r>
          </a:p>
          <a:p xmlns:a="http://schemas.openxmlformats.org/drawingml/2006/main">
            <a:r>
              <a:t>            17.071675649714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16.528946535865,</a:t>
            </a:r>
          </a:p>
          <a:p xmlns:a="http://schemas.openxmlformats.org/drawingml/2006/main">
            <a:r>
              <a:t>            20.312244748904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13.791220681584,</a:t>
            </a:r>
          </a:p>
          <a:p xmlns:a="http://schemas.openxmlformats.org/drawingml/2006/main">
            <a:r>
              <a:t>            16.987071219862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11.466582209355,</a:t>
            </a:r>
          </a:p>
          <a:p xmlns:a="http://schemas.openxmlformats.org/drawingml/2006/main">
            <a:r>
              <a:t>            14.223849697481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"NLD|PISA|2025|mathematics|high_proficiency_peer_exposure|self_below_high|self_below_high|high_peer_raw_sample|direct_learning_environment|606.99|percent|V10_exclude_unknown_peer_status_and_singletons",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"NLD|PISA|2025|mathematics|high_proficiency_peer_exposure|self_high|self_high|high_peer_raw_sample|direct_learning_environment|606.99|percent|V10_exclude_unknown_peer_status_and_singletons",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"NLD|PISA|2003|mathematics|high_proficiency_peer_exposure|self_below_high|self_below_high|high_peer_raw_sample|direct_learning_environment|606.99|percent|V10_exclude_unknown_peer_status_and_singletons",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"NLD|PISA|2003|mathematics|high_proficiency_peer_exposure|self_high|self_high|high_peer_raw_sample|direct_learning_environment|606.99|percent|V10_exclude_unknown_peer_status_and_singletons",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"NLD|PISA|2006|mathematics|high_proficiency_peer_exposure|self_below_high|self_below_high|high_peer_raw_sample|direct_learning_environment|606.99|percent|V10_exclude_unknown_peer_status_and_singletons",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"NLD|PISA|2006|mathematics|high_proficiency_peer_exposure|self_high|self_high|high_peer_raw_sample|direct_learning_environment|606.99|percent|V10_exclude_unknown_peer_status_and_singletons",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"NLD|PISA|2009|mathematics|high_proficiency_peer_exposure|self_below_high|self_below_high|high_peer_raw_sample|direct_learning_environment|606.99|percent|V10_exclude_unknown_peer_status_and_singletons",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"NLD|PISA|2009|mathematics|high_proficiency_peer_exposure|self_high|self_high|high_peer_raw_sample|direct_learning_environment|606.99|percent|V10_exclude_unknown_peer_status_and_singletons",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"NLD|PISA|2012|mathematics|high_proficiency_peer_exposure|self_below_high|self_below_high|high_peer_raw_sample|direct_learning_environment|606.99|percent|V10_exclude_unknown_peer_status_and_singletons",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"NLD|PISA|2012|mathematics|high_proficiency_peer_exposure|self_high|self_high|high_peer_raw_sample|direct_learning_environment|606.99|percent|V10_exclude_unknown_peer_status_and_singletons",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"NLD|PISA|2015|mathematics|high_proficiency_peer_exposure|self_below_high|self_below_high|high_peer_raw_sample|direct_learning_environment|606.99|percent|V10_exclude_unknown_peer_status_and_singletons",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"NLD|PISA|2015|mathematics|high_proficiency_peer_exposure|self_high|self_high|high_peer_raw_sample|direct_learning_environment|606.99|percent|V10_exclude_unknown_peer_status_and_singletons",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"NLD|PISA|2018|mathematics|high_proficiency_peer_exposure|self_below_high|self_below_high|high_peer_raw_sample|direct_learning_environment|606.99|percent|V10_exclude_unknown_peer_status_and_singletons",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"NLD|PISA|2018|mathematics|high_proficiency_peer_exposure|self_high|self_high|high_peer_raw_sample|direct_learning_environment|606.99|percent|V10_exclude_unknown_peer_status_and_singletons",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"NLD|PISA|2022|mathematics|high_proficiency_peer_exposure|self_below_high|self_below_high|high_peer_raw_sample|direct_learning_environment|606.99|percent|V10_exclude_unknown_peer_status_and_singletons",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"NLD|PISA|2022|mathematics|high_proficiency_peer_exposure|self_high|self_high|high_peer_raw_sample|direct_learning_environment|606.99|percent|V10_exclude_unknown_peer_status_and_singletons",</a:t>
            </a:r>
          </a:p>
          <a:p xmlns:a="http://schemas.openxmlformats.org/drawingml/2006/main">
            <a:r>
              <a:t>        "NLD|PISA|2003|mathematics|peer_baseline|high_share|total|high_peer_raw_sample|direct_learning_environment|606.99|percent|population_share",</a:t>
            </a:r>
          </a:p>
          <a:p xmlns:a="http://schemas.openxmlformats.org/drawingml/2006/main">
            <a:r>
              <a:t>        "NLD|PISA|2006|mathematics|peer_baseline|high_share|total|high_peer_raw_sample|direct_learning_environment|606.99|percent|population_share",</a:t>
            </a:r>
          </a:p>
          <a:p xmlns:a="http://schemas.openxmlformats.org/drawingml/2006/main">
            <a:r>
              <a:t>        "NLD|PISA|2009|mathematics|peer_baseline|high_share|total|high_peer_raw_sample|direct_learning_environment|606.99|percent|population_share",</a:t>
            </a:r>
          </a:p>
          <a:p xmlns:a="http://schemas.openxmlformats.org/drawingml/2006/main">
            <a:r>
              <a:t>        "NLD|PISA|2012|mathematics|peer_baseline|high_share|total|high_peer_raw_sample|direct_learning_environment|606.99|percent|population_share",</a:t>
            </a:r>
          </a:p>
          <a:p xmlns:a="http://schemas.openxmlformats.org/drawingml/2006/main">
            <a:r>
              <a:t>        "NLD|PISA|2015|mathematics|peer_baseline|high_share|total|high_peer_raw_sample|direct_learning_environment|606.99|percent|population_share",</a:t>
            </a:r>
          </a:p>
          <a:p xmlns:a="http://schemas.openxmlformats.org/drawingml/2006/main">
            <a:r>
              <a:t>        "NLD|PISA|2018|mathematics|peer_baseline|high_share|total|high_peer_raw_sample|direct_learning_environment|606.99|percent|population_share",</a:t>
            </a:r>
          </a:p>
          <a:p xmlns:a="http://schemas.openxmlformats.org/drawingml/2006/main">
            <a:r>
              <a:t>        "NLD|PISA|2022|mathematics|peer_baseline|high_share|total|high_peer_raw_sample|direct_learning_environment|606.99|percent|population_share",</a:t>
            </a:r>
          </a:p>
          <a:p xmlns:a="http://schemas.openxmlformats.org/drawingml/2006/main">
            <a:r>
              <a:t>        "NLD|PISA|2025|mathematics|peer_baseline|high_share|total|high_peer_raw_sample|direct_learning_environment|606.99|percent|population_share"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"EN_PERFORMANCE_PEER_HIGH_age15_science_direct_learning_environment"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21,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onder hoge drempel",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9.0808861490206,</a:t>
            </a:r>
          </a:p>
          <a:p xmlns:a="http://schemas.openxmlformats.org/drawingml/2006/main">
            <a:r>
              <a:t>            8.0777551916127,</a:t>
            </a:r>
          </a:p>
          <a:p xmlns:a="http://schemas.openxmlformats.org/drawingml/2006/main">
            <a:r>
              <a:t>            8.5150522081586,</a:t>
            </a:r>
          </a:p>
          <a:p xmlns:a="http://schemas.openxmlformats.org/drawingml/2006/main">
            <a:r>
              <a:t>            8.1052752185535,</a:t>
            </a:r>
          </a:p>
          <a:p xmlns:a="http://schemas.openxmlformats.org/drawingml/2006/main">
            <a:r>
              <a:t>            8.0560375417073,</a:t>
            </a:r>
          </a:p>
          <a:p xmlns:a="http://schemas.openxmlformats.org/drawingml/2006/main">
            <a:r>
              <a:t>            8.1516265969155,</a:t>
            </a:r>
          </a:p>
          <a:p xmlns:a="http://schemas.openxmlformats.org/drawingml/2006/main">
            <a:r>
              <a:t>            6.6153674343302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"#315D8A"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5.8196520377577,</a:t>
            </a:r>
          </a:p>
          <a:p xmlns:a="http://schemas.openxmlformats.org/drawingml/2006/main">
            <a:r>
              <a:t>            7.4110828309028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7.9201327887714,</a:t>
            </a:r>
          </a:p>
          <a:p xmlns:a="http://schemas.openxmlformats.org/drawingml/2006/main">
            <a:r>
              <a:t>            10.24163950927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6.5401497391623,</a:t>
            </a:r>
          </a:p>
          <a:p xmlns:a="http://schemas.openxmlformats.org/drawingml/2006/main">
            <a:r>
              <a:t>            9.6153606440632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7.0965414966172,</a:t>
            </a:r>
          </a:p>
          <a:p xmlns:a="http://schemas.openxmlformats.org/drawingml/2006/main">
            <a:r>
              <a:t>            9.9335629197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7.3352561724667,</a:t>
            </a:r>
          </a:p>
          <a:p xmlns:a="http://schemas.openxmlformats.org/drawingml/2006/main">
            <a:r>
              <a:t>            8.8752942646403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7.062331434599,</a:t>
            </a:r>
          </a:p>
          <a:p xmlns:a="http://schemas.openxmlformats.org/drawingml/2006/main">
            <a:r>
              <a:t>            9.0497436488156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onder hoge drempel,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7.0787410695358,</a:t>
            </a:r>
          </a:p>
          <a:p xmlns:a="http://schemas.openxmlformats.org/drawingml/2006/main">
            <a:r>
              <a:t>            9.2245121242952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"#315D8A",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"Zelf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40.749916659376,</a:t>
            </a:r>
          </a:p>
          <a:p xmlns:a="http://schemas.openxmlformats.org/drawingml/2006/main">
            <a:r>
              <a:t>            44.90872586336,</a:t>
            </a:r>
          </a:p>
          <a:p xmlns:a="http://schemas.openxmlformats.org/drawingml/2006/main">
            <a:r>
              <a:t>            36.911421299097,</a:t>
            </a:r>
          </a:p>
          <a:p xmlns:a="http://schemas.openxmlformats.org/drawingml/2006/main">
            <a:r>
              <a:t>            35.564551628743,</a:t>
            </a:r>
          </a:p>
          <a:p xmlns:a="http://schemas.openxmlformats.org/drawingml/2006/main">
            <a:r>
              <a:t>            32.560093892419,</a:t>
            </a:r>
          </a:p>
          <a:p xmlns:a="http://schemas.openxmlformats.org/drawingml/2006/main">
            <a:r>
              <a:t>            31.343948334363,</a:t>
            </a:r>
          </a:p>
          <a:p xmlns:a="http://schemas.openxmlformats.org/drawingml/2006/main">
            <a:r>
              <a:t>            30.40282445157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25.937170003007,</a:t>
            </a:r>
          </a:p>
          <a:p xmlns:a="http://schemas.openxmlformats.org/drawingml/2006/main">
            <a:r>
              <a:t>            34.868478900133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36.098225807213,</a:t>
            </a:r>
          </a:p>
          <a:p xmlns:a="http://schemas.openxmlformats.org/drawingml/2006/main">
            <a:r>
              <a:t>            45.401607511538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38.728351155637,</a:t>
            </a:r>
          </a:p>
          <a:p xmlns:a="http://schemas.openxmlformats.org/drawingml/2006/main">
            <a:r>
              <a:t>            51.089100571084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30.941171864244,</a:t>
            </a:r>
          </a:p>
          <a:p xmlns:a="http://schemas.openxmlformats.org/drawingml/2006/main">
            <a:r>
              <a:t>            42.88167073395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30.995743212245,</a:t>
            </a:r>
          </a:p>
          <a:p xmlns:a="http://schemas.openxmlformats.org/drawingml/2006/main">
            <a:r>
              <a:t>            40.133360045241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27.545657651925,</a:t>
            </a:r>
          </a:p>
          <a:p xmlns:a="http://schemas.openxmlformats.org/drawingml/2006/main">
            <a:r>
              <a:t>            37.574530132913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Zelf hoog vaardig,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27.143733543387,</a:t>
            </a:r>
          </a:p>
          <a:p xmlns:a="http://schemas.openxmlformats.org/drawingml/2006/main">
            <a:r>
              <a:t>            35.544163125339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"Landelijk aandeel hoog vaardig",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13.1351073098,</a:t>
            </a:r>
          </a:p>
          <a:p xmlns:a="http://schemas.openxmlformats.org/drawingml/2006/main">
            <a:r>
              <a:t>            12.739044041425,</a:t>
            </a:r>
          </a:p>
          <a:p xmlns:a="http://schemas.openxmlformats.org/drawingml/2006/main">
            <a:r>
              <a:t>            11.805395989061,</a:t>
            </a:r>
          </a:p>
          <a:p xmlns:a="http://schemas.openxmlformats.org/drawingml/2006/main">
            <a:r>
              <a:t>            11.10058561492,</a:t>
            </a:r>
          </a:p>
          <a:p xmlns:a="http://schemas.openxmlformats.org/drawingml/2006/main">
            <a:r>
              <a:t>            10.609955108646,</a:t>
            </a:r>
          </a:p>
          <a:p xmlns:a="http://schemas.openxmlformats.org/drawingml/2006/main">
            <a:r>
              <a:t>            10.546825070227,</a:t>
            </a:r>
          </a:p>
          <a:p xmlns:a="http://schemas.openxmlformats.org/drawingml/2006/main">
            <a:r>
              <a:t>            8.6545502585946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"dash"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"#8B9298"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11.464322272183,</a:t>
            </a:r>
          </a:p>
          <a:p xmlns:a="http://schemas.openxmlformats.org/drawingml/2006/main">
            <a:r>
              <a:t>            14.805892347417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2009",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2009,</a:t>
            </a:r>
          </a:p>
          <a:p xmlns:a="http://schemas.openxmlformats.org/drawingml/2006/main">
            <a:r>
              <a:t>            2009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10.323199744035,</a:t>
            </a:r>
          </a:p>
          <a:p xmlns:a="http://schemas.openxmlformats.org/drawingml/2006/main">
            <a:r>
              <a:t>            15.154888338816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2012,</a:t>
            </a:r>
          </a:p>
          <a:p xmlns:a="http://schemas.openxmlformats.org/drawingml/2006/main">
            <a:r>
              <a:t>            2012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9.7363780184174,</a:t>
            </a:r>
          </a:p>
          <a:p xmlns:a="http://schemas.openxmlformats.org/drawingml/2006/main">
            <a:r>
              <a:t>            13.874413959704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9.9683294034534,</a:t>
            </a:r>
          </a:p>
          <a:p xmlns:a="http://schemas.openxmlformats.org/drawingml/2006/main">
            <a:r>
              <a:t>            12.232841826386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9.139254454973,</a:t>
            </a:r>
          </a:p>
          <a:p xmlns:a="http://schemas.openxmlformats.org/drawingml/2006/main">
            <a:r>
              <a:t>            12.080655762318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9.1336532767609,</a:t>
            </a:r>
          </a:p>
          <a:p xmlns:a="http://schemas.openxmlformats.org/drawingml/2006/main">
            <a:r>
              <a:t>            11.959996863693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Landelijk aandeel hoog vaardig,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7.5307256419884,</a:t>
            </a:r>
          </a:p>
          <a:p xmlns:a="http://schemas.openxmlformats.org/drawingml/2006/main">
            <a:r>
              <a:t>            9.7783748752007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"#8B9298",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"NLD|PISA|2025|science|high_proficiency_peer_exposure|self_below_high|self_below_high|high_peer_raw_sample|direct_learning_environment|633.33|percent|V10_exclude_unknown_peer_status_and_singletons",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"NLD|PISA|2025|science|high_proficiency_peer_exposure|self_high|self_high|high_peer_raw_sample|direct_learning_environment|633.33|percent|V10_exclude_unknown_peer_status_and_singletons",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"NLD|PISA|2006|science|high_proficiency_peer_exposure|self_below_high|self_below_high|high_peer_raw_sample|direct_learning_environment|633.33|percent|V10_exclude_unknown_peer_status_and_singletons",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"NLD|PISA|2006|science|high_proficiency_peer_exposure|self_high|self_high|high_peer_raw_sample|direct_learning_environment|633.33|percent|V10_exclude_unknown_peer_status_and_singletons",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"NLD|PISA|2009|science|high_proficiency_peer_exposure|self_below_high|self_below_high|high_peer_raw_sample|direct_learning_environment|633.33|percent|V10_exclude_unknown_peer_status_and_singletons",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"NLD|PISA|2009|science|high_proficiency_peer_exposure|self_high|self_high|high_peer_raw_sample|direct_learning_environment|633.33|percent|V10_exclude_unknown_peer_status_and_singletons",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"NLD|PISA|2012|science|high_proficiency_peer_exposure|self_below_high|self_below_high|high_peer_raw_sample|direct_learning_environment|633.33|percent|V10_exclude_unknown_peer_status_and_singletons",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"NLD|PISA|2012|science|high_proficiency_peer_exposure|self_high|self_high|high_peer_raw_sample|direct_learning_environment|633.33|percent|V10_exclude_unknown_peer_status_and_singletons",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"NLD|PISA|2015|science|high_proficiency_peer_exposure|self_below_high|self_below_high|high_peer_raw_sample|direct_learning_environment|633.33|percent|V10_exclude_unknown_peer_status_and_singletons",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"NLD|PISA|2015|science|high_proficiency_peer_exposure|self_high|self_high|high_peer_raw_sample|direct_learning_environment|633.33|percent|V10_exclude_unknown_peer_status_and_singletons",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"NLD|PISA|2018|science|high_proficiency_peer_exposure|self_below_high|self_below_high|high_peer_raw_sample|direct_learning_environment|633.33|percent|V10_exclude_unknown_peer_status_and_singletons",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"NLD|PISA|2018|science|high_proficiency_peer_exposure|self_high|self_high|high_peer_raw_sample|direct_learning_environment|633.33|percent|V10_exclude_unknown_peer_status_and_singletons",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"NLD|PISA|2022|science|high_proficiency_peer_exposure|self_below_high|self_below_high|high_peer_raw_sample|direct_learning_environment|633.33|percent|V10_exclude_unknown_peer_status_and_singletons",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"NLD|PISA|2022|science|high_proficiency_peer_exposure|self_high|self_high|high_peer_raw_sample|direct_learning_environment|633.33|percent|V10_exclude_unknown_peer_status_and_singletons",</a:t>
            </a:r>
          </a:p>
          <a:p xmlns:a="http://schemas.openxmlformats.org/drawingml/2006/main">
            <a:r>
              <a:t>        "NLD|PISA|2006|science|peer_baseline|high_share|total|high_peer_raw_sample|direct_learning_environment|633.33|percent|population_share",</a:t>
            </a:r>
          </a:p>
          <a:p xmlns:a="http://schemas.openxmlformats.org/drawingml/2006/main">
            <a:r>
              <a:t>        "NLD|PISA|2009|science|peer_baseline|high_share|total|high_peer_raw_sample|direct_learning_environment|633.33|percent|population_share",</a:t>
            </a:r>
          </a:p>
          <a:p xmlns:a="http://schemas.openxmlformats.org/drawingml/2006/main">
            <a:r>
              <a:t>        "NLD|PISA|2012|science|peer_baseline|high_share|total|high_peer_raw_sample|direct_learning_environment|633.33|percent|population_share",</a:t>
            </a:r>
          </a:p>
          <a:p xmlns:a="http://schemas.openxmlformats.org/drawingml/2006/main">
            <a:r>
              <a:t>        "NLD|PISA|2015|science|peer_baseline|high_share|total|high_peer_raw_sample|direct_learning_environment|633.33|percent|population_share",</a:t>
            </a:r>
          </a:p>
          <a:p xmlns:a="http://schemas.openxmlformats.org/drawingml/2006/main">
            <a:r>
              <a:t>        "NLD|PISA|2018|science|peer_baseline|high_share|total|high_peer_raw_sample|direct_learning_environment|633.33|percent|population_share",</a:t>
            </a:r>
          </a:p>
          <a:p xmlns:a="http://schemas.openxmlformats.org/drawingml/2006/main">
            <a:r>
              <a:t>        "NLD|PISA|2022|science|peer_baseline|high_share|total|high_peer_raw_sample|direct_learning_environment|633.33|percent|population_share",</a:t>
            </a:r>
          </a:p>
          <a:p xmlns:a="http://schemas.openxmlformats.org/drawingml/2006/main">
            <a:r>
              <a:t>        "NLD|PISA|2025|science|peer_baseline|high_share|total|high_peer_raw_sample|direct_learning_environment|633.33|percent|population_share"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2009,</a:t>
            </a:r>
          </a:p>
          <a:p xmlns:a="http://schemas.openxmlformats.org/drawingml/2006/main">
            <a:r>
              <a:t>        2012,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21,</a:t>
            </a:r>
          </a:p>
          <a:p xmlns:a="http://schemas.openxmlformats.org/drawingml/2006/main">
            <a:r>
              <a:t>  "approval": "CHOSEN_BASE",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"source_slide": 10,</a:t>
            </a:r>
          </a:p>
          <a:p xmlns:a="http://schemas.openxmlformats.org/drawingml/2006/main">
            <a:r>
              <a:t>  "approval": "A02",</a:t>
            </a:r>
          </a:p>
          <a:p xmlns:a="http://schemas.openxmlformats.org/drawingml/2006/main">
            <a:r>
              <a:t>  "result_basis": {</a:t>
            </a:r>
          </a:p>
          <a:p xmlns:a="http://schemas.openxmlformats.org/drawingml/2006/main">
            <a:r>
              <a:t>    "schema_version": 1,</a:t>
            </a:r>
          </a:p>
          <a:p xmlns:a="http://schemas.openxmlformats.org/drawingml/2006/main">
            <a:r>
              <a:t>    "result_scope": "CURRENT47_DEFERRED36_EXCLUDED",</a:t>
            </a:r>
          </a:p>
          <a:p xmlns:a="http://schemas.openxmlformats.org/drawingml/2006/main">
            <a:r>
              <a:t>    "countries": [</a:t>
            </a:r>
          </a:p>
          <a:p xmlns:a="http://schemas.openxmlformats.org/drawingml/2006/main">
            <a:r>
              <a:t>      "ALB",</a:t>
            </a:r>
          </a:p>
          <a:p xmlns:a="http://schemas.openxmlformats.org/drawingml/2006/main">
            <a:r>
              <a:t>      "ARE",</a:t>
            </a:r>
          </a:p>
          <a:p xmlns:a="http://schemas.openxmlformats.org/drawingml/2006/main">
            <a:r>
              <a:t>      "ARG",</a:t>
            </a:r>
          </a:p>
          <a:p xmlns:a="http://schemas.openxmlformats.org/drawingml/2006/main">
            <a:r>
              <a:t>      "ARM",</a:t>
            </a:r>
          </a:p>
          <a:p xmlns:a="http://schemas.openxmlformats.org/drawingml/2006/main">
            <a:r>
              <a:t>      "AUS",</a:t>
            </a:r>
          </a:p>
          <a:p xmlns:a="http://schemas.openxmlformats.org/drawingml/2006/main">
            <a:r>
              <a:t>      "AUT",</a:t>
            </a:r>
          </a:p>
          <a:p xmlns:a="http://schemas.openxmlformats.org/drawingml/2006/main">
            <a:r>
              <a:t>      "AZE",</a:t>
            </a:r>
          </a:p>
          <a:p xmlns:a="http://schemas.openxmlformats.org/drawingml/2006/main">
            <a:r>
              <a:t>      "BEL",</a:t>
            </a:r>
          </a:p>
          <a:p xmlns:a="http://schemas.openxmlformats.org/drawingml/2006/main">
            <a:r>
              <a:t>      "BGR",</a:t>
            </a:r>
          </a:p>
          <a:p xmlns:a="http://schemas.openxmlformats.org/drawingml/2006/main">
            <a:r>
              <a:t>      "BHR",</a:t>
            </a:r>
          </a:p>
          <a:p xmlns:a="http://schemas.openxmlformats.org/drawingml/2006/main">
            <a:r>
              <a:t>      "BRA",</a:t>
            </a:r>
          </a:p>
          <a:p xmlns:a="http://schemas.openxmlformats.org/drawingml/2006/main">
            <a:r>
              <a:t>      "BRN",</a:t>
            </a:r>
          </a:p>
          <a:p xmlns:a="http://schemas.openxmlformats.org/drawingml/2006/main">
            <a:r>
              <a:t>      "CAN",</a:t>
            </a:r>
          </a:p>
          <a:p xmlns:a="http://schemas.openxmlformats.org/drawingml/2006/main">
            <a:r>
              <a:t>      "CHE",</a:t>
            </a:r>
          </a:p>
          <a:p xmlns:a="http://schemas.openxmlformats.org/drawingml/2006/main">
            <a:r>
              <a:t>      "CHL",</a:t>
            </a:r>
          </a:p>
          <a:p xmlns:a="http://schemas.openxmlformats.org/drawingml/2006/main">
            <a:r>
              <a:t>      "COL",</a:t>
            </a:r>
          </a:p>
          <a:p xmlns:a="http://schemas.openxmlformats.org/drawingml/2006/main">
            <a:r>
              <a:t>      "CZE",</a:t>
            </a:r>
          </a:p>
          <a:p xmlns:a="http://schemas.openxmlformats.org/drawingml/2006/main">
            <a:r>
              <a:t>      "DEU",</a:t>
            </a:r>
          </a:p>
          <a:p xmlns:a="http://schemas.openxmlformats.org/drawingml/2006/main">
            <a:r>
              <a:t>      "DNK",</a:t>
            </a:r>
          </a:p>
          <a:p xmlns:a="http://schemas.openxmlformats.org/drawingml/2006/main">
            <a:r>
              <a:t>      "ESP",</a:t>
            </a:r>
          </a:p>
          <a:p xmlns:a="http://schemas.openxmlformats.org/drawingml/2006/main">
            <a:r>
              <a:t>      "FIN",</a:t>
            </a:r>
          </a:p>
          <a:p xmlns:a="http://schemas.openxmlformats.org/drawingml/2006/main">
            <a:r>
              <a:t>      "FRA",</a:t>
            </a:r>
          </a:p>
          <a:p xmlns:a="http://schemas.openxmlformats.org/drawingml/2006/main">
            <a:r>
              <a:t>      "GBR",</a:t>
            </a:r>
          </a:p>
          <a:p xmlns:a="http://schemas.openxmlformats.org/drawingml/2006/main">
            <a:r>
              <a:t>      "GEO",</a:t>
            </a:r>
          </a:p>
          <a:p xmlns:a="http://schemas.openxmlformats.org/drawingml/2006/main">
            <a:r>
              <a:t>      "HKG",</a:t>
            </a:r>
          </a:p>
          <a:p xmlns:a="http://schemas.openxmlformats.org/drawingml/2006/main">
            <a:r>
              <a:t>      "HUN",</a:t>
            </a:r>
          </a:p>
          <a:p xmlns:a="http://schemas.openxmlformats.org/drawingml/2006/main">
            <a:r>
              <a:t>      "IRL",</a:t>
            </a:r>
          </a:p>
          <a:p xmlns:a="http://schemas.openxmlformats.org/drawingml/2006/main">
            <a:r>
              <a:t>      "ITA",</a:t>
            </a:r>
          </a:p>
          <a:p xmlns:a="http://schemas.openxmlformats.org/drawingml/2006/main">
            <a:r>
              <a:t>      "LIE",</a:t>
            </a:r>
          </a:p>
          <a:p xmlns:a="http://schemas.openxmlformats.org/drawingml/2006/main">
            <a:r>
              <a:t>      "LTU",</a:t>
            </a:r>
          </a:p>
          <a:p xmlns:a="http://schemas.openxmlformats.org/drawingml/2006/main">
            <a:r>
              <a:t>      "LUX",</a:t>
            </a:r>
          </a:p>
          <a:p xmlns:a="http://schemas.openxmlformats.org/drawingml/2006/main">
            <a:r>
              <a:t>      "LVA",</a:t>
            </a:r>
          </a:p>
          <a:p xmlns:a="http://schemas.openxmlformats.org/drawingml/2006/main">
            <a:r>
              <a:t>      "MAR",</a:t>
            </a:r>
          </a:p>
          <a:p xmlns:a="http://schemas.openxmlformats.org/drawingml/2006/main">
            <a:r>
              <a:t>      "NLD",</a:t>
            </a:r>
          </a:p>
          <a:p xmlns:a="http://schemas.openxmlformats.org/drawingml/2006/main">
            <a:r>
              <a:t>      "NOR",</a:t>
            </a:r>
          </a:p>
          <a:p xmlns:a="http://schemas.openxmlformats.org/drawingml/2006/main">
            <a:r>
              <a:t>      "NZL",</a:t>
            </a:r>
          </a:p>
          <a:p xmlns:a="http://schemas.openxmlformats.org/drawingml/2006/main">
            <a:r>
              <a:t>      "POL",</a:t>
            </a:r>
          </a:p>
          <a:p xmlns:a="http://schemas.openxmlformats.org/drawingml/2006/main">
            <a:r>
              <a:t>      "PRT",</a:t>
            </a:r>
          </a:p>
          <a:p xmlns:a="http://schemas.openxmlformats.org/drawingml/2006/main">
            <a:r>
              <a:t>      "QAT",</a:t>
            </a:r>
          </a:p>
          <a:p xmlns:a="http://schemas.openxmlformats.org/drawingml/2006/main">
            <a:r>
              <a:t>      "RUS",</a:t>
            </a:r>
          </a:p>
          <a:p xmlns:a="http://schemas.openxmlformats.org/drawingml/2006/main">
            <a:r>
              <a:t>      "SAU",</a:t>
            </a:r>
          </a:p>
          <a:p xmlns:a="http://schemas.openxmlformats.org/drawingml/2006/main">
            <a:r>
              <a:t>      "SGP",</a:t>
            </a:r>
          </a:p>
          <a:p xmlns:a="http://schemas.openxmlformats.org/drawingml/2006/main">
            <a:r>
              <a:t>      "SVK",</a:t>
            </a:r>
          </a:p>
          <a:p xmlns:a="http://schemas.openxmlformats.org/drawingml/2006/main">
            <a:r>
              <a:t>      "SVN",</a:t>
            </a:r>
          </a:p>
          <a:p xmlns:a="http://schemas.openxmlformats.org/drawingml/2006/main">
            <a:r>
              <a:t>      "SWE",</a:t>
            </a:r>
          </a:p>
          <a:p xmlns:a="http://schemas.openxmlformats.org/drawingml/2006/main">
            <a:r>
              <a:t>      "TWN",</a:t>
            </a:r>
          </a:p>
          <a:p xmlns:a="http://schemas.openxmlformats.org/drawingml/2006/main">
            <a:r>
              <a:t>      "USA"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"result_manifest_sha256": "5ab441b3036e794bcbc8e590fe2517619f0c5ed1ddae68e6cdd71593ed465122",</a:t>
            </a:r>
          </a:p>
          <a:p xmlns:a="http://schemas.openxmlformats.org/drawingml/2006/main">
            <a:r>
              <a:t>    "scientific_manifest_sha256": "c205f624793a9d55fc25ced02540f91466e5e0e78a8b69fe8c801b229c928965",</a:t>
            </a:r>
          </a:p>
          <a:p xmlns:a="http://schemas.openxmlformats.org/drawingml/2006/main">
            <a:r>
              <a:t>    "candidate_manifest_sha256": "7996726e25be3f8881a11dbd296e78831100663318383ad92fad44a3548f8be1",</a:t>
            </a:r>
          </a:p>
          <a:p xmlns:a="http://schemas.openxmlformats.org/drawingml/2006/main">
            <a:r>
              <a:t>    "phase_sha256": "efa86d2a9ebb4a094f1bbd4d4b22978fd52b19af6e839e324aeecbcc4a456f43",</a:t>
            </a:r>
          </a:p>
          <a:p xmlns:a="http://schemas.openxmlformats.org/drawingml/2006/main">
            <a:r>
              <a:t>    "explorer_sha256": "413a55a8f9b0d08c62f5d17988bb3ff6e4fa4a31e032064d9d2a187835685e68",</a:t>
            </a:r>
          </a:p>
          <a:p xmlns:a="http://schemas.openxmlformats.org/drawingml/2006/main">
            <a:r>
              <a:t>    "source_deck": "BR_POLICY_21_20261001",</a:t>
            </a:r>
          </a:p>
          <a:p xmlns:a="http://schemas.openxmlformats.org/drawingml/2006/main">
            <a:r>
              <a:t>    "source_deck_sha256": "cea8dc8a42c3e63e435c16ef13ea6cc1b634f5ca4d95af8c29dafba7397631ac",</a:t>
            </a:r>
          </a:p>
          <a:p xmlns:a="http://schemas.openxmlformats.org/drawingml/2006/main">
            <a:r>
              <a:t>    "slide_count_change": "22 slides: retain the original narrative, split source slide 20 into separately approved low/high peer outcomes (A01/A03), move source slide 10 to the appendix (A02). No additional analysis family.",</a:t>
            </a:r>
          </a:p>
          <a:p xmlns:a="http://schemas.openxmlformats.org/drawingml/2006/main">
            <a:r>
              <a:t>    "sources_are_aggregate_only": true,</a:t>
            </a:r>
          </a:p>
          <a:p xmlns:a="http://schemas.openxmlformats.org/drawingml/2006/main">
            <a:r>
              <a:t>    "precision": "Full binary64 aggregate precision; display rounding only"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"panels":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"APPENDIX_A02_age10_reading"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10,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5.3672692767505,</a:t>
            </a:r>
          </a:p>
          <a:p xmlns:a="http://schemas.openxmlformats.org/drawingml/2006/main">
            <a:r>
              <a:t>            2.0564895079443,</a:t>
            </a:r>
          </a:p>
          <a:p xmlns:a="http://schemas.openxmlformats.org/drawingml/2006/main">
            <a:r>
              <a:t>            2.516771285719,</a:t>
            </a:r>
          </a:p>
          <a:p xmlns:a="http://schemas.openxmlformats.org/drawingml/2006/main">
            <a:r>
              <a:t>            2.7920101751728,</a:t>
            </a:r>
          </a:p>
          <a:p xmlns:a="http://schemas.openxmlformats.org/drawingml/2006/main">
            <a:r>
              <a:t>            2.7446597575768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3.3631060011082,</a:t>
            </a:r>
          </a:p>
          <a:p xmlns:a="http://schemas.openxmlformats.org/drawingml/2006/main">
            <a:r>
              <a:t>            7.3714325523927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0.88184764601395,</a:t>
            </a:r>
          </a:p>
          <a:p xmlns:a="http://schemas.openxmlformats.org/drawingml/2006/main">
            <a:r>
              <a:t>            3.2311313698747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1.5257050364893,</a:t>
            </a:r>
          </a:p>
          <a:p xmlns:a="http://schemas.openxmlformats.org/drawingml/2006/main">
            <a:r>
              <a:t>            3.5078375349486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1.3402611503429,</a:t>
            </a:r>
          </a:p>
          <a:p xmlns:a="http://schemas.openxmlformats.org/drawingml/2006/main">
            <a:r>
              <a:t>            4.2437592000026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1.2771236532252,</a:t>
            </a:r>
          </a:p>
          <a:p xmlns:a="http://schemas.openxmlformats.org/drawingml/2006/main">
            <a:r>
              <a:t>            4.2121958619284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15.185732184046,</a:t>
            </a:r>
          </a:p>
          <a:p xmlns:a="http://schemas.openxmlformats.org/drawingml/2006/main">
            <a:r>
              <a:t>            12.304831461454,</a:t>
            </a:r>
          </a:p>
          <a:p xmlns:a="http://schemas.openxmlformats.org/drawingml/2006/main">
            <a:r>
              <a:t>            11.558226497977,</a:t>
            </a:r>
          </a:p>
          <a:p xmlns:a="http://schemas.openxmlformats.org/drawingml/2006/main">
            <a:r>
              <a:t>            15.011668377212,</a:t>
            </a:r>
          </a:p>
          <a:p xmlns:a="http://schemas.openxmlformats.org/drawingml/2006/main">
            <a:r>
              <a:t>            11.071815367865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2001,</a:t>
            </a:r>
          </a:p>
          <a:p xmlns:a="http://schemas.openxmlformats.org/drawingml/2006/main">
            <a:r>
              <a:t>            2001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11.976148778567,</a:t>
            </a:r>
          </a:p>
          <a:p xmlns:a="http://schemas.openxmlformats.org/drawingml/2006/main">
            <a:r>
              <a:t>            18.395315589526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2006,</a:t>
            </a:r>
          </a:p>
          <a:p xmlns:a="http://schemas.openxmlformats.org/drawingml/2006/main">
            <a:r>
              <a:t>            2006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9.8252605229587,</a:t>
            </a:r>
          </a:p>
          <a:p xmlns:a="http://schemas.openxmlformats.org/drawingml/2006/main">
            <a:r>
              <a:t>            14.78440239995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8.6960127851951,</a:t>
            </a:r>
          </a:p>
          <a:p xmlns:a="http://schemas.openxmlformats.org/drawingml/2006/main">
            <a:r>
              <a:t>            14.420440210759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2016",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2016,</a:t>
            </a:r>
          </a:p>
          <a:p xmlns:a="http://schemas.openxmlformats.org/drawingml/2006/main">
            <a:r>
              <a:t>            2016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12.020797435493,</a:t>
            </a:r>
          </a:p>
          <a:p xmlns:a="http://schemas.openxmlformats.org/drawingml/2006/main">
            <a:r>
              <a:t>            18.002539318931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2021,</a:t>
            </a:r>
          </a:p>
          <a:p xmlns:a="http://schemas.openxmlformats.org/drawingml/2006/main">
            <a:r>
              <a:t>            2021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7.7989959533127,</a:t>
            </a:r>
          </a:p>
          <a:p xmlns:a="http://schemas.openxmlformats.org/drawingml/2006/main">
            <a:r>
              <a:t>            14.344634782416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"NLD|PIRLS|2001|reading|ses_national|q1_high|q1|books5_fractional||625|proportion|",</a:t>
            </a:r>
          </a:p>
          <a:p xmlns:a="http://schemas.openxmlformats.org/drawingml/2006/main">
            <a:r>
              <a:t>        "NLD|PIRLS|2001|reading|ses_national|q4_high|q4|books5_fractional||625|proportion|",</a:t>
            </a:r>
          </a:p>
          <a:p xmlns:a="http://schemas.openxmlformats.org/drawingml/2006/main">
            <a:r>
              <a:t>        "NLD|PIRLS|2006|reading|ses_national|q1_high|q1|books5_fractional||625|proportion|",</a:t>
            </a:r>
          </a:p>
          <a:p xmlns:a="http://schemas.openxmlformats.org/drawingml/2006/main">
            <a:r>
              <a:t>        "NLD|PIRLS|2006|reading|ses_national|q4_high|q4|books5_fractional||625|proportion|",</a:t>
            </a:r>
          </a:p>
          <a:p xmlns:a="http://schemas.openxmlformats.org/drawingml/2006/main">
            <a:r>
              <a:t>        "NLD|PIRLS|2011|reading|ses_national|q1_high|q1|books5_fractional||625|proportion|",</a:t>
            </a:r>
          </a:p>
          <a:p xmlns:a="http://schemas.openxmlformats.org/drawingml/2006/main">
            <a:r>
              <a:t>        "NLD|PIRLS|2011|reading|ses_national|q4_high|q4|books5_fractional||625|proportion|",</a:t>
            </a:r>
          </a:p>
          <a:p xmlns:a="http://schemas.openxmlformats.org/drawingml/2006/main">
            <a:r>
              <a:t>        "NLD|PIRLS|2016|reading|ses_national|q1_high|q1|books5_fractional||625|proportion|",</a:t>
            </a:r>
          </a:p>
          <a:p xmlns:a="http://schemas.openxmlformats.org/drawingml/2006/main">
            <a:r>
              <a:t>        "NLD|PIRLS|2016|reading|ses_national|q4_high|q4|books5_fractional||625|proportion|",</a:t>
            </a:r>
          </a:p>
          <a:p xmlns:a="http://schemas.openxmlformats.org/drawingml/2006/main">
            <a:r>
              <a:t>        "NLD|PIRLS|2021|reading|ses_national|q1_high|q1|books5_fractional||625|proportion|",</a:t>
            </a:r>
          </a:p>
          <a:p xmlns:a="http://schemas.openxmlformats.org/drawingml/2006/main">
            <a:r>
              <a:t>        "NLD|PIRLS|2021|reading|ses_national|q4_high|q4|books5_fractional||625|proportion|"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2001,</a:t>
            </a:r>
          </a:p>
          <a:p xmlns:a="http://schemas.openxmlformats.org/drawingml/2006/main">
            <a:r>
              <a:t>        2006,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2016,</a:t>
            </a:r>
          </a:p>
          <a:p xmlns:a="http://schemas.openxmlformats.org/drawingml/2006/main">
            <a:r>
              <a:t>        2021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"APPENDIX_A02_age10_mathematics"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2.3378639200903,</a:t>
            </a:r>
          </a:p>
          <a:p xmlns:a="http://schemas.openxmlformats.org/drawingml/2006/main">
            <a:r>
              <a:t>            2.4594853466779,</a:t>
            </a:r>
          </a:p>
          <a:p xmlns:a="http://schemas.openxmlformats.org/drawingml/2006/main">
            <a:r>
              <a:t>            1.0813765308918,</a:t>
            </a:r>
          </a:p>
          <a:p xmlns:a="http://schemas.openxmlformats.org/drawingml/2006/main">
            <a:r>
              <a:t>            1.4119830592332,</a:t>
            </a:r>
          </a:p>
          <a:p xmlns:a="http://schemas.openxmlformats.org/drawingml/2006/main">
            <a:r>
              <a:t>            3.1054903321263,</a:t>
            </a:r>
          </a:p>
          <a:p xmlns:a="http://schemas.openxmlformats.org/drawingml/2006/main">
            <a:r>
              <a:t>            3.2200309334347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0.97598011901046,</a:t>
            </a:r>
          </a:p>
          <a:p xmlns:a="http://schemas.openxmlformats.org/drawingml/2006/main">
            <a:r>
              <a:t>            3.6997477211702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0.63910054638973,</a:t>
            </a:r>
          </a:p>
          <a:p xmlns:a="http://schemas.openxmlformats.org/drawingml/2006/main">
            <a:r>
              <a:t>            4.2798701469661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0.24309451858548,</a:t>
            </a:r>
          </a:p>
          <a:p xmlns:a="http://schemas.openxmlformats.org/drawingml/2006/main">
            <a:r>
              <a:t>            1.9196585431981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0.12776119674763,</a:t>
            </a:r>
          </a:p>
          <a:p xmlns:a="http://schemas.openxmlformats.org/drawingml/2006/main">
            <a:r>
              <a:t>            2.6962049217188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1.377960981499,</a:t>
            </a:r>
          </a:p>
          <a:p xmlns:a="http://schemas.openxmlformats.org/drawingml/2006/main">
            <a:r>
              <a:t>            4.8330196827537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1.8948467765424,</a:t>
            </a:r>
          </a:p>
          <a:p xmlns:a="http://schemas.openxmlformats.org/drawingml/2006/main">
            <a:r>
              <a:t>            4.5452150903269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9.2583028118066,</a:t>
            </a:r>
          </a:p>
          <a:p xmlns:a="http://schemas.openxmlformats.org/drawingml/2006/main">
            <a:r>
              <a:t>            10.567065514093,</a:t>
            </a:r>
          </a:p>
          <a:p xmlns:a="http://schemas.openxmlformats.org/drawingml/2006/main">
            <a:r>
              <a:t>            8.2206210918032,</a:t>
            </a:r>
          </a:p>
          <a:p xmlns:a="http://schemas.openxmlformats.org/drawingml/2006/main">
            <a:r>
              <a:t>            6.1727482976774,</a:t>
            </a:r>
          </a:p>
          <a:p xmlns:a="http://schemas.openxmlformats.org/drawingml/2006/main">
            <a:r>
              <a:t>            11.469856497149,</a:t>
            </a:r>
          </a:p>
          <a:p xmlns:a="http://schemas.openxmlformats.org/drawingml/2006/main">
            <a:r>
              <a:t>            12.822775378335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6.1784287162364,</a:t>
            </a:r>
          </a:p>
          <a:p xmlns:a="http://schemas.openxmlformats.org/drawingml/2006/main">
            <a:r>
              <a:t>            12.338176907377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7.2919527265752,</a:t>
            </a:r>
          </a:p>
          <a:p xmlns:a="http://schemas.openxmlformats.org/drawingml/2006/main">
            <a:r>
              <a:t>            13.842178301611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5.433274004685,</a:t>
            </a:r>
          </a:p>
          <a:p xmlns:a="http://schemas.openxmlformats.org/drawingml/2006/main">
            <a:r>
              <a:t>            11.007968178921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3.926343037283,</a:t>
            </a:r>
          </a:p>
          <a:p xmlns:a="http://schemas.openxmlformats.org/drawingml/2006/main">
            <a:r>
              <a:t>            8.4191535580717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7.7479260340089,</a:t>
            </a:r>
          </a:p>
          <a:p xmlns:a="http://schemas.openxmlformats.org/drawingml/2006/main">
            <a:r>
              <a:t>            15.19178696029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9.8708627897465,</a:t>
            </a:r>
          </a:p>
          <a:p xmlns:a="http://schemas.openxmlformats.org/drawingml/2006/main">
            <a:r>
              <a:t>            15.774687966924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"NLD|TIMSS|2003|mathematics|ses_national|q1_high|q1|books5_fractional||625|proportion|",</a:t>
            </a:r>
          </a:p>
          <a:p xmlns:a="http://schemas.openxmlformats.org/drawingml/2006/main">
            <a:r>
              <a:t>        "NLD|TIMSS|2003|mathematics|ses_national|q4_high|q4|books5_fractional||625|proportion|",</a:t>
            </a:r>
          </a:p>
          <a:p xmlns:a="http://schemas.openxmlformats.org/drawingml/2006/main">
            <a:r>
              <a:t>        "NLD|TIMSS|2007|mathematics|ses_national|q1_high|q1|books5_fractional||625|proportion|",</a:t>
            </a:r>
          </a:p>
          <a:p xmlns:a="http://schemas.openxmlformats.org/drawingml/2006/main">
            <a:r>
              <a:t>        "NLD|TIMSS|2007|mathematics|ses_national|q4_high|q4|books5_fractional||625|proportion|",</a:t>
            </a:r>
          </a:p>
          <a:p xmlns:a="http://schemas.openxmlformats.org/drawingml/2006/main">
            <a:r>
              <a:t>        "NLD|TIMSS|2011|mathematics|ses_national|q1_high|q1|books5_fractional||625|proportion|",</a:t>
            </a:r>
          </a:p>
          <a:p xmlns:a="http://schemas.openxmlformats.org/drawingml/2006/main">
            <a:r>
              <a:t>        "NLD|TIMSS|2011|mathematics|ses_national|q4_high|q4|books5_fractional||625|proportion|",</a:t>
            </a:r>
          </a:p>
          <a:p xmlns:a="http://schemas.openxmlformats.org/drawingml/2006/main">
            <a:r>
              <a:t>        "NLD|TIMSS|2015|mathematics|ses_national|q1_high|q1|books5_fractional||625|proportion|",</a:t>
            </a:r>
          </a:p>
          <a:p xmlns:a="http://schemas.openxmlformats.org/drawingml/2006/main">
            <a:r>
              <a:t>        "NLD|TIMSS|2015|mathematics|ses_national|q4_high|q4|books5_fractional||625|proportion|",</a:t>
            </a:r>
          </a:p>
          <a:p xmlns:a="http://schemas.openxmlformats.org/drawingml/2006/main">
            <a:r>
              <a:t>        "NLD|TIMSS|2019|mathematics|ses_national|q1_high|q1|books5_fractional||625|proportion|",</a:t>
            </a:r>
          </a:p>
          <a:p xmlns:a="http://schemas.openxmlformats.org/drawingml/2006/main">
            <a:r>
              <a:t>        "NLD|TIMSS|2019|mathematics|ses_national|q4_high|q4|books5_fractional||625|proportion|",</a:t>
            </a:r>
          </a:p>
          <a:p xmlns:a="http://schemas.openxmlformats.org/drawingml/2006/main">
            <a:r>
              <a:t>        "NLD|TIMSS|2023|mathematics|ses_national|q1_high|q1|books5_fractional||625|proportion|",</a:t>
            </a:r>
          </a:p>
          <a:p xmlns:a="http://schemas.openxmlformats.org/drawingml/2006/main">
            <a:r>
              <a:t>        "NLD|TIMSS|2023|mathematics|ses_national|q4_high|q4|books5_fractional||625|proportion|"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"APPENDIX_A02_age10_science"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12,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0.95078207868718,</a:t>
            </a:r>
          </a:p>
          <a:p xmlns:a="http://schemas.openxmlformats.org/drawingml/2006/main">
            <a:r>
              <a:t>            1.0418724394401,</a:t>
            </a:r>
          </a:p>
          <a:p xmlns:a="http://schemas.openxmlformats.org/drawingml/2006/main">
            <a:r>
              <a:t>            0.51869061730629,</a:t>
            </a:r>
          </a:p>
          <a:p xmlns:a="http://schemas.openxmlformats.org/drawingml/2006/main">
            <a:r>
              <a:t>            0.73822016365721,</a:t>
            </a:r>
          </a:p>
          <a:p xmlns:a="http://schemas.openxmlformats.org/drawingml/2006/main">
            <a:r>
              <a:t>            1.1300976661936,</a:t>
            </a:r>
          </a:p>
          <a:p xmlns:a="http://schemas.openxmlformats.org/drawingml/2006/main">
            <a:r>
              <a:t>            1.567220649118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0.099684565898052,</a:t>
            </a:r>
          </a:p>
          <a:p xmlns:a="http://schemas.openxmlformats.org/drawingml/2006/main">
            <a:r>
              <a:t>            1.8018795914763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-0.26249856107539,</a:t>
            </a:r>
          </a:p>
          <a:p xmlns:a="http://schemas.openxmlformats.org/drawingml/2006/main">
            <a:r>
              <a:t>            2.3462434399556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-0.021671975063337,</a:t>
            </a:r>
          </a:p>
          <a:p xmlns:a="http://schemas.openxmlformats.org/drawingml/2006/main">
            <a:r>
              <a:t>            1.0590532096759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0.2798889365629,</a:t>
            </a:r>
          </a:p>
          <a:p xmlns:a="http://schemas.openxmlformats.org/drawingml/2006/main">
            <a:r>
              <a:t>            1.1965513907515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-0.13476254341359,</a:t>
            </a:r>
          </a:p>
          <a:p xmlns:a="http://schemas.openxmlformats.org/drawingml/2006/main">
            <a:r>
              <a:t>            2.3949578758007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0.50189720983282,</a:t>
            </a:r>
          </a:p>
          <a:p xmlns:a="http://schemas.openxmlformats.org/drawingml/2006/main">
            <a:r>
              <a:t>            2.6325440884032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4.9431852460784,</a:t>
            </a:r>
          </a:p>
          <a:p xmlns:a="http://schemas.openxmlformats.org/drawingml/2006/main">
            <a:r>
              <a:t>            8.4726004831045,</a:t>
            </a:r>
          </a:p>
          <a:p xmlns:a="http://schemas.openxmlformats.org/drawingml/2006/main">
            <a:r>
              <a:t>            5.4179223396704,</a:t>
            </a:r>
          </a:p>
          <a:p xmlns:a="http://schemas.openxmlformats.org/drawingml/2006/main">
            <a:r>
              <a:t>            5.0943329310188,</a:t>
            </a:r>
          </a:p>
          <a:p xmlns:a="http://schemas.openxmlformats.org/drawingml/2006/main">
            <a:r>
              <a:t>            7.5190731300822,</a:t>
            </a:r>
          </a:p>
          <a:p xmlns:a="http://schemas.openxmlformats.org/drawingml/2006/main">
            <a:r>
              <a:t>            8.3759410332014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2003,</a:t>
            </a:r>
          </a:p>
          <a:p xmlns:a="http://schemas.openxmlformats.org/drawingml/2006/main">
            <a:r>
              <a:t>            2003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2.3482026391135,</a:t>
            </a:r>
          </a:p>
          <a:p xmlns:a="http://schemas.openxmlformats.org/drawingml/2006/main">
            <a:r>
              <a:t>            7.5381678530434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2007",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2007,</a:t>
            </a:r>
          </a:p>
          <a:p xmlns:a="http://schemas.openxmlformats.org/drawingml/2006/main">
            <a:r>
              <a:t>            2007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5.3971656557834,</a:t>
            </a:r>
          </a:p>
          <a:p xmlns:a="http://schemas.openxmlformats.org/drawingml/2006/main">
            <a:r>
              <a:t>            11.548035310426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2011",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2011,</a:t>
            </a:r>
          </a:p>
          <a:p xmlns:a="http://schemas.openxmlformats.org/drawingml/2006/main">
            <a:r>
              <a:t>            2011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3.3108762487996,</a:t>
            </a:r>
          </a:p>
          <a:p xmlns:a="http://schemas.openxmlformats.org/drawingml/2006/main">
            <a:r>
              <a:t>            7.5249684305411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3.2180721806518,</a:t>
            </a:r>
          </a:p>
          <a:p xmlns:a="http://schemas.openxmlformats.org/drawingml/2006/main">
            <a:r>
              <a:t>            6.9705936813858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2019",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2019,</a:t>
            </a:r>
          </a:p>
          <a:p xmlns:a="http://schemas.openxmlformats.org/drawingml/2006/main">
            <a:r>
              <a:t>            2019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3.795390263861,</a:t>
            </a:r>
          </a:p>
          <a:p xmlns:a="http://schemas.openxmlformats.org/drawingml/2006/main">
            <a:r>
              <a:t>            11.242755996303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2023",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2023,</a:t>
            </a:r>
          </a:p>
          <a:p xmlns:a="http://schemas.openxmlformats.org/drawingml/2006/main">
            <a:r>
              <a:t>            2023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5.3659263627367,</a:t>
            </a:r>
          </a:p>
          <a:p xmlns:a="http://schemas.openxmlformats.org/drawingml/2006/main">
            <a:r>
              <a:t>            11.385955703666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"NLD|TIMSS|2003|science|ses_national|q1_high|q1|books5_fractional||625|proportion|",</a:t>
            </a:r>
          </a:p>
          <a:p xmlns:a="http://schemas.openxmlformats.org/drawingml/2006/main">
            <a:r>
              <a:t>        "NLD|TIMSS|2003|science|ses_national|q4_high|q4|books5_fractional||625|proportion|",</a:t>
            </a:r>
          </a:p>
          <a:p xmlns:a="http://schemas.openxmlformats.org/drawingml/2006/main">
            <a:r>
              <a:t>        "NLD|TIMSS|2007|science|ses_national|q1_high|q1|books5_fractional||625|proportion|",</a:t>
            </a:r>
          </a:p>
          <a:p xmlns:a="http://schemas.openxmlformats.org/drawingml/2006/main">
            <a:r>
              <a:t>        "NLD|TIMSS|2007|science|ses_national|q4_high|q4|books5_fractional||625|proportion|",</a:t>
            </a:r>
          </a:p>
          <a:p xmlns:a="http://schemas.openxmlformats.org/drawingml/2006/main">
            <a:r>
              <a:t>        "NLD|TIMSS|2011|science|ses_national|q1_high|q1|books5_fractional||625|proportion|",</a:t>
            </a:r>
          </a:p>
          <a:p xmlns:a="http://schemas.openxmlformats.org/drawingml/2006/main">
            <a:r>
              <a:t>        "NLD|TIMSS|2011|science|ses_national|q4_high|q4|books5_fractional||625|proportion|",</a:t>
            </a:r>
          </a:p>
          <a:p xmlns:a="http://schemas.openxmlformats.org/drawingml/2006/main">
            <a:r>
              <a:t>        "NLD|TIMSS|2015|science|ses_national|q1_high|q1|books5_fractional||625|proportion|",</a:t>
            </a:r>
          </a:p>
          <a:p xmlns:a="http://schemas.openxmlformats.org/drawingml/2006/main">
            <a:r>
              <a:t>        "NLD|TIMSS|2015|science|ses_national|q4_high|q4|books5_fractional||625|proportion|",</a:t>
            </a:r>
          </a:p>
          <a:p xmlns:a="http://schemas.openxmlformats.org/drawingml/2006/main">
            <a:r>
              <a:t>        "NLD|TIMSS|2019|science|ses_national|q1_high|q1|books5_fractional||625|proportion|",</a:t>
            </a:r>
          </a:p>
          <a:p xmlns:a="http://schemas.openxmlformats.org/drawingml/2006/main">
            <a:r>
              <a:t>        "NLD|TIMSS|2019|science|ses_national|q4_high|q4|books5_fractional||625|proportion|",</a:t>
            </a:r>
          </a:p>
          <a:p xmlns:a="http://schemas.openxmlformats.org/drawingml/2006/main">
            <a:r>
              <a:t>        "NLD|TIMSS|2023|science|ses_national|q1_high|q1|books5_fractional||625|proportion|",</a:t>
            </a:r>
          </a:p>
          <a:p xmlns:a="http://schemas.openxmlformats.org/drawingml/2006/main">
            <a:r>
              <a:t>        "NLD|TIMSS|2023|science|ses_national|q4_high|q4|books5_fractional||625|proportion|"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2003,</a:t>
            </a:r>
          </a:p>
          <a:p xmlns:a="http://schemas.openxmlformats.org/drawingml/2006/main">
            <a:r>
              <a:t>        2007,</a:t>
            </a:r>
          </a:p>
          <a:p xmlns:a="http://schemas.openxmlformats.org/drawingml/2006/main">
            <a:r>
              <a:t>        2011,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2019,</a:t>
            </a:r>
          </a:p>
          <a:p xmlns:a="http://schemas.openxmlformats.org/drawingml/2006/main">
            <a:r>
              <a:t>        2023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"APPENDIX_A02_age15_reading"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4.3145706775802,</a:t>
            </a:r>
          </a:p>
          <a:p xmlns:a="http://schemas.openxmlformats.org/drawingml/2006/main">
            <a:r>
              <a:t>            3.4583076237665,</a:t>
            </a:r>
          </a:p>
          <a:p xmlns:a="http://schemas.openxmlformats.org/drawingml/2006/main">
            <a:r>
              <a:t>            2.7153555052338,</a:t>
            </a:r>
          </a:p>
          <a:p xmlns:a="http://schemas.openxmlformats.org/drawingml/2006/main">
            <a:r>
              <a:t>            1.0569867878842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2.8300490543221,</a:t>
            </a:r>
          </a:p>
          <a:p xmlns:a="http://schemas.openxmlformats.org/drawingml/2006/main">
            <a:r>
              <a:t>            5.7990923008383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2.1036276651438,</a:t>
            </a:r>
          </a:p>
          <a:p xmlns:a="http://schemas.openxmlformats.org/drawingml/2006/main">
            <a:r>
              <a:t>            4.8129875823892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1.241743360764,</a:t>
            </a:r>
          </a:p>
          <a:p xmlns:a="http://schemas.openxmlformats.org/drawingml/2006/main">
            <a:r>
              <a:t>            4.1889676497037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0.39179450165203,</a:t>
            </a:r>
          </a:p>
          <a:p xmlns:a="http://schemas.openxmlformats.org/drawingml/2006/main">
            <a:r>
              <a:t>            1.7221790741164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21.005247288628,</a:t>
            </a:r>
          </a:p>
          <a:p xmlns:a="http://schemas.openxmlformats.org/drawingml/2006/main">
            <a:r>
              <a:t>            17.714966756665,</a:t>
            </a:r>
          </a:p>
          <a:p xmlns:a="http://schemas.openxmlformats.org/drawingml/2006/main">
            <a:r>
              <a:t>            13.802550489603,</a:t>
            </a:r>
          </a:p>
          <a:p xmlns:a="http://schemas.openxmlformats.org/drawingml/2006/main">
            <a:r>
              <a:t>            9.502390589725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17.815075022413,</a:t>
            </a:r>
          </a:p>
          <a:p xmlns:a="http://schemas.openxmlformats.org/drawingml/2006/main">
            <a:r>
              <a:t>            24.195419554842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14.73790294613,</a:t>
            </a:r>
          </a:p>
          <a:p xmlns:a="http://schemas.openxmlformats.org/drawingml/2006/main">
            <a:r>
              <a:t>            20.6920305672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10.799320568299,</a:t>
            </a:r>
          </a:p>
          <a:p xmlns:a="http://schemas.openxmlformats.org/drawingml/2006/main">
            <a:r>
              <a:t>            16.805780410907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7.5238237871182,</a:t>
            </a:r>
          </a:p>
          <a:p xmlns:a="http://schemas.openxmlformats.org/drawingml/2006/main">
            <a:r>
              <a:t>            11.480957392332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"NLD|PISA|2015|reading|ses_harmonized|q1_high|q1|Cobreros_fourwave_13item_trend_comparable||625.61|proportion|",</a:t>
            </a:r>
          </a:p>
          <a:p xmlns:a="http://schemas.openxmlformats.org/drawingml/2006/main">
            <a:r>
              <a:t>        "NLD|PISA|2015|reading|ses_harmonized|q4_high|q4|Cobreros_fourwave_13item_trend_comparable||625.61|proportion|",</a:t>
            </a:r>
          </a:p>
          <a:p xmlns:a="http://schemas.openxmlformats.org/drawingml/2006/main">
            <a:r>
              <a:t>        "NLD|PISA|2018|reading|ses_harmonized|q1_high|q1|Cobreros_fourwave_13item_trend_comparable||625.61|proportion|",</a:t>
            </a:r>
          </a:p>
          <a:p xmlns:a="http://schemas.openxmlformats.org/drawingml/2006/main">
            <a:r>
              <a:t>        "NLD|PISA|2018|reading|ses_harmonized|q4_high|q4|Cobreros_fourwave_13item_trend_comparable||625.61|proportion|",</a:t>
            </a:r>
          </a:p>
          <a:p xmlns:a="http://schemas.openxmlformats.org/drawingml/2006/main">
            <a:r>
              <a:t>        "NLD|PISA|2022|reading|ses_harmonized|q1_high|q1|Cobreros_fourwave_13item_trend_comparable||625.61|proportion|",</a:t>
            </a:r>
          </a:p>
          <a:p xmlns:a="http://schemas.openxmlformats.org/drawingml/2006/main">
            <a:r>
              <a:t>        "NLD|PISA|2022|reading|ses_harmonized|q4_high|q4|Cobreros_fourwave_13item_trend_comparable||625.61|proportion|",</a:t>
            </a:r>
          </a:p>
          <a:p xmlns:a="http://schemas.openxmlformats.org/drawingml/2006/main">
            <a:r>
              <a:t>        "NLD|PISA|2025|reading|ses_harmonized|q1_high|q1|Cobreros_fourwave_13item_trend_comparable||625.61|proportion|",</a:t>
            </a:r>
          </a:p>
          <a:p xmlns:a="http://schemas.openxmlformats.org/drawingml/2006/main">
            <a:r>
              <a:t>        "NLD|PISA|2025|reading|ses_harmonized|q4_high|q4|Cobreros_fourwave_13item_trend_comparable||625.61|proportion|"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"APPENDIX_A02_age15_mathematics"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7.383694466063,</a:t>
            </a:r>
          </a:p>
          <a:p xmlns:a="http://schemas.openxmlformats.org/drawingml/2006/main">
            <a:r>
              <a:t>            8.131016791319,</a:t>
            </a:r>
          </a:p>
          <a:p xmlns:a="http://schemas.openxmlformats.org/drawingml/2006/main">
            <a:r>
              <a:t>            6.4443005130047,</a:t>
            </a:r>
          </a:p>
          <a:p xmlns:a="http://schemas.openxmlformats.org/drawingml/2006/main">
            <a:r>
              <a:t>            3.9672118618319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5.2267883204165,</a:t>
            </a:r>
          </a:p>
          <a:p xmlns:a="http://schemas.openxmlformats.org/drawingml/2006/main">
            <a:r>
              <a:t>            9.5406006117095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5.664033450691,</a:t>
            </a:r>
          </a:p>
          <a:p xmlns:a="http://schemas.openxmlformats.org/drawingml/2006/main">
            <a:r>
              <a:t>            10.598000131947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4.5483804688979,</a:t>
            </a:r>
          </a:p>
          <a:p xmlns:a="http://schemas.openxmlformats.org/drawingml/2006/main">
            <a:r>
              <a:t>            8.3402205571115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2.4898771649427,</a:t>
            </a:r>
          </a:p>
          <a:p xmlns:a="http://schemas.openxmlformats.org/drawingml/2006/main">
            <a:r>
              <a:t>            5.444546558721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27.425858072966,</a:t>
            </a:r>
          </a:p>
          <a:p xmlns:a="http://schemas.openxmlformats.org/drawingml/2006/main">
            <a:r>
              <a:t>            32.743411042762,</a:t>
            </a:r>
          </a:p>
          <a:p xmlns:a="http://schemas.openxmlformats.org/drawingml/2006/main">
            <a:r>
              <a:t>            29.141812358474,</a:t>
            </a:r>
          </a:p>
          <a:p xmlns:a="http://schemas.openxmlformats.org/drawingml/2006/main">
            <a:r>
              <a:t>            27.205927293842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24.047315309438,</a:t>
            </a:r>
          </a:p>
          <a:p xmlns:a="http://schemas.openxmlformats.org/drawingml/2006/main">
            <a:r>
              <a:t>            30.804400836494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28.324637643699,</a:t>
            </a:r>
          </a:p>
          <a:p xmlns:a="http://schemas.openxmlformats.org/drawingml/2006/main">
            <a:r>
              <a:t>            37.162184441826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24.957677225421,</a:t>
            </a:r>
          </a:p>
          <a:p xmlns:a="http://schemas.openxmlformats.org/drawingml/2006/main">
            <a:r>
              <a:t>            33.325947491527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23.443040954687,</a:t>
            </a:r>
          </a:p>
          <a:p xmlns:a="http://schemas.openxmlformats.org/drawingml/2006/main">
            <a:r>
              <a:t>            30.968813632998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"NLD|PISA|2015|mathematics|ses_harmonized|q1_high|q1|Cobreros_fourwave_13item_trend_comparable||606.99|proportion|",</a:t>
            </a:r>
          </a:p>
          <a:p xmlns:a="http://schemas.openxmlformats.org/drawingml/2006/main">
            <a:r>
              <a:t>        "NLD|PISA|2015|mathematics|ses_harmonized|q4_high|q4|Cobreros_fourwave_13item_trend_comparable||606.99|proportion|",</a:t>
            </a:r>
          </a:p>
          <a:p xmlns:a="http://schemas.openxmlformats.org/drawingml/2006/main">
            <a:r>
              <a:t>        "NLD|PISA|2018|mathematics|ses_harmonized|q1_high|q1|Cobreros_fourwave_13item_trend_comparable||606.99|proportion|",</a:t>
            </a:r>
          </a:p>
          <a:p xmlns:a="http://schemas.openxmlformats.org/drawingml/2006/main">
            <a:r>
              <a:t>        "NLD|PISA|2018|mathematics|ses_harmonized|q4_high|q4|Cobreros_fourwave_13item_trend_comparable||606.99|proportion|",</a:t>
            </a:r>
          </a:p>
          <a:p xmlns:a="http://schemas.openxmlformats.org/drawingml/2006/main">
            <a:r>
              <a:t>        "NLD|PISA|2022|mathematics|ses_harmonized|q1_high|q1|Cobreros_fourwave_13item_trend_comparable||606.99|proportion|",</a:t>
            </a:r>
          </a:p>
          <a:p xmlns:a="http://schemas.openxmlformats.org/drawingml/2006/main">
            <a:r>
              <a:t>        "NLD|PISA|2022|mathematics|ses_harmonized|q4_high|q4|Cobreros_fourwave_13item_trend_comparable||606.99|proportion|",</a:t>
            </a:r>
          </a:p>
          <a:p xmlns:a="http://schemas.openxmlformats.org/drawingml/2006/main">
            <a:r>
              <a:t>        "NLD|PISA|2025|mathematics|ses_harmonized|q1_high|q1|Cobreros_fourwave_13item_trend_comparable||606.99|proportion|",</a:t>
            </a:r>
          </a:p>
          <a:p xmlns:a="http://schemas.openxmlformats.org/drawingml/2006/main">
            <a:r>
              <a:t>        "NLD|PISA|2025|mathematics|ses_harmonized|q4_high|q4|Cobreros_fourwave_13item_trend_comparable||606.99|proportion|"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"figure_ids": [</a:t>
            </a:r>
          </a:p>
          <a:p xmlns:a="http://schemas.openxmlformats.org/drawingml/2006/main">
            <a:r>
              <a:t>        "APPENDIX_A02_age15_science"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"plotted_points": 8,</a:t>
            </a:r>
          </a:p>
          <a:p xmlns:a="http://schemas.openxmlformats.org/drawingml/2006/main">
            <a:r>
              <a:t>      "native_series":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"Onderste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4.1340187131292,</a:t>
            </a:r>
          </a:p>
          <a:p xmlns:a="http://schemas.openxmlformats.org/drawingml/2006/main">
            <a:r>
              <a:t>            4.1114101857236,</a:t>
            </a:r>
          </a:p>
          <a:p xmlns:a="http://schemas.openxmlformats.org/drawingml/2006/main">
            <a:r>
              <a:t>            3.8255220887813,</a:t>
            </a:r>
          </a:p>
          <a:p xmlns:a="http://schemas.openxmlformats.org/drawingml/2006/main">
            <a:r>
              <a:t>            2.1161744050053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"#9A6D00"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2.7298329072942,</a:t>
            </a:r>
          </a:p>
          <a:p xmlns:a="http://schemas.openxmlformats.org/drawingml/2006/main">
            <a:r>
              <a:t>            5.5382045189642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2.6850902760479,</a:t>
            </a:r>
          </a:p>
          <a:p xmlns:a="http://schemas.openxmlformats.org/drawingml/2006/main">
            <a:r>
              <a:t>            5.5377300953993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2.3731496272538,</a:t>
            </a:r>
          </a:p>
          <a:p xmlns:a="http://schemas.openxmlformats.org/drawingml/2006/main">
            <a:r>
              <a:t>            5.2778945503088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Onderste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0.91409206226833,</a:t>
            </a:r>
          </a:p>
          <a:p xmlns:a="http://schemas.openxmlformats.org/drawingml/2006/main">
            <a:r>
              <a:t>            3.3182567477422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"#9A6D00",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"Bovenste kwart SES",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21.522061781762,</a:t>
            </a:r>
          </a:p>
          <a:p xmlns:a="http://schemas.openxmlformats.org/drawingml/2006/main">
            <a:r>
              <a:t>            19.97709004394,</a:t>
            </a:r>
          </a:p>
          <a:p xmlns:a="http://schemas.openxmlformats.org/drawingml/2006/main">
            <a:r>
              <a:t>            20.318443791314,</a:t>
            </a:r>
          </a:p>
          <a:p xmlns:a="http://schemas.openxmlformats.org/drawingml/2006/main">
            <a:r>
              <a:t>            19.760296663055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2,</a:t>
            </a:r>
          </a:p>
          <a:p xmlns:a="http://schemas.openxmlformats.org/drawingml/2006/main">
            <a:r>
              <a:t>            "style": "solid"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"circle",</a:t>
            </a:r>
          </a:p>
          <a:p xmlns:a="http://schemas.openxmlformats.org/drawingml/2006/main">
            <a:r>
              <a:t>            "size": 5,</a:t>
            </a:r>
          </a:p>
          <a:p xmlns:a="http://schemas.openxmlformats.org/drawingml/2006/main">
            <a:r>
              <a:t>            "fill": "#6A4C93"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2015,</a:t>
            </a:r>
          </a:p>
          <a:p xmlns:a="http://schemas.openxmlformats.org/drawingml/2006/main">
            <a:r>
              <a:t>            2015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18.50907967071,</a:t>
            </a:r>
          </a:p>
          <a:p xmlns:a="http://schemas.openxmlformats.org/drawingml/2006/main">
            <a:r>
              <a:t>            24.535043892815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2018",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2018,</a:t>
            </a:r>
          </a:p>
          <a:p xmlns:a="http://schemas.openxmlformats.org/drawingml/2006/main">
            <a:r>
              <a:t>            2018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16.262080504543,</a:t>
            </a:r>
          </a:p>
          <a:p xmlns:a="http://schemas.openxmlformats.org/drawingml/2006/main">
            <a:r>
              <a:t>            23.692099583336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2022",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2022,</a:t>
            </a:r>
          </a:p>
          <a:p xmlns:a="http://schemas.openxmlformats.org/drawingml/2006/main">
            <a:r>
              <a:t>            2022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16.624496560105,</a:t>
            </a:r>
          </a:p>
          <a:p xmlns:a="http://schemas.openxmlformats.org/drawingml/2006/main">
            <a:r>
              <a:t>            24.012391022523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"name": "95%-interval Bovenste kwart SES, 2025",</a:t>
            </a:r>
          </a:p>
          <a:p xmlns:a="http://schemas.openxmlformats.org/drawingml/2006/main">
            <a:r>
              <a:t>          "xValues": [</a:t>
            </a:r>
          </a:p>
          <a:p xmlns:a="http://schemas.openxmlformats.org/drawingml/2006/main">
            <a:r>
              <a:t>            2025,</a:t>
            </a:r>
          </a:p>
          <a:p xmlns:a="http://schemas.openxmlformats.org/drawingml/2006/main">
            <a:r>
              <a:t>            2025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"values": [</a:t>
            </a:r>
          </a:p>
          <a:p xmlns:a="http://schemas.openxmlformats.org/drawingml/2006/main">
            <a:r>
              <a:t>            16.381217785473,</a:t>
            </a:r>
          </a:p>
          <a:p xmlns:a="http://schemas.openxmlformats.org/drawingml/2006/main">
            <a:r>
              <a:t>            23.139375540637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"line": {</a:t>
            </a:r>
          </a:p>
          <a:p xmlns:a="http://schemas.openxmlformats.org/drawingml/2006/main">
            <a:r>
              <a:t>            "fill": "#6A4C93",</a:t>
            </a:r>
          </a:p>
          <a:p xmlns:a="http://schemas.openxmlformats.org/drawingml/2006/main">
            <a:r>
              <a:t>            "width": 0.8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"marker": {</a:t>
            </a:r>
          </a:p>
          <a:p xmlns:a="http://schemas.openxmlformats.org/drawingml/2006/main">
            <a:r>
              <a:t>            "symbol": "none"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"cell_ids": [</a:t>
            </a:r>
          </a:p>
          <a:p xmlns:a="http://schemas.openxmlformats.org/drawingml/2006/main">
            <a:r>
              <a:t>        "NLD|PISA|2015|science|ses_harmonized|q1_high|q1|Cobreros_fourwave_13item_trend_comparable||633.33|proportion|",</a:t>
            </a:r>
          </a:p>
          <a:p xmlns:a="http://schemas.openxmlformats.org/drawingml/2006/main">
            <a:r>
              <a:t>        "NLD|PISA|2015|science|ses_harmonized|q4_high|q4|Cobreros_fourwave_13item_trend_comparable||633.33|proportion|",</a:t>
            </a:r>
          </a:p>
          <a:p xmlns:a="http://schemas.openxmlformats.org/drawingml/2006/main">
            <a:r>
              <a:t>        "NLD|PISA|2018|science|ses_harmonized|q1_high|q1|Cobreros_fourwave_13item_trend_comparable||633.33|proportion|",</a:t>
            </a:r>
          </a:p>
          <a:p xmlns:a="http://schemas.openxmlformats.org/drawingml/2006/main">
            <a:r>
              <a:t>        "NLD|PISA|2018|science|ses_harmonized|q4_high|q4|Cobreros_fourwave_13item_trend_comparable||633.33|proportion|",</a:t>
            </a:r>
          </a:p>
          <a:p xmlns:a="http://schemas.openxmlformats.org/drawingml/2006/main">
            <a:r>
              <a:t>        "NLD|PISA|2022|science|ses_harmonized|q1_high|q1|Cobreros_fourwave_13item_trend_comparable||633.33|proportion|",</a:t>
            </a:r>
          </a:p>
          <a:p xmlns:a="http://schemas.openxmlformats.org/drawingml/2006/main">
            <a:r>
              <a:t>        "NLD|PISA|2022|science|ses_harmonized|q4_high|q4|Cobreros_fourwave_13item_trend_comparable||633.33|proportion|",</a:t>
            </a:r>
          </a:p>
          <a:p xmlns:a="http://schemas.openxmlformats.org/drawingml/2006/main">
            <a:r>
              <a:t>        "NLD|PISA|2025|science|ses_harmonized|q1_high|q1|Cobreros_fourwave_13item_trend_comparable||633.33|proportion|",</a:t>
            </a:r>
          </a:p>
          <a:p xmlns:a="http://schemas.openxmlformats.org/drawingml/2006/main">
            <a:r>
              <a:t>        "NLD|PISA|2025|science|ses_harmonized|q4_high|q4|Cobreros_fourwave_13item_trend_comparable||633.33|proportion|"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"references": [],</a:t>
            </a:r>
          </a:p>
          <a:p xmlns:a="http://schemas.openxmlformats.org/drawingml/2006/main">
            <a:r>
              <a:t>      "full_anchor": [</a:t>
            </a:r>
          </a:p>
          <a:p xmlns:a="http://schemas.openxmlformats.org/drawingml/2006/main">
            <a:r>
              <a:t>        2015,</a:t>
            </a:r>
          </a:p>
          <a:p xmlns:a="http://schemas.openxmlformats.org/drawingml/2006/main">
            <a:r>
              <a:t>        2018,</a:t>
            </a:r>
          </a:p>
          <a:p xmlns:a="http://schemas.openxmlformats.org/drawingml/2006/main">
            <a:r>
              <a:t>        2022,</a:t>
            </a:r>
          </a:p>
          <a:p xmlns:a="http://schemas.openxmlformats.org/drawingml/2006/main">
            <a:r>
              <a:t>        2025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"excluded_years_or_groups":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"https://www.oecd.org/en/about/programmes/pisa/pisa-data.html",</a:t>
            </a:r>
          </a:p>
          <a:p xmlns:a="http://schemas.openxmlformats.org/drawingml/2006/main">
            <a:r>
              <a:t>    "https://pirls2021.org/",</a:t>
            </a:r>
          </a:p>
          <a:p xmlns:a="http://schemas.openxmlformats.org/drawingml/2006/main">
            <a:r>
              <a:t>    "https://timss2023.org/"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"uncertainty": "Intervals are pointwise sampling/PV intervals. Overlap is not a test of change. Only the registered paper contrasts include their applicable additional linking error.",</a:t>
            </a:r>
          </a:p>
          <a:p xmlns:a="http://schemas.openxmlformats.org/drawingml/2006/main">
            <a:r>
              <a:t>  "data_dependency_file": "PRODUCT_POINT_LINEAGE.json"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e895cc98540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4b459d05849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8f6d0881841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54dd09fe143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b94bf862444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73d81880f49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df3ea0ec749c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d85210ca743e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32d1fa43945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ccb56e7e845c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72bbd62004ef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B448C6-B8DA-4159-A186-8E72F53A67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095229F-070A-4120-B3CD-C2534CEEA6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22ACBD-17AD-4131-8A3C-C657F2AB11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47B273-69CD-4393-9354-9679D27C4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B721ED-0577-490E-9EC3-9B58DF5789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40D52-5451-4C6F-A18A-31A0A43AC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36D49E-C613-4D5D-B346-0BD63E8523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D70B86-54A8-4B61-81F0-3C1CC0B7BB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0EF44A-380E-454B-8328-B36F48572A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4A6B66-D6CC-4ED8-8338-12E1EF31E0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87EF2-AF46-4CE7-9C63-90EAEC922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06710B-C45B-4E88-9BE1-8771E9D81E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F10E64-AF09-40E5-975B-FD42D41494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1A3BDB-48A4-4BA5-9370-15A07C2DBA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4E8B3C-BF05-423A-9F21-3A0D1822F6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C2C674-FC43-4229-B7A9-B6ACA9BB4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760ECC0-DD54-4F57-AD88-752EBDDAF6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6563002-7858-4EB3-BC17-6D376087C9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F45EC6A-E6B9-4BBA-9A6E-1EDCFB5B5A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FB5EA86-B06C-4A38-B30A-373DCBA567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13FE26-1896-4DCC-8B75-09EF7DA9D2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B32593-2C76-4A78-AD17-D098D06279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5D73E8-E51D-4B2E-80C8-9D87D8355C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C6E72F-5389-48A2-B265-6634A9BB04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6CBED0-16FC-4C4C-B693-66FDF6E0EC4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715F41A-FC96-46DA-AB06-873713F742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5B3FDEF-DEBA-44A5-B459-24FDEFF2EC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FFA8B6E-9D66-47BD-A275-5704940992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B7B2F30-88A6-4BBC-A7D3-6FB8EAAC7B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58456C-183E-4490-BAF9-CA69CFF69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BAB5C1F-9C11-42D4-A927-9BCFF74C7B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5DC1094-7DC6-4449-B67E-276635A8B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A87A80F-09BD-46BF-9DD4-922523A24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9F4DAB-4ED0-46AA-8424-B0B275A419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A18755-AC0A-42F3-B7C6-E03E6CE772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54B6B8E-D038-470A-A677-0BD0DB8251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007BEC-7D9E-4CC6-8706-FBED05FE9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32F511-CFD6-4B03-B843-EE8D79FA9C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1912DF9-D381-4BA4-8792-B993661773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037F9C-AAAF-4C67-A747-D6B7A17B7D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882A6B1-8D2D-47BA-A89A-8DAC085690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7EB7137-120D-4ACC-B737-B1B07B064F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C80DDC-F4F1-4950-963A-AED72ABBC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94367C8-7A83-4074-8A57-D2762CB47B2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7C7EE3-4CF9-4906-8DDB-C3A287E409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57DD195-4176-4D47-AE02-1A805F1B3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00B0C2-6CD2-4BFD-9957-B0822123B3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A02007D-EA41-4A96-ACB7-CAC42A6121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B9CF02-F2AB-4F8F-8CBC-9B3DD231B8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47F0A1-803A-4318-B89B-CF5DD9E7C8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DD5AA6-8D0B-44C1-A7C8-AC496FE894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66B003-9D3A-44A3-8BC7-19242096D8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A095D1-3547-4233-940D-EB4BE17BB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502BA5B-0D45-4A08-B8D8-3244930D6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1A4C50-D057-4257-919C-B4849A367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CA59DB-EFC4-4D1F-BC72-97E55B8D00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D1CC50-891A-4EB5-BE53-0F9CB335FF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2ADB86-6AB2-4FD1-9A1A-8203E839F8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330ee446f4c71" /><Relationship Type="http://schemas.openxmlformats.org/officeDocument/2006/relationships/slideLayout" Target="/ppt/slideLayouts/slideLayout1.xml" Id="R910df3adb56640bb" /><Relationship Type="http://schemas.openxmlformats.org/officeDocument/2006/relationships/slideLayout" Target="/ppt/slideLayouts/slideLayout2.xml" Id="R403acc89b3ff433d" /><Relationship Type="http://schemas.openxmlformats.org/officeDocument/2006/relationships/slideLayout" Target="/ppt/slideLayouts/slideLayout3.xml" Id="Re2414dbd59154432" /><Relationship Type="http://schemas.openxmlformats.org/officeDocument/2006/relationships/slideLayout" Target="/ppt/slideLayouts/slideLayout4.xml" Id="R317f315a9b3542dd" /><Relationship Type="http://schemas.openxmlformats.org/officeDocument/2006/relationships/slideLayout" Target="/ppt/slideLayouts/slideLayout5.xml" Id="Rdcd94c031d4d40f2" /><Relationship Type="http://schemas.openxmlformats.org/officeDocument/2006/relationships/slideLayout" Target="/ppt/slideLayouts/slideLayout6.xml" Id="Rba48377561554e4f" /><Relationship Type="http://schemas.openxmlformats.org/officeDocument/2006/relationships/slideLayout" Target="/ppt/slideLayouts/slideLayout7.xml" Id="R0c702157f8864311" /><Relationship Type="http://schemas.openxmlformats.org/officeDocument/2006/relationships/slideLayout" Target="/ppt/slideLayouts/slideLayout8.xml" Id="R9a73e15edb9d434f" /><Relationship Type="http://schemas.openxmlformats.org/officeDocument/2006/relationships/slideLayout" Target="/ppt/slideLayouts/slideLayout9.xml" Id="R1217984f2d40436b" /><Relationship Type="http://schemas.openxmlformats.org/officeDocument/2006/relationships/slideLayout" Target="/ppt/slideLayouts/slideLayout10.xml" Id="R5af7d03c3a224c24" /><Relationship Type="http://schemas.openxmlformats.org/officeDocument/2006/relationships/slideLayout" Target="/ppt/slideLayouts/slideLayout11.xml" Id="R7e30753a7cb342c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5B4FAC4-2D3C-41B8-BA63-96E2D582CC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DC60B4-8B41-4648-A0C7-04B3244F16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B143F6-7089-4A22-BACC-69C0C1F3401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F6177E-0C7F-46ED-8224-E71F624179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4DED51-0E25-4840-B93A-91AA2DA6E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0df3adb56640bb"/>
    <p:sldLayoutId xmlns:r="http://schemas.openxmlformats.org/officeDocument/2006/relationships" id="2147483650" r:id="R403acc89b3ff433d"/>
    <p:sldLayoutId xmlns:r="http://schemas.openxmlformats.org/officeDocument/2006/relationships" id="2147483651" r:id="Re2414dbd59154432"/>
    <p:sldLayoutId xmlns:r="http://schemas.openxmlformats.org/officeDocument/2006/relationships" id="2147483652" r:id="R317f315a9b3542dd"/>
    <p:sldLayoutId xmlns:r="http://schemas.openxmlformats.org/officeDocument/2006/relationships" id="2147483653" r:id="Rdcd94c031d4d40f2"/>
    <p:sldLayoutId xmlns:r="http://schemas.openxmlformats.org/officeDocument/2006/relationships" id="2147483654" r:id="Rba48377561554e4f"/>
    <p:sldLayoutId xmlns:r="http://schemas.openxmlformats.org/officeDocument/2006/relationships" id="2147483655" r:id="R0c702157f8864311"/>
    <p:sldLayoutId xmlns:r="http://schemas.openxmlformats.org/officeDocument/2006/relationships" id="2147483656" r:id="R9a73e15edb9d434f"/>
    <p:sldLayoutId xmlns:r="http://schemas.openxmlformats.org/officeDocument/2006/relationships" id="2147483657" r:id="R1217984f2d40436b"/>
    <p:sldLayoutId xmlns:r="http://schemas.openxmlformats.org/officeDocument/2006/relationships" id="2147483658" r:id="R5af7d03c3a224c24"/>
    <p:sldLayoutId xmlns:r="http://schemas.openxmlformats.org/officeDocument/2006/relationships" id="2147483659" r:id="R7e30753a7cb342c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13ea8b83d44b1a" /><Relationship Type="http://schemas.openxmlformats.org/officeDocument/2006/relationships/image" Target="/ppt/media/image.png" Id="R9ca8b62ec1f74df6" /><Relationship Type="http://schemas.openxmlformats.org/officeDocument/2006/relationships/image" Target="/ppt/media/image.svg" Id="R25656707fad34775" /><Relationship Type="http://schemas.openxmlformats.org/officeDocument/2006/relationships/notesSlide" Target="/ppt/notesSlides/notesSlide1.xml" Id="Rfd6399a07e2045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c4d0775d9a4398" /><Relationship Type="http://schemas.openxmlformats.org/officeDocument/2006/relationships/chart" Target="/ppt/slides/charts/chart1.xml" Id="R5e4425a9f09042fd" /><Relationship Type="http://schemas.openxmlformats.org/officeDocument/2006/relationships/chart" Target="/ppt/slides/charts/chart2.xml" Id="Rcac51d0cc77f4b4d" /><Relationship Type="http://schemas.openxmlformats.org/officeDocument/2006/relationships/chart" Target="/ppt/slides/charts/chart3.xml" Id="R019734e9c0724ba1" /><Relationship Type="http://schemas.openxmlformats.org/officeDocument/2006/relationships/chart" Target="/ppt/slides/charts/chart4.xml" Id="R1ffbebc671c94fbd" /><Relationship Type="http://schemas.openxmlformats.org/officeDocument/2006/relationships/chart" Target="/ppt/slides/charts/chart5.xml" Id="Ra1638aaaf6204462" /><Relationship Type="http://schemas.openxmlformats.org/officeDocument/2006/relationships/chart" Target="/ppt/slides/charts/chart6.xml" Id="R6f22e3fe3f3b41f3" /><Relationship Type="http://schemas.openxmlformats.org/officeDocument/2006/relationships/notesSlide" Target="/ppt/notesSlides/notesSlide2.xml" Id="Rc0ee6e62d0f341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dd47d157a04035" /><Relationship Type="http://schemas.openxmlformats.org/officeDocument/2006/relationships/chart" Target="/ppt/slides/charts/chart7.xml" Id="R7a9f466e67ab418a" /><Relationship Type="http://schemas.openxmlformats.org/officeDocument/2006/relationships/chart" Target="/ppt/slides/charts/chart8.xml" Id="R3456da1b17f14b8a" /><Relationship Type="http://schemas.openxmlformats.org/officeDocument/2006/relationships/chart" Target="/ppt/slides/charts/chart9.xml" Id="R600a9ba7ca4e4d12" /><Relationship Type="http://schemas.openxmlformats.org/officeDocument/2006/relationships/chart" Target="/ppt/slides/charts/chart10.xml" Id="R45bd48ff44dd4eb5" /><Relationship Type="http://schemas.openxmlformats.org/officeDocument/2006/relationships/chart" Target="/ppt/slides/charts/chart11.xml" Id="R49a2ad64129246c9" /><Relationship Type="http://schemas.openxmlformats.org/officeDocument/2006/relationships/chart" Target="/ppt/slides/charts/chart12.xml" Id="R757c9ca6ad124546" /><Relationship Type="http://schemas.openxmlformats.org/officeDocument/2006/relationships/notesSlide" Target="/ppt/notesSlides/notesSlide3.xml" Id="Rfc0ca7347a3a4b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756ef06a9c473e" /><Relationship Type="http://schemas.openxmlformats.org/officeDocument/2006/relationships/chart" Target="/ppt/slides/charts/chart13.xml" Id="Rebc4acd8c9174feb" /><Relationship Type="http://schemas.openxmlformats.org/officeDocument/2006/relationships/chart" Target="/ppt/slides/charts/chart14.xml" Id="Rc1add0beb3444e10" /><Relationship Type="http://schemas.openxmlformats.org/officeDocument/2006/relationships/chart" Target="/ppt/slides/charts/chart15.xml" Id="Rc169916b2d3745e3" /><Relationship Type="http://schemas.openxmlformats.org/officeDocument/2006/relationships/notesSlide" Target="/ppt/notesSlides/notesSlide4.xml" Id="R347c00bfe03642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08881fbfe84a5f" /><Relationship Type="http://schemas.openxmlformats.org/officeDocument/2006/relationships/chart" Target="/ppt/slides/charts/chart16.xml" Id="R71a225a719ee4d4e" /><Relationship Type="http://schemas.openxmlformats.org/officeDocument/2006/relationships/chart" Target="/ppt/slides/charts/chart17.xml" Id="R4a2d0f811a114520" /><Relationship Type="http://schemas.openxmlformats.org/officeDocument/2006/relationships/chart" Target="/ppt/slides/charts/chart18.xml" Id="R613f48158a4d4e71" /><Relationship Type="http://schemas.openxmlformats.org/officeDocument/2006/relationships/notesSlide" Target="/ppt/notesSlides/notesSlide5.xml" Id="R3bdcec8719a74a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d90517620e43f7" /><Relationship Type="http://schemas.openxmlformats.org/officeDocument/2006/relationships/chart" Target="/ppt/slides/charts/chart19.xml" Id="Rcf2a6c7236034d62" /><Relationship Type="http://schemas.openxmlformats.org/officeDocument/2006/relationships/chart" Target="/ppt/slides/charts/chart20.xml" Id="R24f597d5c6554a1b" /><Relationship Type="http://schemas.openxmlformats.org/officeDocument/2006/relationships/chart" Target="/ppt/slides/charts/chart21.xml" Id="R20c466b642444e0a" /><Relationship Type="http://schemas.openxmlformats.org/officeDocument/2006/relationships/notesSlide" Target="/ppt/notesSlides/notesSlide6.xml" Id="R53162d6e114747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dfe26f9bb4bc2" /><Relationship Type="http://schemas.openxmlformats.org/officeDocument/2006/relationships/chart" Target="/ppt/slides/charts/chart22.xml" Id="R141c1991a6044b75" /><Relationship Type="http://schemas.openxmlformats.org/officeDocument/2006/relationships/chart" Target="/ppt/slides/charts/chart23.xml" Id="R191dcf26aee2454a" /><Relationship Type="http://schemas.openxmlformats.org/officeDocument/2006/relationships/chart" Target="/ppt/slides/charts/chart24.xml" Id="R62a8fe040d174fcf" /><Relationship Type="http://schemas.openxmlformats.org/officeDocument/2006/relationships/notesSlide" Target="/ppt/notesSlides/notesSlide7.xml" Id="R370c40a4bd4047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11cdf13cf4a83" /><Relationship Type="http://schemas.openxmlformats.org/officeDocument/2006/relationships/chart" Target="/ppt/slides/charts/chart25.xml" Id="R35107c4c7f494869" /><Relationship Type="http://schemas.openxmlformats.org/officeDocument/2006/relationships/chart" Target="/ppt/slides/charts/chart26.xml" Id="R9e43de599ff444cc" /><Relationship Type="http://schemas.openxmlformats.org/officeDocument/2006/relationships/chart" Target="/ppt/slides/charts/chart27.xml" Id="Raa715842bdd841d9" /><Relationship Type="http://schemas.openxmlformats.org/officeDocument/2006/relationships/notesSlide" Target="/ppt/notesSlides/notesSlide8.xml" Id="Rb1291cf48c0e40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a446cb8424b1b" /><Relationship Type="http://schemas.openxmlformats.org/officeDocument/2006/relationships/chart" Target="/ppt/slides/charts/chart28.xml" Id="R50eef64886554245" /><Relationship Type="http://schemas.openxmlformats.org/officeDocument/2006/relationships/chart" Target="/ppt/slides/charts/chart29.xml" Id="R6b4c0f2ee9ee4462" /><Relationship Type="http://schemas.openxmlformats.org/officeDocument/2006/relationships/chart" Target="/ppt/slides/charts/chart30.xml" Id="R399dbabe57af4475" /><Relationship Type="http://schemas.openxmlformats.org/officeDocument/2006/relationships/notesSlide" Target="/ppt/notesSlides/notesSlide9.xml" Id="Rd1c9ce7a340541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ce2a865fd247fa" /><Relationship Type="http://schemas.openxmlformats.org/officeDocument/2006/relationships/chart" Target="/ppt/slides/charts/chart31.xml" Id="Rfd971b1654aa4dde" /><Relationship Type="http://schemas.openxmlformats.org/officeDocument/2006/relationships/chart" Target="/ppt/slides/charts/chart32.xml" Id="Rb84318b4427b42e5" /><Relationship Type="http://schemas.openxmlformats.org/officeDocument/2006/relationships/chart" Target="/ppt/slides/charts/chart33.xml" Id="Rd7ba2c981f574c3b" /><Relationship Type="http://schemas.openxmlformats.org/officeDocument/2006/relationships/chart" Target="/ppt/slides/charts/chart34.xml" Id="Rc376ecba51e4450d" /><Relationship Type="http://schemas.openxmlformats.org/officeDocument/2006/relationships/chart" Target="/ppt/slides/charts/chart35.xml" Id="R3abe1212af0646d8" /><Relationship Type="http://schemas.openxmlformats.org/officeDocument/2006/relationships/chart" Target="/ppt/slides/charts/chart36.xml" Id="Rde642ed152844115" /><Relationship Type="http://schemas.openxmlformats.org/officeDocument/2006/relationships/notesSlide" Target="/ppt/notesSlides/notesSlide10.xml" Id="Rd0109ea3047c47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363b6ac18494f" /><Relationship Type="http://schemas.openxmlformats.org/officeDocument/2006/relationships/chart" Target="/ppt/slides/charts/chart37.xml" Id="R4b8fe830afc64726" /><Relationship Type="http://schemas.openxmlformats.org/officeDocument/2006/relationships/chart" Target="/ppt/slides/charts/chart38.xml" Id="R5f58c285b5684ce9" /><Relationship Type="http://schemas.openxmlformats.org/officeDocument/2006/relationships/chart" Target="/ppt/slides/charts/chart39.xml" Id="Rea2b046b59bb4ac8" /><Relationship Type="http://schemas.openxmlformats.org/officeDocument/2006/relationships/chart" Target="/ppt/slides/charts/chart40.xml" Id="R4208f724deda47ee" /><Relationship Type="http://schemas.openxmlformats.org/officeDocument/2006/relationships/chart" Target="/ppt/slides/charts/chart41.xml" Id="R820c279d754246b6" /><Relationship Type="http://schemas.openxmlformats.org/officeDocument/2006/relationships/chart" Target="/ppt/slides/charts/chart42.xml" Id="Rd5f243319a9b47cd" /><Relationship Type="http://schemas.openxmlformats.org/officeDocument/2006/relationships/notesSlide" Target="/ppt/notesSlides/notesSlide11.xml" Id="R31b6ec8de2ec4c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e7c4387cfd4220" /><Relationship Type="http://schemas.openxmlformats.org/officeDocument/2006/relationships/chart" Target="/ppt/slides/charts/chart43.xml" Id="Rc5fbaa878b294ee3" /><Relationship Type="http://schemas.openxmlformats.org/officeDocument/2006/relationships/chart" Target="/ppt/slides/charts/chart44.xml" Id="Rd3e92437e92f4366" /><Relationship Type="http://schemas.openxmlformats.org/officeDocument/2006/relationships/chart" Target="/ppt/slides/charts/chart45.xml" Id="R6a36f7bdd7664cf0" /><Relationship Type="http://schemas.openxmlformats.org/officeDocument/2006/relationships/chart" Target="/ppt/slides/charts/chart46.xml" Id="R4a267063ddb44178" /><Relationship Type="http://schemas.openxmlformats.org/officeDocument/2006/relationships/chart" Target="/ppt/slides/charts/chart47.xml" Id="Ra80f6fd9fead4f8a" /><Relationship Type="http://schemas.openxmlformats.org/officeDocument/2006/relationships/chart" Target="/ppt/slides/charts/chart48.xml" Id="R96e55a6f1a234dd1" /><Relationship Type="http://schemas.openxmlformats.org/officeDocument/2006/relationships/notesSlide" Target="/ppt/notesSlides/notesSlide12.xml" Id="Rfe74cc0ab7e846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82cc1fc2a4e95" /><Relationship Type="http://schemas.openxmlformats.org/officeDocument/2006/relationships/chart" Target="/ppt/slides/charts/chart49.xml" Id="R1adb1be90c464508" /><Relationship Type="http://schemas.openxmlformats.org/officeDocument/2006/relationships/chart" Target="/ppt/slides/charts/chart50.xml" Id="R0dad090c06a04a56" /><Relationship Type="http://schemas.openxmlformats.org/officeDocument/2006/relationships/chart" Target="/ppt/slides/charts/chart51.xml" Id="R9251f30adf104b1f" /><Relationship Type="http://schemas.openxmlformats.org/officeDocument/2006/relationships/chart" Target="/ppt/slides/charts/chart52.xml" Id="R2bfaa94c7b8845b4" /><Relationship Type="http://schemas.openxmlformats.org/officeDocument/2006/relationships/chart" Target="/ppt/slides/charts/chart53.xml" Id="Rb32e27070fd74fbd" /><Relationship Type="http://schemas.openxmlformats.org/officeDocument/2006/relationships/chart" Target="/ppt/slides/charts/chart54.xml" Id="Re91a87ef61714ec5" /><Relationship Type="http://schemas.openxmlformats.org/officeDocument/2006/relationships/notesSlide" Target="/ppt/notesSlides/notesSlide13.xml" Id="Rcb1adaf44e3040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f0ef27fbd4c7e" /><Relationship Type="http://schemas.openxmlformats.org/officeDocument/2006/relationships/chart" Target="/ppt/slides/charts/chart55.xml" Id="R0a00020137404d16" /><Relationship Type="http://schemas.openxmlformats.org/officeDocument/2006/relationships/chart" Target="/ppt/slides/charts/chart56.xml" Id="Rf2efeee4df6e44ea" /><Relationship Type="http://schemas.openxmlformats.org/officeDocument/2006/relationships/chart" Target="/ppt/slides/charts/chart57.xml" Id="R24b94be8c19e4de3" /><Relationship Type="http://schemas.openxmlformats.org/officeDocument/2006/relationships/chart" Target="/ppt/slides/charts/chart58.xml" Id="R05d0ffb883d14445" /><Relationship Type="http://schemas.openxmlformats.org/officeDocument/2006/relationships/chart" Target="/ppt/slides/charts/chart59.xml" Id="R0730a5c0a15b427a" /><Relationship Type="http://schemas.openxmlformats.org/officeDocument/2006/relationships/chart" Target="/ppt/slides/charts/chart60.xml" Id="R64a1fe1f68fa4201" /><Relationship Type="http://schemas.openxmlformats.org/officeDocument/2006/relationships/notesSlide" Target="/ppt/notesSlides/notesSlide14.xml" Id="R03c144fe3bba4f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a960a7a09247c8" /><Relationship Type="http://schemas.openxmlformats.org/officeDocument/2006/relationships/chart" Target="/ppt/slides/charts/chart61.xml" Id="Rc369c9c1dc524092" /><Relationship Type="http://schemas.openxmlformats.org/officeDocument/2006/relationships/chart" Target="/ppt/slides/charts/chart62.xml" Id="R81346bea5b3b4e7a" /><Relationship Type="http://schemas.openxmlformats.org/officeDocument/2006/relationships/chart" Target="/ppt/slides/charts/chart63.xml" Id="Rb9ccd655e681446b" /><Relationship Type="http://schemas.openxmlformats.org/officeDocument/2006/relationships/notesSlide" Target="/ppt/notesSlides/notesSlide15.xml" Id="R3a84040669f240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16bcaf3c064725" /><Relationship Type="http://schemas.openxmlformats.org/officeDocument/2006/relationships/chart" Target="/ppt/slides/charts/chart64.xml" Id="R88c8c92a149242a6" /><Relationship Type="http://schemas.openxmlformats.org/officeDocument/2006/relationships/chart" Target="/ppt/slides/charts/chart65.xml" Id="Re951196a1a164d56" /><Relationship Type="http://schemas.openxmlformats.org/officeDocument/2006/relationships/chart" Target="/ppt/slides/charts/chart66.xml" Id="Rdaaa54714dbb4b63" /><Relationship Type="http://schemas.openxmlformats.org/officeDocument/2006/relationships/notesSlide" Target="/ppt/notesSlides/notesSlide16.xml" Id="Rf7c19549bfbb43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beb40377bb46da" /><Relationship Type="http://schemas.openxmlformats.org/officeDocument/2006/relationships/chart" Target="/ppt/slides/charts/chart67.xml" Id="R892e51cdbbc14b88" /><Relationship Type="http://schemas.openxmlformats.org/officeDocument/2006/relationships/chart" Target="/ppt/slides/charts/chart68.xml" Id="Re0cee55d2c024ce8" /><Relationship Type="http://schemas.openxmlformats.org/officeDocument/2006/relationships/chart" Target="/ppt/slides/charts/chart69.xml" Id="Reed8cc4355d04620" /><Relationship Type="http://schemas.openxmlformats.org/officeDocument/2006/relationships/notesSlide" Target="/ppt/notesSlides/notesSlide17.xml" Id="Rd832e74603f842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e6d0985fe0430a" /><Relationship Type="http://schemas.openxmlformats.org/officeDocument/2006/relationships/chart" Target="/ppt/slides/charts/chart70.xml" Id="R6443d8cdea0e42a9" /><Relationship Type="http://schemas.openxmlformats.org/officeDocument/2006/relationships/chart" Target="/ppt/slides/charts/chart71.xml" Id="R008c1140a213453d" /><Relationship Type="http://schemas.openxmlformats.org/officeDocument/2006/relationships/chart" Target="/ppt/slides/charts/chart72.xml" Id="Rf720cd4f92db4a47" /><Relationship Type="http://schemas.openxmlformats.org/officeDocument/2006/relationships/notesSlide" Target="/ppt/notesSlides/notesSlide18.xml" Id="Rbb9ef0deb10c4a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aec814833401f" /><Relationship Type="http://schemas.openxmlformats.org/officeDocument/2006/relationships/chart" Target="/ppt/slides/charts/chart73.xml" Id="Rbb43a5136f944e8d" /><Relationship Type="http://schemas.openxmlformats.org/officeDocument/2006/relationships/chart" Target="/ppt/slides/charts/chart74.xml" Id="R600a18d26b9944f3" /><Relationship Type="http://schemas.openxmlformats.org/officeDocument/2006/relationships/chart" Target="/ppt/slides/charts/chart75.xml" Id="R11c77f8b9f854b5e" /><Relationship Type="http://schemas.openxmlformats.org/officeDocument/2006/relationships/chart" Target="/ppt/slides/charts/chart76.xml" Id="R00ddf684bbfe4be5" /><Relationship Type="http://schemas.openxmlformats.org/officeDocument/2006/relationships/chart" Target="/ppt/slides/charts/chart77.xml" Id="R0e58c27d4db3490e" /><Relationship Type="http://schemas.openxmlformats.org/officeDocument/2006/relationships/chart" Target="/ppt/slides/charts/chart78.xml" Id="Ra248c1f7f0ff42e9" /><Relationship Type="http://schemas.openxmlformats.org/officeDocument/2006/relationships/notesSlide" Target="/ppt/notesSlides/notesSlide19.xml" Id="R97d80929c66547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876ee7c5b49da" /><Relationship Type="http://schemas.openxmlformats.org/officeDocument/2006/relationships/chart" Target="/ppt/slides/charts/chart79.xml" Id="R7dc9768cd9f54bc8" /><Relationship Type="http://schemas.openxmlformats.org/officeDocument/2006/relationships/chart" Target="/ppt/slides/charts/chart80.xml" Id="Rd460cd67614d4bc7" /><Relationship Type="http://schemas.openxmlformats.org/officeDocument/2006/relationships/chart" Target="/ppt/slides/charts/chart81.xml" Id="R8418b0e9179a477a" /><Relationship Type="http://schemas.openxmlformats.org/officeDocument/2006/relationships/chart" Target="/ppt/slides/charts/chart82.xml" Id="Recb55972c55d4e40" /><Relationship Type="http://schemas.openxmlformats.org/officeDocument/2006/relationships/chart" Target="/ppt/slides/charts/chart83.xml" Id="R4a5ae8da85ac459e" /><Relationship Type="http://schemas.openxmlformats.org/officeDocument/2006/relationships/chart" Target="/ppt/slides/charts/chart84.xml" Id="Rcee316d0e6db4d34" /><Relationship Type="http://schemas.openxmlformats.org/officeDocument/2006/relationships/notesSlide" Target="/ppt/notesSlides/notesSlide20.xml" Id="R9546a435ff3341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d2a4476a5461d" /><Relationship Type="http://schemas.openxmlformats.org/officeDocument/2006/relationships/notesSlide" Target="/ppt/notesSlides/notesSlide21.xml" Id="R2cd7d1b4fb3f46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e448f9d3a42d3" /><Relationship Type="http://schemas.openxmlformats.org/officeDocument/2006/relationships/chart" Target="/ppt/slides/charts/chart85.xml" Id="Rbba1f81c68634f76" /><Relationship Type="http://schemas.openxmlformats.org/officeDocument/2006/relationships/chart" Target="/ppt/slides/charts/chart86.xml" Id="Rcb72f777d6a14b66" /><Relationship Type="http://schemas.openxmlformats.org/officeDocument/2006/relationships/chart" Target="/ppt/slides/charts/chart87.xml" Id="Rc297a083b6174ddc" /><Relationship Type="http://schemas.openxmlformats.org/officeDocument/2006/relationships/chart" Target="/ppt/slides/charts/chart88.xml" Id="R94214058b2b5482e" /><Relationship Type="http://schemas.openxmlformats.org/officeDocument/2006/relationships/chart" Target="/ppt/slides/charts/chart89.xml" Id="R2810d23b26944bf8" /><Relationship Type="http://schemas.openxmlformats.org/officeDocument/2006/relationships/chart" Target="/ppt/slides/charts/chart90.xml" Id="Rbae702650e4f4e42" /><Relationship Type="http://schemas.openxmlformats.org/officeDocument/2006/relationships/notesSlide" Target="/ppt/notesSlides/notesSlide22.xml" Id="Rda4520eddcf54b8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_rels/chart23.xml.rels><Relationships xmlns="http://schemas.openxmlformats.org/package/2006/relationships"><Relationship Id="rIdChartSnapshot1" Type="http://schemas.openxmlformats.org/officeDocument/2006/relationships/package" Target="../../embeddings/chart-data-snapshot-023.xlsx"/></Relationships>
</file>

<file path=ppt/slides/charts/_rels/chart24.xml.rels><Relationships xmlns="http://schemas.openxmlformats.org/package/2006/relationships"><Relationship Id="rIdChartSnapshot1" Type="http://schemas.openxmlformats.org/officeDocument/2006/relationships/package" Target="../../embeddings/chart-data-snapshot-024.xlsx"/></Relationships>
</file>

<file path=ppt/slides/charts/_rels/chart25.xml.rels><Relationships xmlns="http://schemas.openxmlformats.org/package/2006/relationships"><Relationship Id="rIdChartSnapshot1" Type="http://schemas.openxmlformats.org/officeDocument/2006/relationships/package" Target="../../embeddings/chart-data-snapshot-025.xlsx"/></Relationships>
</file>

<file path=ppt/slides/charts/_rels/chart26.xml.rels><Relationships xmlns="http://schemas.openxmlformats.org/package/2006/relationships"><Relationship Id="rIdChartSnapshot1" Type="http://schemas.openxmlformats.org/officeDocument/2006/relationships/package" Target="../../embeddings/chart-data-snapshot-026.xlsx"/></Relationships>
</file>

<file path=ppt/slides/charts/_rels/chart27.xml.rels><Relationships xmlns="http://schemas.openxmlformats.org/package/2006/relationships"><Relationship Id="rIdChartSnapshot1" Type="http://schemas.openxmlformats.org/officeDocument/2006/relationships/package" Target="../../embeddings/chart-data-snapshot-027.xlsx"/></Relationships>
</file>

<file path=ppt/slides/charts/_rels/chart28.xml.rels><Relationships xmlns="http://schemas.openxmlformats.org/package/2006/relationships"><Relationship Id="rIdChartSnapshot1" Type="http://schemas.openxmlformats.org/officeDocument/2006/relationships/package" Target="../../embeddings/chart-data-snapshot-028.xlsx"/></Relationships>
</file>

<file path=ppt/slides/charts/_rels/chart29.xml.rels><Relationships xmlns="http://schemas.openxmlformats.org/package/2006/relationships"><Relationship Id="rIdChartSnapshot1" Type="http://schemas.openxmlformats.org/officeDocument/2006/relationships/package" Target="../../embeddings/chart-data-snapshot-029.xlsx"/></Relationships>
</file>

<file path=ppt/slides/charts/_rels/chart30.xml.rels><Relationships xmlns="http://schemas.openxmlformats.org/package/2006/relationships"><Relationship Id="rIdChartSnapshot1" Type="http://schemas.openxmlformats.org/officeDocument/2006/relationships/package" Target="../../embeddings/chart-data-snapshot-030.xlsx"/></Relationships>
</file>

<file path=ppt/slides/charts/_rels/chart31.xml.rels><Relationships xmlns="http://schemas.openxmlformats.org/package/2006/relationships"><Relationship Id="rIdChartSnapshot1" Type="http://schemas.openxmlformats.org/officeDocument/2006/relationships/package" Target="../../embeddings/chart-data-snapshot-031.xlsx"/></Relationships>
</file>

<file path=ppt/slides/charts/_rels/chart32.xml.rels><Relationships xmlns="http://schemas.openxmlformats.org/package/2006/relationships"><Relationship Id="rIdChartSnapshot1" Type="http://schemas.openxmlformats.org/officeDocument/2006/relationships/package" Target="../../embeddings/chart-data-snapshot-032.xlsx"/></Relationships>
</file>

<file path=ppt/slides/charts/_rels/chart33.xml.rels><Relationships xmlns="http://schemas.openxmlformats.org/package/2006/relationships"><Relationship Id="rIdChartSnapshot1" Type="http://schemas.openxmlformats.org/officeDocument/2006/relationships/package" Target="../../embeddings/chart-data-snapshot-033.xlsx"/></Relationships>
</file>

<file path=ppt/slides/charts/_rels/chart34.xml.rels><Relationships xmlns="http://schemas.openxmlformats.org/package/2006/relationships"><Relationship Id="rIdChartSnapshot1" Type="http://schemas.openxmlformats.org/officeDocument/2006/relationships/package" Target="../../embeddings/chart-data-snapshot-034.xlsx"/></Relationships>
</file>

<file path=ppt/slides/charts/_rels/chart35.xml.rels><Relationships xmlns="http://schemas.openxmlformats.org/package/2006/relationships"><Relationship Id="rIdChartSnapshot1" Type="http://schemas.openxmlformats.org/officeDocument/2006/relationships/package" Target="../../embeddings/chart-data-snapshot-035.xlsx"/></Relationships>
</file>

<file path=ppt/slides/charts/_rels/chart36.xml.rels><Relationships xmlns="http://schemas.openxmlformats.org/package/2006/relationships"><Relationship Id="rIdChartSnapshot1" Type="http://schemas.openxmlformats.org/officeDocument/2006/relationships/package" Target="../../embeddings/chart-data-snapshot-036.xlsx"/></Relationships>
</file>

<file path=ppt/slides/charts/_rels/chart37.xml.rels><Relationships xmlns="http://schemas.openxmlformats.org/package/2006/relationships"><Relationship Id="rIdChartSnapshot1" Type="http://schemas.openxmlformats.org/officeDocument/2006/relationships/package" Target="../../embeddings/chart-data-snapshot-037.xlsx"/></Relationships>
</file>

<file path=ppt/slides/charts/_rels/chart38.xml.rels><Relationships xmlns="http://schemas.openxmlformats.org/package/2006/relationships"><Relationship Id="rIdChartSnapshot1" Type="http://schemas.openxmlformats.org/officeDocument/2006/relationships/package" Target="../../embeddings/chart-data-snapshot-038.xlsx"/></Relationships>
</file>

<file path=ppt/slides/charts/_rels/chart39.xml.rels><Relationships xmlns="http://schemas.openxmlformats.org/package/2006/relationships"><Relationship Id="rIdChartSnapshot1" Type="http://schemas.openxmlformats.org/officeDocument/2006/relationships/package" Target="../../embeddings/chart-data-snapshot-039.xlsx"/></Relationships>
</file>

<file path=ppt/slides/charts/_rels/chart40.xml.rels><Relationships xmlns="http://schemas.openxmlformats.org/package/2006/relationships"><Relationship Id="rIdChartSnapshot1" Type="http://schemas.openxmlformats.org/officeDocument/2006/relationships/package" Target="../../embeddings/chart-data-snapshot-040.xlsx"/></Relationships>
</file>

<file path=ppt/slides/charts/_rels/chart41.xml.rels><Relationships xmlns="http://schemas.openxmlformats.org/package/2006/relationships"><Relationship Id="rIdChartSnapshot1" Type="http://schemas.openxmlformats.org/officeDocument/2006/relationships/package" Target="../../embeddings/chart-data-snapshot-041.xlsx"/></Relationships>
</file>

<file path=ppt/slides/charts/_rels/chart42.xml.rels><Relationships xmlns="http://schemas.openxmlformats.org/package/2006/relationships"><Relationship Id="rIdChartSnapshot1" Type="http://schemas.openxmlformats.org/officeDocument/2006/relationships/package" Target="../../embeddings/chart-data-snapshot-042.xlsx"/></Relationships>
</file>

<file path=ppt/slides/charts/_rels/chart43.xml.rels><Relationships xmlns="http://schemas.openxmlformats.org/package/2006/relationships"><Relationship Id="rIdChartSnapshot1" Type="http://schemas.openxmlformats.org/officeDocument/2006/relationships/package" Target="../../embeddings/chart-data-snapshot-043.xlsx"/></Relationships>
</file>

<file path=ppt/slides/charts/_rels/chart44.xml.rels><Relationships xmlns="http://schemas.openxmlformats.org/package/2006/relationships"><Relationship Id="rIdChartSnapshot1" Type="http://schemas.openxmlformats.org/officeDocument/2006/relationships/package" Target="../../embeddings/chart-data-snapshot-044.xlsx"/></Relationships>
</file>

<file path=ppt/slides/charts/_rels/chart45.xml.rels><Relationships xmlns="http://schemas.openxmlformats.org/package/2006/relationships"><Relationship Id="rIdChartSnapshot1" Type="http://schemas.openxmlformats.org/officeDocument/2006/relationships/package" Target="../../embeddings/chart-data-snapshot-045.xlsx"/></Relationships>
</file>

<file path=ppt/slides/charts/_rels/chart46.xml.rels><Relationships xmlns="http://schemas.openxmlformats.org/package/2006/relationships"><Relationship Id="rIdChartSnapshot1" Type="http://schemas.openxmlformats.org/officeDocument/2006/relationships/package" Target="../../embeddings/chart-data-snapshot-046.xlsx"/></Relationships>
</file>

<file path=ppt/slides/charts/_rels/chart47.xml.rels><Relationships xmlns="http://schemas.openxmlformats.org/package/2006/relationships"><Relationship Id="rIdChartSnapshot1" Type="http://schemas.openxmlformats.org/officeDocument/2006/relationships/package" Target="../../embeddings/chart-data-snapshot-047.xlsx"/></Relationships>
</file>

<file path=ppt/slides/charts/_rels/chart48.xml.rels><Relationships xmlns="http://schemas.openxmlformats.org/package/2006/relationships"><Relationship Id="rIdChartSnapshot1" Type="http://schemas.openxmlformats.org/officeDocument/2006/relationships/package" Target="../../embeddings/chart-data-snapshot-048.xlsx"/></Relationships>
</file>

<file path=ppt/slides/charts/_rels/chart49.xml.rels><Relationships xmlns="http://schemas.openxmlformats.org/package/2006/relationships"><Relationship Id="rIdChartSnapshot1" Type="http://schemas.openxmlformats.org/officeDocument/2006/relationships/package" Target="../../embeddings/chart-data-snapshot-049.xlsx"/></Relationships>
</file>

<file path=ppt/slides/charts/_rels/chart50.xml.rels><Relationships xmlns="http://schemas.openxmlformats.org/package/2006/relationships"><Relationship Id="rIdChartSnapshot1" Type="http://schemas.openxmlformats.org/officeDocument/2006/relationships/package" Target="../../embeddings/chart-data-snapshot-050.xlsx"/></Relationships>
</file>

<file path=ppt/slides/charts/_rels/chart51.xml.rels><Relationships xmlns="http://schemas.openxmlformats.org/package/2006/relationships"><Relationship Id="rIdChartSnapshot1" Type="http://schemas.openxmlformats.org/officeDocument/2006/relationships/package" Target="../../embeddings/chart-data-snapshot-051.xlsx"/></Relationships>
</file>

<file path=ppt/slides/charts/_rels/chart52.xml.rels><Relationships xmlns="http://schemas.openxmlformats.org/package/2006/relationships"><Relationship Id="rIdChartSnapshot1" Type="http://schemas.openxmlformats.org/officeDocument/2006/relationships/package" Target="../../embeddings/chart-data-snapshot-052.xlsx"/></Relationships>
</file>

<file path=ppt/slides/charts/_rels/chart53.xml.rels><Relationships xmlns="http://schemas.openxmlformats.org/package/2006/relationships"><Relationship Id="rIdChartSnapshot1" Type="http://schemas.openxmlformats.org/officeDocument/2006/relationships/package" Target="../../embeddings/chart-data-snapshot-053.xlsx"/></Relationships>
</file>

<file path=ppt/slides/charts/_rels/chart54.xml.rels><Relationships xmlns="http://schemas.openxmlformats.org/package/2006/relationships"><Relationship Id="rIdChartSnapshot1" Type="http://schemas.openxmlformats.org/officeDocument/2006/relationships/package" Target="../../embeddings/chart-data-snapshot-054.xlsx"/></Relationships>
</file>

<file path=ppt/slides/charts/_rels/chart55.xml.rels><Relationships xmlns="http://schemas.openxmlformats.org/package/2006/relationships"><Relationship Id="rIdChartSnapshot1" Type="http://schemas.openxmlformats.org/officeDocument/2006/relationships/package" Target="../../embeddings/chart-data-snapshot-055.xlsx"/></Relationships>
</file>

<file path=ppt/slides/charts/_rels/chart56.xml.rels><Relationships xmlns="http://schemas.openxmlformats.org/package/2006/relationships"><Relationship Id="rIdChartSnapshot1" Type="http://schemas.openxmlformats.org/officeDocument/2006/relationships/package" Target="../../embeddings/chart-data-snapshot-056.xlsx"/></Relationships>
</file>

<file path=ppt/slides/charts/_rels/chart57.xml.rels><Relationships xmlns="http://schemas.openxmlformats.org/package/2006/relationships"><Relationship Id="rIdChartSnapshot1" Type="http://schemas.openxmlformats.org/officeDocument/2006/relationships/package" Target="../../embeddings/chart-data-snapshot-057.xlsx"/></Relationships>
</file>

<file path=ppt/slides/charts/_rels/chart58.xml.rels><Relationships xmlns="http://schemas.openxmlformats.org/package/2006/relationships"><Relationship Id="rIdChartSnapshot1" Type="http://schemas.openxmlformats.org/officeDocument/2006/relationships/package" Target="../../embeddings/chart-data-snapshot-058.xlsx"/></Relationships>
</file>

<file path=ppt/slides/charts/_rels/chart59.xml.rels><Relationships xmlns="http://schemas.openxmlformats.org/package/2006/relationships"><Relationship Id="rIdChartSnapshot1" Type="http://schemas.openxmlformats.org/officeDocument/2006/relationships/package" Target="../../embeddings/chart-data-snapshot-059.xlsx"/></Relationships>
</file>

<file path=ppt/slides/charts/_rels/chart60.xml.rels><Relationships xmlns="http://schemas.openxmlformats.org/package/2006/relationships"><Relationship Id="rIdChartSnapshot1" Type="http://schemas.openxmlformats.org/officeDocument/2006/relationships/package" Target="../../embeddings/chart-data-snapshot-060.xlsx"/></Relationships>
</file>

<file path=ppt/slides/charts/_rels/chart61.xml.rels><Relationships xmlns="http://schemas.openxmlformats.org/package/2006/relationships"><Relationship Id="rIdChartSnapshot1" Type="http://schemas.openxmlformats.org/officeDocument/2006/relationships/package" Target="../../embeddings/chart-data-snapshot-061.xlsx"/></Relationships>
</file>

<file path=ppt/slides/charts/_rels/chart62.xml.rels><Relationships xmlns="http://schemas.openxmlformats.org/package/2006/relationships"><Relationship Id="rIdChartSnapshot1" Type="http://schemas.openxmlformats.org/officeDocument/2006/relationships/package" Target="../../embeddings/chart-data-snapshot-062.xlsx"/></Relationships>
</file>

<file path=ppt/slides/charts/_rels/chart63.xml.rels><Relationships xmlns="http://schemas.openxmlformats.org/package/2006/relationships"><Relationship Id="rIdChartSnapshot1" Type="http://schemas.openxmlformats.org/officeDocument/2006/relationships/package" Target="../../embeddings/chart-data-snapshot-063.xlsx"/></Relationships>
</file>

<file path=ppt/slides/charts/_rels/chart64.xml.rels><Relationships xmlns="http://schemas.openxmlformats.org/package/2006/relationships"><Relationship Id="rIdChartSnapshot1" Type="http://schemas.openxmlformats.org/officeDocument/2006/relationships/package" Target="../../embeddings/chart-data-snapshot-064.xlsx"/></Relationships>
</file>

<file path=ppt/slides/charts/_rels/chart65.xml.rels><Relationships xmlns="http://schemas.openxmlformats.org/package/2006/relationships"><Relationship Id="rIdChartSnapshot1" Type="http://schemas.openxmlformats.org/officeDocument/2006/relationships/package" Target="../../embeddings/chart-data-snapshot-065.xlsx"/></Relationships>
</file>

<file path=ppt/slides/charts/_rels/chart66.xml.rels><Relationships xmlns="http://schemas.openxmlformats.org/package/2006/relationships"><Relationship Id="rIdChartSnapshot1" Type="http://schemas.openxmlformats.org/officeDocument/2006/relationships/package" Target="../../embeddings/chart-data-snapshot-066.xlsx"/></Relationships>
</file>

<file path=ppt/slides/charts/_rels/chart67.xml.rels><Relationships xmlns="http://schemas.openxmlformats.org/package/2006/relationships"><Relationship Id="rIdChartSnapshot1" Type="http://schemas.openxmlformats.org/officeDocument/2006/relationships/package" Target="../../embeddings/chart-data-snapshot-067.xlsx"/></Relationships>
</file>

<file path=ppt/slides/charts/_rels/chart68.xml.rels><Relationships xmlns="http://schemas.openxmlformats.org/package/2006/relationships"><Relationship Id="rIdChartSnapshot1" Type="http://schemas.openxmlformats.org/officeDocument/2006/relationships/package" Target="../../embeddings/chart-data-snapshot-068.xlsx"/></Relationships>
</file>

<file path=ppt/slides/charts/_rels/chart69.xml.rels><Relationships xmlns="http://schemas.openxmlformats.org/package/2006/relationships"><Relationship Id="rIdChartSnapshot1" Type="http://schemas.openxmlformats.org/officeDocument/2006/relationships/package" Target="../../embeddings/chart-data-snapshot-069.xlsx"/></Relationships>
</file>

<file path=ppt/slides/charts/_rels/chart70.xml.rels><Relationships xmlns="http://schemas.openxmlformats.org/package/2006/relationships"><Relationship Id="rIdChartSnapshot1" Type="http://schemas.openxmlformats.org/officeDocument/2006/relationships/package" Target="../../embeddings/chart-data-snapshot-070.xlsx"/></Relationships>
</file>

<file path=ppt/slides/charts/_rels/chart71.xml.rels><Relationships xmlns="http://schemas.openxmlformats.org/package/2006/relationships"><Relationship Id="rIdChartSnapshot1" Type="http://schemas.openxmlformats.org/officeDocument/2006/relationships/package" Target="../../embeddings/chart-data-snapshot-071.xlsx"/></Relationships>
</file>

<file path=ppt/slides/charts/_rels/chart72.xml.rels><Relationships xmlns="http://schemas.openxmlformats.org/package/2006/relationships"><Relationship Id="rIdChartSnapshot1" Type="http://schemas.openxmlformats.org/officeDocument/2006/relationships/package" Target="../../embeddings/chart-data-snapshot-072.xlsx"/></Relationships>
</file>

<file path=ppt/slides/charts/_rels/chart73.xml.rels><Relationships xmlns="http://schemas.openxmlformats.org/package/2006/relationships"><Relationship Id="rIdChartSnapshot1" Type="http://schemas.openxmlformats.org/officeDocument/2006/relationships/package" Target="../../embeddings/chart-data-snapshot-073.xlsx"/></Relationships>
</file>

<file path=ppt/slides/charts/_rels/chart74.xml.rels><Relationships xmlns="http://schemas.openxmlformats.org/package/2006/relationships"><Relationship Id="rIdChartSnapshot1" Type="http://schemas.openxmlformats.org/officeDocument/2006/relationships/package" Target="../../embeddings/chart-data-snapshot-074.xlsx"/></Relationships>
</file>

<file path=ppt/slides/charts/_rels/chart75.xml.rels><Relationships xmlns="http://schemas.openxmlformats.org/package/2006/relationships"><Relationship Id="rIdChartSnapshot1" Type="http://schemas.openxmlformats.org/officeDocument/2006/relationships/package" Target="../../embeddings/chart-data-snapshot-075.xlsx"/></Relationships>
</file>

<file path=ppt/slides/charts/_rels/chart76.xml.rels><Relationships xmlns="http://schemas.openxmlformats.org/package/2006/relationships"><Relationship Id="rIdChartSnapshot1" Type="http://schemas.openxmlformats.org/officeDocument/2006/relationships/package" Target="../../embeddings/chart-data-snapshot-076.xlsx"/></Relationships>
</file>

<file path=ppt/slides/charts/_rels/chart77.xml.rels><Relationships xmlns="http://schemas.openxmlformats.org/package/2006/relationships"><Relationship Id="rIdChartSnapshot1" Type="http://schemas.openxmlformats.org/officeDocument/2006/relationships/package" Target="../../embeddings/chart-data-snapshot-077.xlsx"/></Relationships>
</file>

<file path=ppt/slides/charts/_rels/chart78.xml.rels><Relationships xmlns="http://schemas.openxmlformats.org/package/2006/relationships"><Relationship Id="rIdChartSnapshot1" Type="http://schemas.openxmlformats.org/officeDocument/2006/relationships/package" Target="../../embeddings/chart-data-snapshot-078.xlsx"/></Relationships>
</file>

<file path=ppt/slides/charts/_rels/chart79.xml.rels><Relationships xmlns="http://schemas.openxmlformats.org/package/2006/relationships"><Relationship Id="rIdChartSnapshot1" Type="http://schemas.openxmlformats.org/officeDocument/2006/relationships/package" Target="../../embeddings/chart-data-snapshot-079.xlsx"/></Relationships>
</file>

<file path=ppt/slides/charts/_rels/chart80.xml.rels><Relationships xmlns="http://schemas.openxmlformats.org/package/2006/relationships"><Relationship Id="rIdChartSnapshot1" Type="http://schemas.openxmlformats.org/officeDocument/2006/relationships/package" Target="../../embeddings/chart-data-snapshot-080.xlsx"/></Relationships>
</file>

<file path=ppt/slides/charts/_rels/chart81.xml.rels><Relationships xmlns="http://schemas.openxmlformats.org/package/2006/relationships"><Relationship Id="rIdChartSnapshot1" Type="http://schemas.openxmlformats.org/officeDocument/2006/relationships/package" Target="../../embeddings/chart-data-snapshot-081.xlsx"/></Relationships>
</file>

<file path=ppt/slides/charts/_rels/chart82.xml.rels><Relationships xmlns="http://schemas.openxmlformats.org/package/2006/relationships"><Relationship Id="rIdChartSnapshot1" Type="http://schemas.openxmlformats.org/officeDocument/2006/relationships/package" Target="../../embeddings/chart-data-snapshot-082.xlsx"/></Relationships>
</file>

<file path=ppt/slides/charts/_rels/chart83.xml.rels><Relationships xmlns="http://schemas.openxmlformats.org/package/2006/relationships"><Relationship Id="rIdChartSnapshot1" Type="http://schemas.openxmlformats.org/officeDocument/2006/relationships/package" Target="../../embeddings/chart-data-snapshot-083.xlsx"/></Relationships>
</file>

<file path=ppt/slides/charts/_rels/chart84.xml.rels><Relationships xmlns="http://schemas.openxmlformats.org/package/2006/relationships"><Relationship Id="rIdChartSnapshot1" Type="http://schemas.openxmlformats.org/officeDocument/2006/relationships/package" Target="../../embeddings/chart-data-snapshot-084.xlsx"/></Relationships>
</file>

<file path=ppt/slides/charts/_rels/chart85.xml.rels><Relationships xmlns="http://schemas.openxmlformats.org/package/2006/relationships"><Relationship Id="rIdChartSnapshot1" Type="http://schemas.openxmlformats.org/officeDocument/2006/relationships/package" Target="../../embeddings/chart-data-snapshot-085.xlsx"/></Relationships>
</file>

<file path=ppt/slides/charts/_rels/chart86.xml.rels><Relationships xmlns="http://schemas.openxmlformats.org/package/2006/relationships"><Relationship Id="rIdChartSnapshot1" Type="http://schemas.openxmlformats.org/officeDocument/2006/relationships/package" Target="../../embeddings/chart-data-snapshot-086.xlsx"/></Relationships>
</file>

<file path=ppt/slides/charts/_rels/chart87.xml.rels><Relationships xmlns="http://schemas.openxmlformats.org/package/2006/relationships"><Relationship Id="rIdChartSnapshot1" Type="http://schemas.openxmlformats.org/officeDocument/2006/relationships/package" Target="../../embeddings/chart-data-snapshot-087.xlsx"/></Relationships>
</file>

<file path=ppt/slides/charts/_rels/chart88.xml.rels><Relationships xmlns="http://schemas.openxmlformats.org/package/2006/relationships"><Relationship Id="rIdChartSnapshot1" Type="http://schemas.openxmlformats.org/officeDocument/2006/relationships/package" Target="../../embeddings/chart-data-snapshot-088.xlsx"/></Relationships>
</file>

<file path=ppt/slides/charts/_rels/chart89.xml.rels><Relationships xmlns="http://schemas.openxmlformats.org/package/2006/relationships"><Relationship Id="rIdChartSnapshot1" Type="http://schemas.openxmlformats.org/officeDocument/2006/relationships/package" Target="../../embeddings/chart-data-snapshot-089.xlsx"/></Relationships>
</file>

<file path=ppt/slides/charts/_rels/chart90.xml.rels><Relationships xmlns="http://schemas.openxmlformats.org/package/2006/relationships"><Relationship Id="rIdChartSnapshot1" Type="http://schemas.openxmlformats.org/officeDocument/2006/relationships/package" Target="../../embeddings/chart-data-snapshot-09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Nederland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554.20876672657</c:v>
                </c:pt>
                <c:pt idx="1">
                  <c:v>547.15170489715</c:v>
                </c:pt>
                <c:pt idx="2">
                  <c:v>546.05825283058</c:v>
                </c:pt>
                <c:pt idx="3">
                  <c:v>544.88365768881</c:v>
                </c:pt>
                <c:pt idx="4">
                  <c:v>527.23751713153</c:v>
                </c:pt>
              </c:numCache>
            </c:numRef>
          </c:yVal>
        </c:ser>
        <c:ser>
          <c:idx val="1"/>
          <c:order val="1"/>
          <c:tx>
            <c:v>95%-interval Nederland,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549.45008983617</c:v>
                </c:pt>
                <c:pt idx="1">
                  <c:v>558.96744361698</c:v>
                </c:pt>
              </c:numCache>
            </c:numRef>
          </c:yVal>
        </c:ser>
        <c:ser>
          <c:idx val="2"/>
          <c:order val="2"/>
          <c:tx>
            <c:v>95%-interval Nederland,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544.15937414205</c:v>
                </c:pt>
                <c:pt idx="1">
                  <c:v>550.14403565226</c:v>
                </c:pt>
              </c:numCache>
            </c:numRef>
          </c:yVal>
        </c:ser>
        <c:ser>
          <c:idx val="3"/>
          <c:order val="3"/>
          <c:tx>
            <c:v>95%-interval Nederland,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542.10332743469</c:v>
                </c:pt>
                <c:pt idx="1">
                  <c:v>550.01317822648</c:v>
                </c:pt>
              </c:numCache>
            </c:numRef>
          </c:yVal>
        </c:ser>
        <c:ser>
          <c:idx val="4"/>
          <c:order val="4"/>
          <c:tx>
            <c:v>95%-interval Nederland, 2016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541.60235104822</c:v>
                </c:pt>
                <c:pt idx="1">
                  <c:v>548.16496432941</c:v>
                </c:pt>
              </c:numCache>
            </c:numRef>
          </c:yVal>
        </c:ser>
        <c:ser>
          <c:idx val="5"/>
          <c:order val="5"/>
          <c:tx>
            <c:v>95%-interval Nederland, 2021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522.30539172033</c:v>
                </c:pt>
                <c:pt idx="1">
                  <c:v>532.16964254273</c:v>
                </c:pt>
              </c:numCache>
            </c:numRef>
          </c:yVal>
        </c:ser>
        <c:ser>
          <c:idx val="6"/>
          <c:order val="6"/>
          <c:tx>
            <c:v>Vergelijkingsgroep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541.63042935516</c:v>
                </c:pt>
                <c:pt idx="1">
                  <c:v>541.97195572453</c:v>
                </c:pt>
                <c:pt idx="2">
                  <c:v>540.07729562473</c:v>
                </c:pt>
                <c:pt idx="3">
                  <c:v>540.23540261913</c:v>
                </c:pt>
                <c:pt idx="4">
                  <c:v>533.19041317337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70"/>
          <c:min val="52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Nederland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540.37339694647</c:v>
                </c:pt>
                <c:pt idx="1">
                  <c:v>534.95180107904</c:v>
                </c:pt>
                <c:pt idx="2">
                  <c:v>540.05419839872</c:v>
                </c:pt>
                <c:pt idx="3">
                  <c:v>529.8186895284</c:v>
                </c:pt>
                <c:pt idx="4">
                  <c:v>537.50924588016</c:v>
                </c:pt>
                <c:pt idx="5">
                  <c:v>537.12401651962</c:v>
                </c:pt>
              </c:numCache>
            </c:numRef>
          </c:yVal>
        </c:ser>
        <c:ser>
          <c:idx val="1"/>
          <c:order val="1"/>
          <c:tx>
            <c:v>95%-interval Nederland,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526.47542771899</c:v>
                </c:pt>
                <c:pt idx="1">
                  <c:v>533.1619513378</c:v>
                </c:pt>
              </c:numCache>
            </c:numRef>
          </c:yVal>
        </c:ser>
        <c:ser>
          <c:idx val="2"/>
          <c:order val="2"/>
          <c:tx>
            <c:v>95%-interval Nederland,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536.12883025663</c:v>
                </c:pt>
                <c:pt idx="1">
                  <c:v>544.61796363631</c:v>
                </c:pt>
              </c:numCache>
            </c:numRef>
          </c:yVal>
        </c:ser>
        <c:ser>
          <c:idx val="3"/>
          <c:order val="3"/>
          <c:tx>
            <c:v>95%-interval Nederland,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530.81326478936</c:v>
                </c:pt>
                <c:pt idx="1">
                  <c:v>539.09033736872</c:v>
                </c:pt>
              </c:numCache>
            </c:numRef>
          </c:yVal>
        </c:ser>
        <c:ser>
          <c:idx val="4"/>
          <c:order val="4"/>
          <c:tx>
            <c:v>95%-interval Nederland,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536.86021198556</c:v>
                </c:pt>
                <c:pt idx="1">
                  <c:v>543.24818481187</c:v>
                </c:pt>
              </c:numCache>
            </c:numRef>
          </c:yVal>
        </c:ser>
        <c:ser>
          <c:idx val="5"/>
          <c:order val="5"/>
          <c:tx>
            <c:v>95%-interval Nederland,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533.26510440737</c:v>
                </c:pt>
                <c:pt idx="1">
                  <c:v>541.75338735295</c:v>
                </c:pt>
              </c:numCache>
            </c:numRef>
          </c:yVal>
        </c:ser>
        <c:ser>
          <c:idx val="6"/>
          <c:order val="6"/>
          <c:tx>
            <c:v>95%-interval Nederland,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533.24058579818</c:v>
                </c:pt>
                <c:pt idx="1">
                  <c:v>541.00744724105</c:v>
                </c:pt>
              </c:numCache>
            </c:numRef>
          </c:yVal>
        </c:ser>
        <c:ser>
          <c:idx val="7"/>
          <c:order val="7"/>
          <c:tx>
            <c:v>Vergelijkingsgroep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506.56987228941</c:v>
                </c:pt>
                <c:pt idx="1">
                  <c:v>517.27379769799</c:v>
                </c:pt>
                <c:pt idx="2">
                  <c:v>521.46733814079</c:v>
                </c:pt>
                <c:pt idx="3">
                  <c:v>521.07683949898</c:v>
                </c:pt>
                <c:pt idx="4">
                  <c:v>521.84517552154</c:v>
                </c:pt>
                <c:pt idx="5">
                  <c:v>518.30802377461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5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Nederland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525.12458794745</c:v>
                </c:pt>
                <c:pt idx="1">
                  <c:v>523.17631030276</c:v>
                </c:pt>
                <c:pt idx="2">
                  <c:v>531.15608641004</c:v>
                </c:pt>
                <c:pt idx="3">
                  <c:v>517.12048940958</c:v>
                </c:pt>
                <c:pt idx="4">
                  <c:v>518.47128307143</c:v>
                </c:pt>
                <c:pt idx="5">
                  <c:v>516.91961713176</c:v>
                </c:pt>
              </c:numCache>
            </c:numRef>
          </c:yVal>
        </c:ser>
        <c:ser>
          <c:idx val="1"/>
          <c:order val="1"/>
          <c:tx>
            <c:v>95%-interval Nederland,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511.92199192516</c:v>
                </c:pt>
                <c:pt idx="1">
                  <c:v>522.31898689401</c:v>
                </c:pt>
              </c:numCache>
            </c:numRef>
          </c:yVal>
        </c:ser>
        <c:ser>
          <c:idx val="2"/>
          <c:order val="2"/>
          <c:tx>
            <c:v>95%-interval Nederland,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521.14041257039</c:v>
                </c:pt>
                <c:pt idx="1">
                  <c:v>529.1087633245</c:v>
                </c:pt>
              </c:numCache>
            </c:numRef>
          </c:yVal>
        </c:ser>
        <c:ser>
          <c:idx val="3"/>
          <c:order val="3"/>
          <c:tx>
            <c:v>95%-interval Nederland,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518.16110731448</c:v>
                </c:pt>
                <c:pt idx="1">
                  <c:v>528.19151329105</c:v>
                </c:pt>
              </c:numCache>
            </c:numRef>
          </c:yVal>
        </c:ser>
        <c:ser>
          <c:idx val="4"/>
          <c:order val="4"/>
          <c:tx>
            <c:v>95%-interval Nederland,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526.77557482077</c:v>
                </c:pt>
                <c:pt idx="1">
                  <c:v>535.53659799931</c:v>
                </c:pt>
              </c:numCache>
            </c:numRef>
          </c:yVal>
        </c:ser>
        <c:ser>
          <c:idx val="5"/>
          <c:order val="5"/>
          <c:tx>
            <c:v>95%-interval Nederland,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512.78740839727</c:v>
                </c:pt>
                <c:pt idx="1">
                  <c:v>524.1551577456</c:v>
                </c:pt>
              </c:numCache>
            </c:numRef>
          </c:yVal>
        </c:ser>
        <c:ser>
          <c:idx val="6"/>
          <c:order val="6"/>
          <c:tx>
            <c:v>95%-interval Nederland,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511.20212069744</c:v>
                </c:pt>
                <c:pt idx="1">
                  <c:v>522.63711356607</c:v>
                </c:pt>
              </c:numCache>
            </c:numRef>
          </c:yVal>
        </c:ser>
        <c:ser>
          <c:idx val="7"/>
          <c:order val="7"/>
          <c:tx>
            <c:v>Vergelijkingsgroep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523.98732462427</c:v>
                </c:pt>
                <c:pt idx="1">
                  <c:v>533.72905325617</c:v>
                </c:pt>
                <c:pt idx="2">
                  <c:v>527.76304917515</c:v>
                </c:pt>
                <c:pt idx="3">
                  <c:v>528.67007015002</c:v>
                </c:pt>
                <c:pt idx="4">
                  <c:v>526.98192960699</c:v>
                </c:pt>
                <c:pt idx="5">
                  <c:v>530.82564594565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40"/>
          <c:min val="51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Nederland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513.1189704254</c:v>
                </c:pt>
                <c:pt idx="1">
                  <c:v>506.74697063881</c:v>
                </c:pt>
                <c:pt idx="2">
                  <c:v>508.40372294455</c:v>
                </c:pt>
                <c:pt idx="3">
                  <c:v>511.22996524542</c:v>
                </c:pt>
                <c:pt idx="4">
                  <c:v>502.95905109877</c:v>
                </c:pt>
                <c:pt idx="5">
                  <c:v>484.78372537057</c:v>
                </c:pt>
                <c:pt idx="6">
                  <c:v>459.24290805644</c:v>
                </c:pt>
                <c:pt idx="7">
                  <c:v>441.34493927253</c:v>
                </c:pt>
              </c:numCache>
            </c:numRef>
          </c:yVal>
        </c:ser>
        <c:ser>
          <c:idx val="1"/>
          <c:order val="1"/>
          <c:tx>
            <c:v>95%-interval Nederland,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450.84978642078</c:v>
                </c:pt>
                <c:pt idx="1">
                  <c:v>467.63602969211</c:v>
                </c:pt>
              </c:numCache>
            </c:numRef>
          </c:yVal>
        </c:ser>
        <c:ser>
          <c:idx val="2"/>
          <c:order val="2"/>
          <c:tx>
            <c:v>95%-interval Nederland,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435.6709939884</c:v>
                </c:pt>
                <c:pt idx="1">
                  <c:v>447.01888455666</c:v>
                </c:pt>
              </c:numCache>
            </c:numRef>
          </c:yVal>
        </c:ser>
        <c:ser>
          <c:idx val="3"/>
          <c:order val="3"/>
          <c:tx>
            <c:v>95%-interval Nederland,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498.23203448082</c:v>
                </c:pt>
                <c:pt idx="1">
                  <c:v>507.68606771673</c:v>
                </c:pt>
              </c:numCache>
            </c:numRef>
          </c:yVal>
        </c:ser>
        <c:ser>
          <c:idx val="4"/>
          <c:order val="4"/>
          <c:tx>
            <c:v>95%-interval Nederland,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479.5880308778</c:v>
                </c:pt>
                <c:pt idx="1">
                  <c:v>489.97941986333</c:v>
                </c:pt>
              </c:numCache>
            </c:numRef>
          </c:yVal>
        </c:ser>
        <c:ser>
          <c:idx val="5"/>
          <c:order val="5"/>
          <c:tx>
            <c:v>95%-interval Nederland,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501.01457136484</c:v>
                </c:pt>
                <c:pt idx="1">
                  <c:v>512.47936991277</c:v>
                </c:pt>
              </c:numCache>
            </c:numRef>
          </c:yVal>
        </c:ser>
        <c:ser>
          <c:idx val="6"/>
          <c:order val="6"/>
          <c:tx>
            <c:v>95%-interval Nederland,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507.52446863293</c:v>
                </c:pt>
                <c:pt idx="1">
                  <c:v>518.71347221786</c:v>
                </c:pt>
              </c:numCache>
            </c:numRef>
          </c:yVal>
        </c:ser>
        <c:ser>
          <c:idx val="7"/>
          <c:order val="7"/>
          <c:tx>
            <c:v>95%-interval Nederland,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498.31054500849</c:v>
                </c:pt>
                <c:pt idx="1">
                  <c:v>518.49690088062</c:v>
                </c:pt>
              </c:numCache>
            </c:numRef>
          </c:yVal>
        </c:ser>
        <c:ser>
          <c:idx val="8"/>
          <c:order val="8"/>
          <c:tx>
            <c:v>95%-interval Nederland,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504.43041391565</c:v>
                </c:pt>
                <c:pt idx="1">
                  <c:v>518.02951657518</c:v>
                </c:pt>
              </c:numCache>
            </c:numRef>
          </c:yVal>
        </c:ser>
        <c:ser>
          <c:idx val="9"/>
          <c:order val="9"/>
          <c:tx>
            <c:v>Vergelijkingsgroep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507.32761325545</c:v>
                </c:pt>
                <c:pt idx="1">
                  <c:v>503.46055682447</c:v>
                </c:pt>
                <c:pt idx="2">
                  <c:v>504.30615781867</c:v>
                </c:pt>
                <c:pt idx="3">
                  <c:v>507.17466633197</c:v>
                </c:pt>
                <c:pt idx="4">
                  <c:v>506.15500097854</c:v>
                </c:pt>
                <c:pt idx="5">
                  <c:v>500.93373538665</c:v>
                </c:pt>
                <c:pt idx="6">
                  <c:v>488.4283652346</c:v>
                </c:pt>
                <c:pt idx="7">
                  <c:v>472.24825795783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25"/>
          <c:min val="42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Nederland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537.82327599998</c:v>
                </c:pt>
                <c:pt idx="1">
                  <c:v>530.65404621091</c:v>
                </c:pt>
                <c:pt idx="2">
                  <c:v>525.83568838093</c:v>
                </c:pt>
                <c:pt idx="3">
                  <c:v>522.97175819268</c:v>
                </c:pt>
                <c:pt idx="4">
                  <c:v>512.25278988667</c:v>
                </c:pt>
                <c:pt idx="5">
                  <c:v>519.23098267656</c:v>
                </c:pt>
                <c:pt idx="6">
                  <c:v>492.6756389785</c:v>
                </c:pt>
                <c:pt idx="7">
                  <c:v>483.27026609596</c:v>
                </c:pt>
              </c:numCache>
            </c:numRef>
          </c:yVal>
        </c:ser>
        <c:ser>
          <c:idx val="1"/>
          <c:order val="1"/>
          <c:tx>
            <c:v>95%-interval Nederland,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485.29435524442</c:v>
                </c:pt>
                <c:pt idx="1">
                  <c:v>500.05692271257</c:v>
                </c:pt>
              </c:numCache>
            </c:numRef>
          </c:yVal>
        </c:ser>
        <c:ser>
          <c:idx val="2"/>
          <c:order val="2"/>
          <c:tx>
            <c:v>95%-interval Nederland,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477.60923068948</c:v>
                </c:pt>
                <c:pt idx="1">
                  <c:v>488.93130150244</c:v>
                </c:pt>
              </c:numCache>
            </c:numRef>
          </c:yVal>
        </c:ser>
        <c:ser>
          <c:idx val="3"/>
          <c:order val="3"/>
          <c:tx>
            <c:v>95%-interval Nederland,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507.91807989352</c:v>
                </c:pt>
                <c:pt idx="1">
                  <c:v>516.58749987981</c:v>
                </c:pt>
              </c:numCache>
            </c:numRef>
          </c:yVal>
        </c:ser>
        <c:ser>
          <c:idx val="4"/>
          <c:order val="4"/>
          <c:tx>
            <c:v>95%-interval Nederland,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514.07171791325</c:v>
                </c:pt>
                <c:pt idx="1">
                  <c:v>524.39024743986</c:v>
                </c:pt>
              </c:numCache>
            </c:numRef>
          </c:yVal>
        </c:ser>
        <c:ser>
          <c:idx val="5"/>
          <c:order val="5"/>
          <c:tx>
            <c:v>95%-interval Nederland,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525.58613398189</c:v>
                </c:pt>
                <c:pt idx="1">
                  <c:v>535.72195843994</c:v>
                </c:pt>
              </c:numCache>
            </c:numRef>
          </c:yVal>
        </c:ser>
        <c:ser>
          <c:idx val="6"/>
          <c:order val="6"/>
          <c:tx>
            <c:v>95%-interval Nederland,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531.68813493017</c:v>
                </c:pt>
                <c:pt idx="1">
                  <c:v>543.95841706978</c:v>
                </c:pt>
              </c:numCache>
            </c:numRef>
          </c:yVal>
        </c:ser>
        <c:ser>
          <c:idx val="7"/>
          <c:order val="7"/>
          <c:tx>
            <c:v>95%-interval Nederland,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516.53478766396</c:v>
                </c:pt>
                <c:pt idx="1">
                  <c:v>535.13658909789</c:v>
                </c:pt>
              </c:numCache>
            </c:numRef>
          </c:yVal>
        </c:ser>
        <c:ser>
          <c:idx val="8"/>
          <c:order val="8"/>
          <c:tx>
            <c:v>95%-interval Nederland,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516.16667196755</c:v>
                </c:pt>
                <c:pt idx="1">
                  <c:v>529.77684441781</c:v>
                </c:pt>
              </c:numCache>
            </c:numRef>
          </c:yVal>
        </c:ser>
        <c:ser>
          <c:idx val="9"/>
          <c:order val="9"/>
          <c:tx>
            <c:v>Vergelijkingsgroep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510.81310221905</c:v>
                </c:pt>
                <c:pt idx="1">
                  <c:v>506.71915254837</c:v>
                </c:pt>
                <c:pt idx="2">
                  <c:v>507.18124844477</c:v>
                </c:pt>
                <c:pt idx="3">
                  <c:v>502.36825925954</c:v>
                </c:pt>
                <c:pt idx="4">
                  <c:v>501.35091718083</c:v>
                </c:pt>
                <c:pt idx="5">
                  <c:v>500.51784964009</c:v>
                </c:pt>
                <c:pt idx="6">
                  <c:v>483.20810303224</c:v>
                </c:pt>
                <c:pt idx="7">
                  <c:v>471.46103249793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4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Nederland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524.8615059604</c:v>
                </c:pt>
                <c:pt idx="1">
                  <c:v>522.21812820108</c:v>
                </c:pt>
                <c:pt idx="2">
                  <c:v>522.0558217258</c:v>
                </c:pt>
                <c:pt idx="3">
                  <c:v>508.57480625604</c:v>
                </c:pt>
                <c:pt idx="4">
                  <c:v>503.38381975001</c:v>
                </c:pt>
                <c:pt idx="5">
                  <c:v>488.3168361619</c:v>
                </c:pt>
                <c:pt idx="6">
                  <c:v>485.45140612646</c:v>
                </c:pt>
              </c:numCache>
            </c:numRef>
          </c:yVal>
        </c:ser>
        <c:ser>
          <c:idx val="1"/>
          <c:order val="1"/>
          <c:tx>
            <c:v>95%-interval Nederland,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480.33341601276</c:v>
                </c:pt>
                <c:pt idx="1">
                  <c:v>496.30025631105</c:v>
                </c:pt>
              </c:numCache>
            </c:numRef>
          </c:yVal>
        </c:ser>
        <c:ser>
          <c:idx val="2"/>
          <c:order val="2"/>
          <c:tx>
            <c:v>95%-interval Nederland,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479.92132521575</c:v>
                </c:pt>
                <c:pt idx="1">
                  <c:v>490.98148703716</c:v>
                </c:pt>
              </c:numCache>
            </c:numRef>
          </c:yVal>
        </c:ser>
        <c:ser>
          <c:idx val="3"/>
          <c:order val="3"/>
          <c:tx>
            <c:v>95%-interval Nederland,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504.15031036797</c:v>
                </c:pt>
                <c:pt idx="1">
                  <c:v>512.99930214411</c:v>
                </c:pt>
              </c:numCache>
            </c:numRef>
          </c:yVal>
        </c:ser>
        <c:ser>
          <c:idx val="4"/>
          <c:order val="4"/>
          <c:tx>
            <c:v>95%-interval Nederland,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497.81620124478</c:v>
                </c:pt>
                <c:pt idx="1">
                  <c:v>508.95143825523</c:v>
                </c:pt>
              </c:numCache>
            </c:numRef>
          </c:yVal>
        </c:ser>
        <c:ser>
          <c:idx val="5"/>
          <c:order val="5"/>
          <c:tx>
            <c:v>95%-interval Nederland,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519.48788590846</c:v>
                </c:pt>
                <c:pt idx="1">
                  <c:v>530.23512601234</c:v>
                </c:pt>
              </c:numCache>
            </c:numRef>
          </c:yVal>
        </c:ser>
        <c:ser>
          <c:idx val="6"/>
          <c:order val="6"/>
          <c:tx>
            <c:v>95%-interval Nederland,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511.59716527556</c:v>
                </c:pt>
                <c:pt idx="1">
                  <c:v>532.83909112661</c:v>
                </c:pt>
              </c:numCache>
            </c:numRef>
          </c:yVal>
        </c:ser>
        <c:ser>
          <c:idx val="7"/>
          <c:order val="7"/>
          <c:tx>
            <c:v>95%-interval Nederland,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515.1798228998</c:v>
                </c:pt>
                <c:pt idx="1">
                  <c:v>528.9318205518</c:v>
                </c:pt>
              </c:numCache>
            </c:numRef>
          </c:yVal>
        </c:ser>
        <c:ser>
          <c:idx val="8"/>
          <c:order val="8"/>
          <c:tx>
            <c:v>Vergelijkingsgroep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Data'!$Q$2:$Q$8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Data'!$R$2:$R$8</c:f>
              <c:numCache>
                <c:formatCode>0</c:formatCode>
                <c:ptCount val="7"/>
                <c:pt idx="0">
                  <c:v>509.32795500765</c:v>
                </c:pt>
                <c:pt idx="1">
                  <c:v>511.3340622594</c:v>
                </c:pt>
                <c:pt idx="2">
                  <c:v>510.03689456314</c:v>
                </c:pt>
                <c:pt idx="3">
                  <c:v>504.45783154829</c:v>
                </c:pt>
                <c:pt idx="4">
                  <c:v>499.03784634663</c:v>
                </c:pt>
                <c:pt idx="5">
                  <c:v>496.55104773506</c:v>
                </c:pt>
                <c:pt idx="6">
                  <c:v>493.70062269245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40"/>
          <c:min val="4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Tiende percentiel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481.3154212</c:v>
                </c:pt>
                <c:pt idx="1">
                  <c:v>478.4084246</c:v>
                </c:pt>
                <c:pt idx="2">
                  <c:v>475.204672</c:v>
                </c:pt>
                <c:pt idx="3">
                  <c:v>466.120164</c:v>
                </c:pt>
                <c:pt idx="4">
                  <c:v>441.294632</c:v>
                </c:pt>
              </c:numCache>
            </c:numRef>
          </c:yVal>
        </c:ser>
        <c:ser>
          <c:idx val="1"/>
          <c:order val="1"/>
          <c:tx>
            <c:v>95%-interval Tiende percentiel,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472.52918803144</c:v>
                </c:pt>
                <c:pt idx="1">
                  <c:v>490.10165436856</c:v>
                </c:pt>
              </c:numCache>
            </c:numRef>
          </c:yVal>
        </c:ser>
        <c:ser>
          <c:idx val="2"/>
          <c:order val="2"/>
          <c:tx>
            <c:v>95%-interval Tiende percentiel,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472.79279507122</c:v>
                </c:pt>
                <c:pt idx="1">
                  <c:v>484.02405412878</c:v>
                </c:pt>
              </c:numCache>
            </c:numRef>
          </c:yVal>
        </c:ser>
        <c:ser>
          <c:idx val="3"/>
          <c:order val="3"/>
          <c:tx>
            <c:v>95%-interval Tiende percentiel,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469.69967206147</c:v>
                </c:pt>
                <c:pt idx="1">
                  <c:v>480.70967193853</c:v>
                </c:pt>
              </c:numCache>
            </c:numRef>
          </c:yVal>
        </c:ser>
        <c:ser>
          <c:idx val="4"/>
          <c:order val="4"/>
          <c:tx>
            <c:v>95%-interval Tiende percentiel, 2016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459.50526352612</c:v>
                </c:pt>
                <c:pt idx="1">
                  <c:v>472.73506447388</c:v>
                </c:pt>
              </c:numCache>
            </c:numRef>
          </c:yVal>
        </c:ser>
        <c:ser>
          <c:idx val="5"/>
          <c:order val="5"/>
          <c:tx>
            <c:v>95%-interval Tiende percentiel, 2021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433.62007308551</c:v>
                </c:pt>
                <c:pt idx="1">
                  <c:v>448.96919091449</c:v>
                </c:pt>
              </c:numCache>
            </c:numRef>
          </c:yVal>
        </c:ser>
        <c:ser>
          <c:idx val="6"/>
          <c:order val="6"/>
          <c:tx>
            <c:v>Mediaan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555.7766038</c:v>
                </c:pt>
                <c:pt idx="1">
                  <c:v>548.9338664</c:v>
                </c:pt>
                <c:pt idx="2">
                  <c:v>547.601948</c:v>
                </c:pt>
                <c:pt idx="3">
                  <c:v>547.544642</c:v>
                </c:pt>
                <c:pt idx="4">
                  <c:v>530.257462</c:v>
                </c:pt>
              </c:numCache>
            </c:numRef>
          </c:yVal>
        </c:ser>
        <c:ser>
          <c:idx val="7"/>
          <c:order val="7"/>
          <c:tx>
            <c:v>95%-interval Mediaan,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550.33325171023</c:v>
                </c:pt>
                <c:pt idx="1">
                  <c:v>561.21995588977</c:v>
                </c:pt>
              </c:numCache>
            </c:numRef>
          </c:yVal>
        </c:ser>
        <c:ser>
          <c:idx val="8"/>
          <c:order val="8"/>
          <c:tx>
            <c:v>95%-interval Mediaan,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545.06237589024</c:v>
                </c:pt>
                <c:pt idx="1">
                  <c:v>552.80535690976</c:v>
                </c:pt>
              </c:numCache>
            </c:numRef>
          </c:yVal>
        </c:ser>
        <c:ser>
          <c:idx val="9"/>
          <c:order val="9"/>
          <c:tx>
            <c:v>95%-interval Mediaan,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543.41286589934</c:v>
                </c:pt>
                <c:pt idx="1">
                  <c:v>551.79103010066</c:v>
                </c:pt>
              </c:numCache>
            </c:numRef>
          </c:yVal>
        </c:ser>
        <c:ser>
          <c:idx val="10"/>
          <c:order val="10"/>
          <c:tx>
            <c:v>95%-interval Mediaan,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542.91258292694</c:v>
                </c:pt>
                <c:pt idx="1">
                  <c:v>552.17670107306</c:v>
                </c:pt>
              </c:numCache>
            </c:numRef>
          </c:yVal>
        </c:ser>
        <c:ser>
          <c:idx val="11"/>
          <c:order val="11"/>
          <c:tx>
            <c:v>95%-interval Mediaan,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525.24537147826</c:v>
                </c:pt>
                <c:pt idx="1">
                  <c:v>535.26955252174</c:v>
                </c:pt>
              </c:numCache>
            </c:numRef>
          </c:yVal>
        </c:ser>
        <c:ser>
          <c:idx val="12"/>
          <c:order val="12"/>
          <c:tx>
            <c:v>Negentigste percentiel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Data'!$Y$2:$Y$6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Data'!$Z$2:$Z$6</c:f>
              <c:numCache>
                <c:formatCode>0</c:formatCode>
                <c:ptCount val="5"/>
                <c:pt idx="0">
                  <c:v>625.9437854</c:v>
                </c:pt>
                <c:pt idx="1">
                  <c:v>613.3660318</c:v>
                </c:pt>
                <c:pt idx="2">
                  <c:v>614.072892</c:v>
                </c:pt>
                <c:pt idx="3">
                  <c:v>618.964968</c:v>
                </c:pt>
                <c:pt idx="4">
                  <c:v>610.387696</c:v>
                </c:pt>
              </c:numCache>
            </c:numRef>
          </c:yVal>
        </c:ser>
        <c:ser>
          <c:idx val="13"/>
          <c:order val="13"/>
          <c:tx>
            <c:v>95%-interval Negentigste percentiel, 2001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619.92038555296</c:v>
                </c:pt>
                <c:pt idx="1">
                  <c:v>631.96718524704</c:v>
                </c:pt>
              </c:numCache>
            </c:numRef>
          </c:yVal>
        </c:ser>
        <c:ser>
          <c:idx val="14"/>
          <c:order val="14"/>
          <c:tx>
            <c:v>95%-interval Negentigste percentiel,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609.49968427229</c:v>
                </c:pt>
                <c:pt idx="1">
                  <c:v>617.23237932771</c:v>
                </c:pt>
              </c:numCache>
            </c:numRef>
          </c:yVal>
        </c:ser>
        <c:ser>
          <c:idx val="15"/>
          <c:order val="15"/>
          <c:tx>
            <c:v>95%-interval Negentigste percentiel, 2011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610.45050825086</c:v>
                </c:pt>
                <c:pt idx="1">
                  <c:v>617.69527574914</c:v>
                </c:pt>
              </c:numCache>
            </c:numRef>
          </c:yVal>
        </c:ser>
        <c:ser>
          <c:idx val="16"/>
          <c:order val="16"/>
          <c:tx>
            <c:v>95%-interval Negentigste percentiel, 2016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614.70991141639</c:v>
                </c:pt>
                <c:pt idx="1">
                  <c:v>623.22002458361</c:v>
                </c:pt>
              </c:numCache>
            </c:numRef>
          </c:yVal>
        </c:ser>
        <c:ser>
          <c:idx val="17"/>
          <c:order val="17"/>
          <c:tx>
            <c:v>95%-interval Negentigste percentiel, 2021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604.4271640602</c:v>
                </c:pt>
                <c:pt idx="1">
                  <c:v>616.3482279398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5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Tiende percentiel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470.83822237581</c:v>
                </c:pt>
                <c:pt idx="1">
                  <c:v>454.298</c:v>
                </c:pt>
                <c:pt idx="2">
                  <c:v>470.109198</c:v>
                </c:pt>
                <c:pt idx="3">
                  <c:v>456.58703</c:v>
                </c:pt>
                <c:pt idx="4">
                  <c:v>456.694686</c:v>
                </c:pt>
                <c:pt idx="5">
                  <c:v>452.492792</c:v>
                </c:pt>
              </c:numCache>
            </c:numRef>
          </c:yVal>
        </c:ser>
        <c:ser>
          <c:idx val="1"/>
          <c:order val="1"/>
          <c:tx>
            <c:v>95%-interval Tiende percentiel,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451.36029510953</c:v>
                </c:pt>
                <c:pt idx="1">
                  <c:v>461.81376489047</c:v>
                </c:pt>
              </c:numCache>
            </c:numRef>
          </c:yVal>
        </c:ser>
        <c:ser>
          <c:idx val="2"/>
          <c:order val="2"/>
          <c:tx>
            <c:v>95%-interval Tiende percentiel,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463.04108278357</c:v>
                </c:pt>
                <c:pt idx="1">
                  <c:v>478.63536196806</c:v>
                </c:pt>
              </c:numCache>
            </c:numRef>
          </c:yVal>
        </c:ser>
        <c:ser>
          <c:idx val="3"/>
          <c:order val="3"/>
          <c:tx>
            <c:v>95%-interval Tiende percentiel,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446.61303420291</c:v>
                </c:pt>
                <c:pt idx="1">
                  <c:v>461.98296579709</c:v>
                </c:pt>
              </c:numCache>
            </c:numRef>
          </c:yVal>
        </c:ser>
        <c:ser>
          <c:idx val="4"/>
          <c:order val="4"/>
          <c:tx>
            <c:v>95%-interval Tiende percentiel,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464.34229388923</c:v>
                </c:pt>
                <c:pt idx="1">
                  <c:v>475.87610211077</c:v>
                </c:pt>
              </c:numCache>
            </c:numRef>
          </c:yVal>
        </c:ser>
        <c:ser>
          <c:idx val="5"/>
          <c:order val="5"/>
          <c:tx>
            <c:v>95%-interval Tiende percentiel,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448.1089012887</c:v>
                </c:pt>
                <c:pt idx="1">
                  <c:v>465.2804707113</c:v>
                </c:pt>
              </c:numCache>
            </c:numRef>
          </c:yVal>
        </c:ser>
        <c:ser>
          <c:idx val="6"/>
          <c:order val="6"/>
          <c:tx>
            <c:v>95%-interval Tiende percentiel,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444.79869647811</c:v>
                </c:pt>
                <c:pt idx="1">
                  <c:v>460.18688752189</c:v>
                </c:pt>
              </c:numCache>
            </c:numRef>
          </c:yVal>
        </c:ser>
        <c:ser>
          <c:idx val="7"/>
          <c:order val="7"/>
          <c:tx>
            <c:v>Mediaan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541.87044231687</c:v>
                </c:pt>
                <c:pt idx="1">
                  <c:v>536.93</c:v>
                </c:pt>
                <c:pt idx="2">
                  <c:v>542.736472</c:v>
                </c:pt>
                <c:pt idx="3">
                  <c:v>531.368294</c:v>
                </c:pt>
                <c:pt idx="4">
                  <c:v>540.121378</c:v>
                </c:pt>
                <c:pt idx="5">
                  <c:v>539.81382</c:v>
                </c:pt>
              </c:numCache>
            </c:numRef>
          </c:yVal>
        </c:ser>
        <c:ser>
          <c:idx val="8"/>
          <c:order val="8"/>
          <c:tx>
            <c:v>95%-interval Mediaan,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527.24380282491</c:v>
                </c:pt>
                <c:pt idx="1">
                  <c:v>535.49278517509</c:v>
                </c:pt>
              </c:numCache>
            </c:numRef>
          </c:yVal>
        </c:ser>
        <c:ser>
          <c:idx val="9"/>
          <c:order val="9"/>
          <c:tx>
            <c:v>95%-interval Mediaan,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536.46487467666</c:v>
                </c:pt>
                <c:pt idx="1">
                  <c:v>547.27600995707</c:v>
                </c:pt>
              </c:numCache>
            </c:numRef>
          </c:yVal>
        </c:ser>
        <c:ser>
          <c:idx val="10"/>
          <c:order val="10"/>
          <c:tx>
            <c:v>95%-interval Mediaan,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532.1342200284</c:v>
                </c:pt>
                <c:pt idx="1">
                  <c:v>541.7257799716</c:v>
                </c:pt>
              </c:numCache>
            </c:numRef>
          </c:yVal>
        </c:ser>
        <c:ser>
          <c:idx val="11"/>
          <c:order val="11"/>
          <c:tx>
            <c:v>95%-interval Mediaan,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538.76425335232</c:v>
                </c:pt>
                <c:pt idx="1">
                  <c:v>546.70869064768</c:v>
                </c:pt>
              </c:numCache>
            </c:numRef>
          </c:yVal>
        </c:ser>
        <c:ser>
          <c:idx val="12"/>
          <c:order val="12"/>
          <c:tx>
            <c:v>95%-interval Mediaan,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533.91991379415</c:v>
                </c:pt>
                <c:pt idx="1">
                  <c:v>546.32284220585</c:v>
                </c:pt>
              </c:numCache>
            </c:numRef>
          </c:yVal>
        </c:ser>
        <c:ser>
          <c:idx val="13"/>
          <c:order val="13"/>
          <c:tx>
            <c:v>95%-interval Mediaan,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534.57585456378</c:v>
                </c:pt>
                <c:pt idx="1">
                  <c:v>545.05178543622</c:v>
                </c:pt>
              </c:numCache>
            </c:numRef>
          </c:yVal>
        </c:ser>
        <c:ser>
          <c:idx val="14"/>
          <c:order val="14"/>
          <c:tx>
            <c:v>Negentigste percentiel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Data'!$AC$2:$AC$7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Data'!$AD$2:$AD$7</c:f>
              <c:numCache>
                <c:formatCode>0</c:formatCode>
                <c:ptCount val="6"/>
                <c:pt idx="0">
                  <c:v>608.92785134229</c:v>
                </c:pt>
                <c:pt idx="1">
                  <c:v>611.826</c:v>
                </c:pt>
                <c:pt idx="2">
                  <c:v>605.300486</c:v>
                </c:pt>
                <c:pt idx="3">
                  <c:v>600.803506</c:v>
                </c:pt>
                <c:pt idx="4">
                  <c:v>615.295958</c:v>
                </c:pt>
                <c:pt idx="5">
                  <c:v>617.951598</c:v>
                </c:pt>
              </c:numCache>
            </c:numRef>
          </c:yVal>
        </c:ser>
        <c:ser>
          <c:idx val="15"/>
          <c:order val="15"/>
          <c:tx>
            <c:v>95%-interval Negentigste percentiel,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595.53798074956</c:v>
                </c:pt>
                <c:pt idx="1">
                  <c:v>606.06903125044</c:v>
                </c:pt>
              </c:numCache>
            </c:numRef>
          </c:yVal>
        </c:ser>
        <c:ser>
          <c:idx val="16"/>
          <c:order val="16"/>
          <c:tx>
            <c:v>95%-interval Negentigste percentiel,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603.40043973243</c:v>
                </c:pt>
                <c:pt idx="1">
                  <c:v>614.45526295214</c:v>
                </c:pt>
              </c:numCache>
            </c:numRef>
          </c:yVal>
        </c:ser>
        <c:ser>
          <c:idx val="17"/>
          <c:order val="17"/>
          <c:tx>
            <c:v>95%-interval Negentigste percentiel, 2007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605.17566598902</c:v>
                </c:pt>
                <c:pt idx="1">
                  <c:v>618.47633401098</c:v>
                </c:pt>
              </c:numCache>
            </c:numRef>
          </c:yVal>
        </c:ser>
        <c:ser>
          <c:idx val="18"/>
          <c:order val="18"/>
          <c:tx>
            <c:v>95%-interval Negentigste percentiel, 2011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600.36768377312</c:v>
                </c:pt>
                <c:pt idx="1">
                  <c:v>610.23328822688</c:v>
                </c:pt>
              </c:numCache>
            </c:numRef>
          </c:yVal>
        </c:ser>
        <c:ser>
          <c:idx val="19"/>
          <c:order val="19"/>
          <c:tx>
            <c:v>95%-interval Negentigste percentiel, 2019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608.5264115461</c:v>
                </c:pt>
                <c:pt idx="1">
                  <c:v>622.0655044539</c:v>
                </c:pt>
              </c:numCache>
            </c:numRef>
          </c:yVal>
        </c:ser>
        <c:ser>
          <c:idx val="20"/>
          <c:order val="20"/>
          <c:tx>
            <c:v>95%-interval Negentigste percentiel, 2023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611.88808799676</c:v>
                </c:pt>
                <c:pt idx="1">
                  <c:v>624.01510800324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5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Tiende percentiel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456.53695648148</c:v>
                </c:pt>
                <c:pt idx="1">
                  <c:v>445.16</c:v>
                </c:pt>
                <c:pt idx="2">
                  <c:v>461.404214</c:v>
                </c:pt>
                <c:pt idx="3">
                  <c:v>438.44505</c:v>
                </c:pt>
                <c:pt idx="4">
                  <c:v>434.159228</c:v>
                </c:pt>
                <c:pt idx="5">
                  <c:v>429.689106</c:v>
                </c:pt>
              </c:numCache>
            </c:numRef>
          </c:yVal>
        </c:ser>
        <c:ser>
          <c:idx val="1"/>
          <c:order val="1"/>
          <c:tx>
            <c:v>95%-interval Tiende percentiel,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429.61419955321</c:v>
                </c:pt>
                <c:pt idx="1">
                  <c:v>447.27590044679</c:v>
                </c:pt>
              </c:numCache>
            </c:numRef>
          </c:yVal>
        </c:ser>
        <c:ser>
          <c:idx val="2"/>
          <c:order val="2"/>
          <c:tx>
            <c:v>95%-interval Tiende percentiel,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448.29368203913</c:v>
                </c:pt>
                <c:pt idx="1">
                  <c:v>464.78023092383</c:v>
                </c:pt>
              </c:numCache>
            </c:numRef>
          </c:yVal>
        </c:ser>
        <c:ser>
          <c:idx val="3"/>
          <c:order val="3"/>
          <c:tx>
            <c:v>95%-interval Tiende percentiel,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436.59827667814</c:v>
                </c:pt>
                <c:pt idx="1">
                  <c:v>453.72172332186</c:v>
                </c:pt>
              </c:numCache>
            </c:numRef>
          </c:yVal>
        </c:ser>
        <c:ser>
          <c:idx val="4"/>
          <c:order val="4"/>
          <c:tx>
            <c:v>95%-interval Tiende percentiel,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452.03181726833</c:v>
                </c:pt>
                <c:pt idx="1">
                  <c:v>470.77661073167</c:v>
                </c:pt>
              </c:numCache>
            </c:numRef>
          </c:yVal>
        </c:ser>
        <c:ser>
          <c:idx val="5"/>
          <c:order val="5"/>
          <c:tx>
            <c:v>95%-interval Tiende percentiel,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425.79169053401</c:v>
                </c:pt>
                <c:pt idx="1">
                  <c:v>442.52676546599</c:v>
                </c:pt>
              </c:numCache>
            </c:numRef>
          </c:yVal>
        </c:ser>
        <c:ser>
          <c:idx val="6"/>
          <c:order val="6"/>
          <c:tx>
            <c:v>95%-interval Tiende percentiel,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421.43490992233</c:v>
                </c:pt>
                <c:pt idx="1">
                  <c:v>437.94330207767</c:v>
                </c:pt>
              </c:numCache>
            </c:numRef>
          </c:yVal>
        </c:ser>
        <c:ser>
          <c:idx val="7"/>
          <c:order val="7"/>
          <c:tx>
            <c:v>Mediaan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526.7438909213</c:v>
                </c:pt>
                <c:pt idx="1">
                  <c:v>525.028</c:v>
                </c:pt>
                <c:pt idx="2">
                  <c:v>533.643848</c:v>
                </c:pt>
                <c:pt idx="3">
                  <c:v>519.708136</c:v>
                </c:pt>
                <c:pt idx="4">
                  <c:v>521.611138</c:v>
                </c:pt>
                <c:pt idx="5">
                  <c:v>519.74813</c:v>
                </c:pt>
              </c:numCache>
            </c:numRef>
          </c:yVal>
        </c:ser>
        <c:ser>
          <c:idx val="8"/>
          <c:order val="8"/>
          <c:tx>
            <c:v>95%-interval Mediaan,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513.88615843911</c:v>
                </c:pt>
                <c:pt idx="1">
                  <c:v>525.53011356089</c:v>
                </c:pt>
              </c:numCache>
            </c:numRef>
          </c:yVal>
        </c:ser>
        <c:ser>
          <c:idx val="9"/>
          <c:order val="9"/>
          <c:tx>
            <c:v>95%-interval Mediaan,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522.09325915245</c:v>
                </c:pt>
                <c:pt idx="1">
                  <c:v>531.39452269015</c:v>
                </c:pt>
              </c:numCache>
            </c:numRef>
          </c:yVal>
        </c:ser>
        <c:ser>
          <c:idx val="10"/>
          <c:order val="10"/>
          <c:tx>
            <c:v>95%-interval Mediaan,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519.38474371108</c:v>
                </c:pt>
                <c:pt idx="1">
                  <c:v>530.67125628892</c:v>
                </c:pt>
              </c:numCache>
            </c:numRef>
          </c:yVal>
        </c:ser>
        <c:ser>
          <c:idx val="11"/>
          <c:order val="11"/>
          <c:tx>
            <c:v>95%-interval Mediaan,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529.30510693984</c:v>
                </c:pt>
                <c:pt idx="1">
                  <c:v>537.98258906016</c:v>
                </c:pt>
              </c:numCache>
            </c:numRef>
          </c:yVal>
        </c:ser>
        <c:ser>
          <c:idx val="12"/>
          <c:order val="12"/>
          <c:tx>
            <c:v>95%-interval Mediaan,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515.08639089398</c:v>
                </c:pt>
                <c:pt idx="1">
                  <c:v>528.13588510602</c:v>
                </c:pt>
              </c:numCache>
            </c:numRef>
          </c:yVal>
        </c:ser>
        <c:ser>
          <c:idx val="13"/>
          <c:order val="13"/>
          <c:tx>
            <c:v>95%-interval Mediaan,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511.47813843527</c:v>
                </c:pt>
                <c:pt idx="1">
                  <c:v>528.01812156473</c:v>
                </c:pt>
              </c:numCache>
            </c:numRef>
          </c:yVal>
        </c:ser>
        <c:ser>
          <c:idx val="14"/>
          <c:order val="14"/>
          <c:tx>
            <c:v>Negentigste percentiel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Data'!$AC$2:$AC$7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Data'!$AD$2:$AD$7</c:f>
              <c:numCache>
                <c:formatCode>0</c:formatCode>
                <c:ptCount val="6"/>
                <c:pt idx="0">
                  <c:v>591.37739984797</c:v>
                </c:pt>
                <c:pt idx="1">
                  <c:v>597.998</c:v>
                </c:pt>
                <c:pt idx="2">
                  <c:v>596.533306</c:v>
                </c:pt>
                <c:pt idx="3">
                  <c:v>592.479196</c:v>
                </c:pt>
                <c:pt idx="4">
                  <c:v>599.238998</c:v>
                </c:pt>
                <c:pt idx="5">
                  <c:v>600.028204</c:v>
                </c:pt>
              </c:numCache>
            </c:numRef>
          </c:yVal>
        </c:ser>
        <c:ser>
          <c:idx val="15"/>
          <c:order val="15"/>
          <c:tx>
            <c:v>95%-interval Negentigste percentiel,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585.7455703964</c:v>
                </c:pt>
                <c:pt idx="1">
                  <c:v>599.2128216036</c:v>
                </c:pt>
              </c:numCache>
            </c:numRef>
          </c:yVal>
        </c:ser>
        <c:ser>
          <c:idx val="16"/>
          <c:order val="16"/>
          <c:tx>
            <c:v>95%-interval Negentigste percentiel,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585.20886600748</c:v>
                </c:pt>
                <c:pt idx="1">
                  <c:v>597.54593368845</c:v>
                </c:pt>
              </c:numCache>
            </c:numRef>
          </c:yVal>
        </c:ser>
        <c:ser>
          <c:idx val="17"/>
          <c:order val="17"/>
          <c:tx>
            <c:v>95%-interval Negentigste percentiel, 2007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591.16294182216</c:v>
                </c:pt>
                <c:pt idx="1">
                  <c:v>604.83305817784</c:v>
                </c:pt>
              </c:numCache>
            </c:numRef>
          </c:yVal>
        </c:ser>
        <c:ser>
          <c:idx val="18"/>
          <c:order val="18"/>
          <c:tx>
            <c:v>95%-interval Negentigste percentiel, 2011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590.37054785859</c:v>
                </c:pt>
                <c:pt idx="1">
                  <c:v>602.69606414141</c:v>
                </c:pt>
              </c:numCache>
            </c:numRef>
          </c:yVal>
        </c:ser>
        <c:ser>
          <c:idx val="19"/>
          <c:order val="19"/>
          <c:tx>
            <c:v>95%-interval Negentigste percentiel, 2019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591.86171504355</c:v>
                </c:pt>
                <c:pt idx="1">
                  <c:v>606.61628095645</c:v>
                </c:pt>
              </c:numCache>
            </c:numRef>
          </c:yVal>
        </c:ser>
        <c:ser>
          <c:idx val="20"/>
          <c:order val="20"/>
          <c:tx>
            <c:v>95%-interval Negentigste percentiel, 2023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594.33712548093</c:v>
                </c:pt>
                <c:pt idx="1">
                  <c:v>605.71928251907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5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Tiende percentiel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400.38432</c:v>
                </c:pt>
                <c:pt idx="1">
                  <c:v>378.86876</c:v>
                </c:pt>
                <c:pt idx="2">
                  <c:v>390.274</c:v>
                </c:pt>
                <c:pt idx="3">
                  <c:v>386.19148</c:v>
                </c:pt>
                <c:pt idx="4">
                  <c:v>368.0115</c:v>
                </c:pt>
                <c:pt idx="5">
                  <c:v>343.7185</c:v>
                </c:pt>
                <c:pt idx="6">
                  <c:v>304.4244</c:v>
                </c:pt>
                <c:pt idx="7">
                  <c:v>289.78930065</c:v>
                </c:pt>
              </c:numCache>
            </c:numRef>
          </c:yVal>
        </c:ser>
        <c:ser>
          <c:idx val="1"/>
          <c:order val="1"/>
          <c:tx>
            <c:v>95%-interval Tiende percentiel,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280.80207688613</c:v>
                </c:pt>
                <c:pt idx="1">
                  <c:v>298.77652441387</c:v>
                </c:pt>
              </c:numCache>
            </c:numRef>
          </c:yVal>
        </c:ser>
        <c:ser>
          <c:idx val="2"/>
          <c:order val="2"/>
          <c:tx>
            <c:v>95%-interval Tiende percentiel,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358.93669228771</c:v>
                </c:pt>
                <c:pt idx="1">
                  <c:v>377.08630771229</c:v>
                </c:pt>
              </c:numCache>
            </c:numRef>
          </c:yVal>
        </c:ser>
        <c:ser>
          <c:idx val="3"/>
          <c:order val="3"/>
          <c:tx>
            <c:v>95%-interval Tiende percentiel,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335.01068114808</c:v>
                </c:pt>
                <c:pt idx="1">
                  <c:v>352.42631885192</c:v>
                </c:pt>
              </c:numCache>
            </c:numRef>
          </c:yVal>
        </c:ser>
        <c:ser>
          <c:idx val="4"/>
          <c:order val="4"/>
          <c:tx>
            <c:v>95%-interval Tiende percentiel,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291.48955799764</c:v>
                </c:pt>
                <c:pt idx="1">
                  <c:v>317.35924200236</c:v>
                </c:pt>
              </c:numCache>
            </c:numRef>
          </c:yVal>
        </c:ser>
        <c:ser>
          <c:idx val="5"/>
          <c:order val="5"/>
          <c:tx>
            <c:v>95%-interval Tiende percentiel,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366.31984828025</c:v>
                </c:pt>
                <c:pt idx="1">
                  <c:v>391.41767171975</c:v>
                </c:pt>
              </c:numCache>
            </c:numRef>
          </c:yVal>
        </c:ser>
        <c:ser>
          <c:idx val="6"/>
          <c:order val="6"/>
          <c:tx>
            <c:v>95%-interval Tiende percentiel,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390.26811726088</c:v>
                </c:pt>
                <c:pt idx="1">
                  <c:v>410.50052273912</c:v>
                </c:pt>
              </c:numCache>
            </c:numRef>
          </c:yVal>
        </c:ser>
        <c:ser>
          <c:idx val="7"/>
          <c:order val="7"/>
          <c:tx>
            <c:v>95%-interval Tiende percentiel,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380.38999031502</c:v>
                </c:pt>
                <c:pt idx="1">
                  <c:v>400.15800968498</c:v>
                </c:pt>
              </c:numCache>
            </c:numRef>
          </c:yVal>
        </c:ser>
        <c:ser>
          <c:idx val="8"/>
          <c:order val="8"/>
          <c:tx>
            <c:v>95%-interval Tiende percentiel,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373.2133675689</c:v>
                </c:pt>
                <c:pt idx="1">
                  <c:v>399.1695924311</c:v>
                </c:pt>
              </c:numCache>
            </c:numRef>
          </c:yVal>
        </c:ser>
        <c:ser>
          <c:idx val="9"/>
          <c:order val="9"/>
          <c:tx>
            <c:v>Mediaan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516.9328</c:v>
                </c:pt>
                <c:pt idx="1">
                  <c:v>515.12926</c:v>
                </c:pt>
                <c:pt idx="2">
                  <c:v>509.558</c:v>
                </c:pt>
                <c:pt idx="3">
                  <c:v>519.30476</c:v>
                </c:pt>
                <c:pt idx="4">
                  <c:v>508.523</c:v>
                </c:pt>
                <c:pt idx="5">
                  <c:v>486.4085</c:v>
                </c:pt>
                <c:pt idx="6">
                  <c:v>462.3126</c:v>
                </c:pt>
                <c:pt idx="7">
                  <c:v>446.10076026</c:v>
                </c:pt>
              </c:numCache>
            </c:numRef>
          </c:yVal>
        </c:ser>
        <c:ser>
          <c:idx val="10"/>
          <c:order val="10"/>
          <c:tx>
            <c:v>95%-interval Mediaan,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438.11173309192</c:v>
                </c:pt>
                <c:pt idx="1">
                  <c:v>454.08978742808</c:v>
                </c:pt>
              </c:numCache>
            </c:numRef>
          </c:yVal>
        </c:ser>
        <c:ser>
          <c:idx val="11"/>
          <c:order val="11"/>
          <c:tx>
            <c:v>95%-interval Mediaan,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502.66600027176</c:v>
                </c:pt>
                <c:pt idx="1">
                  <c:v>514.37999972824</c:v>
                </c:pt>
              </c:numCache>
            </c:numRef>
          </c:yVal>
        </c:ser>
        <c:ser>
          <c:idx val="12"/>
          <c:order val="12"/>
          <c:tx>
            <c:v>95%-interval Mediaan,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479.22084903172</c:v>
                </c:pt>
                <c:pt idx="1">
                  <c:v>493.59615096828</c:v>
                </c:pt>
              </c:numCache>
            </c:numRef>
          </c:yVal>
        </c:ser>
        <c:ser>
          <c:idx val="13"/>
          <c:order val="13"/>
          <c:tx>
            <c:v>95%-interval Mediaan,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451.10377800832</c:v>
                </c:pt>
                <c:pt idx="1">
                  <c:v>473.52142199168</c:v>
                </c:pt>
              </c:numCache>
            </c:numRef>
          </c:yVal>
        </c:ser>
        <c:ser>
          <c:idx val="14"/>
          <c:order val="14"/>
          <c:tx>
            <c:v>95%-interval Mediaan,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508.06883340179</c:v>
                </c:pt>
                <c:pt idx="1">
                  <c:v>522.18968659821</c:v>
                </c:pt>
              </c:numCache>
            </c:numRef>
          </c:yVal>
        </c:ser>
        <c:ser>
          <c:idx val="15"/>
          <c:order val="15"/>
          <c:tx>
            <c:v>95%-interval Mediaan,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509.50179520711</c:v>
                </c:pt>
                <c:pt idx="1">
                  <c:v>524.36380479289</c:v>
                </c:pt>
              </c:numCache>
            </c:numRef>
          </c:yVal>
        </c:ser>
        <c:ser>
          <c:idx val="16"/>
          <c:order val="16"/>
          <c:tx>
            <c:v>95%-interval Mediaan,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495.83859123274</c:v>
                </c:pt>
                <c:pt idx="1">
                  <c:v>523.27740876726</c:v>
                </c:pt>
              </c:numCache>
            </c:numRef>
          </c:yVal>
        </c:ser>
        <c:ser>
          <c:idx val="17"/>
          <c:order val="17"/>
          <c:tx>
            <c:v>95%-interval Mediaan,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510.79952856538</c:v>
                </c:pt>
                <c:pt idx="1">
                  <c:v>527.80999143462</c:v>
                </c:pt>
              </c:numCache>
            </c:numRef>
          </c:yVal>
        </c:ser>
        <c:ser>
          <c:idx val="18"/>
          <c:order val="18"/>
          <c:tx>
            <c:v>Negentigste percentiel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Data'!$AK$2:$AK$9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Data'!$AL$2:$AL$9</c:f>
              <c:numCache>
                <c:formatCode>0</c:formatCode>
                <c:ptCount val="8"/>
                <c:pt idx="0">
                  <c:v>620.50322</c:v>
                </c:pt>
                <c:pt idx="1">
                  <c:v>622.20864</c:v>
                </c:pt>
                <c:pt idx="2">
                  <c:v>624.582</c:v>
                </c:pt>
                <c:pt idx="3">
                  <c:v>624.82928</c:v>
                </c:pt>
                <c:pt idx="4">
                  <c:v>629.8189</c:v>
                </c:pt>
                <c:pt idx="5">
                  <c:v>620.5354</c:v>
                </c:pt>
                <c:pt idx="6">
                  <c:v>607.7146</c:v>
                </c:pt>
                <c:pt idx="7">
                  <c:v>584.89967372</c:v>
                </c:pt>
              </c:numCache>
            </c:numRef>
          </c:yVal>
        </c:ser>
        <c:ser>
          <c:idx val="19"/>
          <c:order val="19"/>
          <c:tx>
            <c:v>95%-interval Negentigste percentiel,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578.70291014466</c:v>
                </c:pt>
                <c:pt idx="1">
                  <c:v>591.09643729534</c:v>
                </c:pt>
              </c:numCache>
            </c:numRef>
          </c:yVal>
        </c:ser>
        <c:ser>
          <c:idx val="20"/>
          <c:order val="20"/>
          <c:tx>
            <c:v>95%-interval Negentigste percentiel,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623.77179743848</c:v>
                </c:pt>
                <c:pt idx="1">
                  <c:v>635.86600256152</c:v>
                </c:pt>
              </c:numCache>
            </c:numRef>
          </c:yVal>
        </c:ser>
        <c:ser>
          <c:idx val="21"/>
          <c:order val="21"/>
          <c:tx>
            <c:v>95%-interval Negentigste percentiel,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614.06509207126</c:v>
                </c:pt>
                <c:pt idx="1">
                  <c:v>627.00570792874</c:v>
                </c:pt>
              </c:numCache>
            </c:numRef>
          </c:yVal>
        </c:ser>
        <c:ser>
          <c:idx val="22"/>
          <c:order val="22"/>
          <c:tx>
            <c:v>95%-interval Negentigste percentiel,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600.2441991641</c:v>
                </c:pt>
                <c:pt idx="1">
                  <c:v>615.1850008359</c:v>
                </c:pt>
              </c:numCache>
            </c:numRef>
          </c:yVal>
        </c:ser>
        <c:ser>
          <c:idx val="23"/>
          <c:order val="23"/>
          <c:tx>
            <c:v>95%-interval Negentigste percentiel,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617.46918186095</c:v>
                </c:pt>
                <c:pt idx="1">
                  <c:v>626.94809813905</c:v>
                </c:pt>
              </c:numCache>
            </c:numRef>
          </c:yVal>
        </c:ser>
        <c:ser>
          <c:idx val="24"/>
          <c:order val="24"/>
          <c:tx>
            <c:v>95%-interval Negentigste percentiel,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Data'!$AW$2:$AW$3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Data'!$AX$2:$AX$3</c:f>
              <c:numCache>
                <c:formatCode>0</c:formatCode>
                <c:ptCount val="2"/>
                <c:pt idx="0">
                  <c:v>614.84788062998</c:v>
                </c:pt>
                <c:pt idx="1">
                  <c:v>626.15855937002</c:v>
                </c:pt>
              </c:numCache>
            </c:numRef>
          </c:yVal>
        </c:ser>
        <c:ser>
          <c:idx val="25"/>
          <c:order val="25"/>
          <c:tx>
            <c:v>95%-interval Negentigste percentiel,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Data'!$AY$2:$AY$3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615.5572605053</c:v>
                </c:pt>
                <c:pt idx="1">
                  <c:v>633.6067394947</c:v>
                </c:pt>
              </c:numCache>
            </c:numRef>
          </c:yVal>
        </c:ser>
        <c:ser>
          <c:idx val="26"/>
          <c:order val="26"/>
          <c:tx>
            <c:v>95%-interval Negentigste percentiel,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Data'!$BA$2:$BA$3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617.74621237017</c:v>
                </c:pt>
                <c:pt idx="1">
                  <c:v>631.91234762983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700"/>
          <c:min val="2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Tiende percentiel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415.4074</c:v>
                </c:pt>
                <c:pt idx="1">
                  <c:v>412.11246</c:v>
                </c:pt>
                <c:pt idx="2">
                  <c:v>405.896</c:v>
                </c:pt>
                <c:pt idx="3">
                  <c:v>396.50254</c:v>
                </c:pt>
                <c:pt idx="4">
                  <c:v>389.822</c:v>
                </c:pt>
                <c:pt idx="5">
                  <c:v>394.188</c:v>
                </c:pt>
                <c:pt idx="6">
                  <c:v>347.5136</c:v>
                </c:pt>
                <c:pt idx="7">
                  <c:v>341.78045583</c:v>
                </c:pt>
              </c:numCache>
            </c:numRef>
          </c:yVal>
        </c:ser>
        <c:ser>
          <c:idx val="1"/>
          <c:order val="1"/>
          <c:tx>
            <c:v>95%-interval Tiende percentiel,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334.25813361015</c:v>
                </c:pt>
                <c:pt idx="1">
                  <c:v>349.30277804985</c:v>
                </c:pt>
              </c:numCache>
            </c:numRef>
          </c:yVal>
        </c:ser>
        <c:ser>
          <c:idx val="2"/>
          <c:order val="2"/>
          <c:tx>
            <c:v>95%-interval Tiende percentiel,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382.18583582555</c:v>
                </c:pt>
                <c:pt idx="1">
                  <c:v>397.45816417445</c:v>
                </c:pt>
              </c:numCache>
            </c:numRef>
          </c:yVal>
        </c:ser>
        <c:ser>
          <c:idx val="3"/>
          <c:order val="3"/>
          <c:tx>
            <c:v>95%-interval Tiende percentiel,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384.76346525781</c:v>
                </c:pt>
                <c:pt idx="1">
                  <c:v>403.61253474219</c:v>
                </c:pt>
              </c:numCache>
            </c:numRef>
          </c:yVal>
        </c:ser>
        <c:ser>
          <c:idx val="4"/>
          <c:order val="4"/>
          <c:tx>
            <c:v>95%-interval Tiende percentiel,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336.42294007303</c:v>
                </c:pt>
                <c:pt idx="1">
                  <c:v>358.60425992697</c:v>
                </c:pt>
              </c:numCache>
            </c:numRef>
          </c:yVal>
        </c:ser>
        <c:ser>
          <c:idx val="5"/>
          <c:order val="5"/>
          <c:tx>
            <c:v>95%-interval Tiende percentiel,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402.370675485</c:v>
                </c:pt>
                <c:pt idx="1">
                  <c:v>421.854244515</c:v>
                </c:pt>
              </c:numCache>
            </c:numRef>
          </c:yVal>
        </c:ser>
        <c:ser>
          <c:idx val="6"/>
          <c:order val="6"/>
          <c:tx>
            <c:v>95%-interval Tiende percentiel,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403.95208586626</c:v>
                </c:pt>
                <c:pt idx="1">
                  <c:v>426.86271413374</c:v>
                </c:pt>
              </c:numCache>
            </c:numRef>
          </c:yVal>
        </c:ser>
        <c:ser>
          <c:idx val="7"/>
          <c:order val="7"/>
          <c:tx>
            <c:v>95%-interval Tiende percentiel,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394.95461586036</c:v>
                </c:pt>
                <c:pt idx="1">
                  <c:v>416.83738413964</c:v>
                </c:pt>
              </c:numCache>
            </c:numRef>
          </c:yVal>
        </c:ser>
        <c:ser>
          <c:idx val="8"/>
          <c:order val="8"/>
          <c:tx>
            <c:v>95%-interval Tiende percentiel,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385.76548685239</c:v>
                </c:pt>
                <c:pt idx="1">
                  <c:v>407.23959314761</c:v>
                </c:pt>
              </c:numCache>
            </c:numRef>
          </c:yVal>
        </c:ser>
        <c:ser>
          <c:idx val="9"/>
          <c:order val="9"/>
          <c:tx>
            <c:v>Mediaan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539.61676</c:v>
                </c:pt>
                <c:pt idx="1">
                  <c:v>533.53328</c:v>
                </c:pt>
                <c:pt idx="2">
                  <c:v>529.28</c:v>
                </c:pt>
                <c:pt idx="3">
                  <c:v>528.54808</c:v>
                </c:pt>
                <c:pt idx="4">
                  <c:v>516.4415</c:v>
                </c:pt>
                <c:pt idx="5">
                  <c:v>524.3393</c:v>
                </c:pt>
                <c:pt idx="6">
                  <c:v>496.7963</c:v>
                </c:pt>
                <c:pt idx="7">
                  <c:v>486.90412104</c:v>
                </c:pt>
              </c:numCache>
            </c:numRef>
          </c:yVal>
        </c:ser>
        <c:ser>
          <c:idx val="10"/>
          <c:order val="10"/>
          <c:tx>
            <c:v>95%-interval Mediaan,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479.55690808568</c:v>
                </c:pt>
                <c:pt idx="1">
                  <c:v>494.25133399432</c:v>
                </c:pt>
              </c:numCache>
            </c:numRef>
          </c:yVal>
        </c:ser>
        <c:ser>
          <c:idx val="11"/>
          <c:order val="11"/>
          <c:tx>
            <c:v>95%-interval Mediaan,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511.03482190261</c:v>
                </c:pt>
                <c:pt idx="1">
                  <c:v>521.84817809739</c:v>
                </c:pt>
              </c:numCache>
            </c:numRef>
          </c:yVal>
        </c:ser>
        <c:ser>
          <c:idx val="12"/>
          <c:order val="12"/>
          <c:tx>
            <c:v>95%-interval Mediaan,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518.38219122723</c:v>
                </c:pt>
                <c:pt idx="1">
                  <c:v>530.29640877277</c:v>
                </c:pt>
              </c:numCache>
            </c:numRef>
          </c:yVal>
        </c:ser>
        <c:ser>
          <c:idx val="13"/>
          <c:order val="13"/>
          <c:tx>
            <c:v>95%-interval Mediaan,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487.2065112874</c:v>
                </c:pt>
                <c:pt idx="1">
                  <c:v>506.3860887126</c:v>
                </c:pt>
              </c:numCache>
            </c:numRef>
          </c:yVal>
        </c:ser>
        <c:ser>
          <c:idx val="14"/>
          <c:order val="14"/>
          <c:tx>
            <c:v>95%-interval Mediaan,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526.68687187732</c:v>
                </c:pt>
                <c:pt idx="1">
                  <c:v>540.37968812268</c:v>
                </c:pt>
              </c:numCache>
            </c:numRef>
          </c:yVal>
        </c:ser>
        <c:ser>
          <c:idx val="15"/>
          <c:order val="15"/>
          <c:tx>
            <c:v>95%-interval Mediaan,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530.93499664436</c:v>
                </c:pt>
                <c:pt idx="1">
                  <c:v>548.29852335564</c:v>
                </c:pt>
              </c:numCache>
            </c:numRef>
          </c:yVal>
        </c:ser>
        <c:ser>
          <c:idx val="16"/>
          <c:order val="16"/>
          <c:tx>
            <c:v>95%-interval Mediaan,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517.58222409898</c:v>
                </c:pt>
                <c:pt idx="1">
                  <c:v>540.97777590102</c:v>
                </c:pt>
              </c:numCache>
            </c:numRef>
          </c:yVal>
        </c:ser>
        <c:ser>
          <c:idx val="17"/>
          <c:order val="17"/>
          <c:tx>
            <c:v>95%-interval Mediaan,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519.28216229366</c:v>
                </c:pt>
                <c:pt idx="1">
                  <c:v>537.81399770634</c:v>
                </c:pt>
              </c:numCache>
            </c:numRef>
          </c:yVal>
        </c:ser>
        <c:ser>
          <c:idx val="18"/>
          <c:order val="18"/>
          <c:tx>
            <c:v>Negentigste percentiel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Data'!$AK$2:$AK$9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Data'!$AL$2:$AL$9</c:f>
              <c:numCache>
                <c:formatCode>0</c:formatCode>
                <c:ptCount val="8"/>
                <c:pt idx="0">
                  <c:v>656.51972</c:v>
                </c:pt>
                <c:pt idx="1">
                  <c:v>644.59418</c:v>
                </c:pt>
                <c:pt idx="2">
                  <c:v>639.936</c:v>
                </c:pt>
                <c:pt idx="3">
                  <c:v>638.1134</c:v>
                </c:pt>
                <c:pt idx="4">
                  <c:v>627.2394</c:v>
                </c:pt>
                <c:pt idx="5">
                  <c:v>637.6233</c:v>
                </c:pt>
                <c:pt idx="6">
                  <c:v>629.6742</c:v>
                </c:pt>
                <c:pt idx="7">
                  <c:v>620.41699498</c:v>
                </c:pt>
              </c:numCache>
            </c:numRef>
          </c:yVal>
        </c:ser>
        <c:ser>
          <c:idx val="19"/>
          <c:order val="19"/>
          <c:tx>
            <c:v>95%-interval Negentigste percentiel,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613.70170096602</c:v>
                </c:pt>
                <c:pt idx="1">
                  <c:v>627.13228899398</c:v>
                </c:pt>
              </c:numCache>
            </c:numRef>
          </c:yVal>
        </c:ser>
        <c:ser>
          <c:idx val="20"/>
          <c:order val="20"/>
          <c:tx>
            <c:v>95%-interval Negentigste percentiel,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621.14590907295</c:v>
                </c:pt>
                <c:pt idx="1">
                  <c:v>633.33289092705</c:v>
                </c:pt>
              </c:numCache>
            </c:numRef>
          </c:yVal>
        </c:ser>
        <c:ser>
          <c:idx val="21"/>
          <c:order val="21"/>
          <c:tx>
            <c:v>95%-interval Negentigste percentiel,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630.48392200175</c:v>
                </c:pt>
                <c:pt idx="1">
                  <c:v>644.76267799825</c:v>
                </c:pt>
              </c:numCache>
            </c:numRef>
          </c:yVal>
        </c:ser>
        <c:ser>
          <c:idx val="22"/>
          <c:order val="22"/>
          <c:tx>
            <c:v>95%-interval Negentigste percentiel,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624.27672011911</c:v>
                </c:pt>
                <c:pt idx="1">
                  <c:v>635.07167988089</c:v>
                </c:pt>
              </c:numCache>
            </c:numRef>
          </c:yVal>
        </c:ser>
        <c:ser>
          <c:idx val="23"/>
          <c:order val="23"/>
          <c:tx>
            <c:v>95%-interval Negentigste percentiel,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638.02922405826</c:v>
                </c:pt>
                <c:pt idx="1">
                  <c:v>651.15913594174</c:v>
                </c:pt>
              </c:numCache>
            </c:numRef>
          </c:yVal>
        </c:ser>
        <c:ser>
          <c:idx val="24"/>
          <c:order val="24"/>
          <c:tx>
            <c:v>95%-interval Negentigste percentiel,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Data'!$AW$2:$AW$3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Data'!$AX$2:$AX$3</c:f>
              <c:numCache>
                <c:formatCode>0</c:formatCode>
                <c:ptCount val="2"/>
                <c:pt idx="0">
                  <c:v>650.23423055584</c:v>
                </c:pt>
                <c:pt idx="1">
                  <c:v>662.80520944416</c:v>
                </c:pt>
              </c:numCache>
            </c:numRef>
          </c:yVal>
        </c:ser>
        <c:ser>
          <c:idx val="25"/>
          <c:order val="25"/>
          <c:tx>
            <c:v>95%-interval Negentigste percentiel,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Data'!$AY$2:$AY$3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631.36550739264</c:v>
                </c:pt>
                <c:pt idx="1">
                  <c:v>648.50649260736</c:v>
                </c:pt>
              </c:numCache>
            </c:numRef>
          </c:yVal>
        </c:ser>
        <c:ser>
          <c:idx val="26"/>
          <c:order val="26"/>
          <c:tx>
            <c:v>95%-interval Negentigste percentiel,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Data'!$BA$2:$BA$3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630.83621395421</c:v>
                </c:pt>
                <c:pt idx="1">
                  <c:v>645.39058604579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700"/>
          <c:min val="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Tiende percentiel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394.69768</c:v>
                </c:pt>
                <c:pt idx="1">
                  <c:v>394.592</c:v>
                </c:pt>
                <c:pt idx="2">
                  <c:v>393.13688</c:v>
                </c:pt>
                <c:pt idx="3">
                  <c:v>371.8568</c:v>
                </c:pt>
                <c:pt idx="4">
                  <c:v>363.9042</c:v>
                </c:pt>
                <c:pt idx="5">
                  <c:v>340.2107</c:v>
                </c:pt>
                <c:pt idx="6">
                  <c:v>338.14917633</c:v>
                </c:pt>
              </c:numCache>
            </c:numRef>
          </c:yVal>
        </c:ser>
        <c:ser>
          <c:idx val="1"/>
          <c:order val="1"/>
          <c:tx>
            <c:v>95%-interval Tiende percentiel,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330.61294619322</c:v>
                </c:pt>
                <c:pt idx="1">
                  <c:v>345.68540646678</c:v>
                </c:pt>
              </c:numCache>
            </c:numRef>
          </c:yVal>
        </c:ser>
        <c:ser>
          <c:idx val="2"/>
          <c:order val="2"/>
          <c:tx>
            <c:v>95%-interval Tiende percentiel,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363.43272899664</c:v>
                </c:pt>
                <c:pt idx="1">
                  <c:v>380.28087100336</c:v>
                </c:pt>
              </c:numCache>
            </c:numRef>
          </c:yVal>
        </c:ser>
        <c:ser>
          <c:idx val="3"/>
          <c:order val="3"/>
          <c:tx>
            <c:v>95%-interval Tiende percentiel,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353.77906302222</c:v>
                </c:pt>
                <c:pt idx="1">
                  <c:v>374.02933697778</c:v>
                </c:pt>
              </c:numCache>
            </c:numRef>
          </c:yVal>
        </c:ser>
        <c:ser>
          <c:idx val="4"/>
          <c:order val="4"/>
          <c:tx>
            <c:v>95%-interval Tiende percentiel,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329.63575402591</c:v>
                </c:pt>
                <c:pt idx="1">
                  <c:v>350.78564597409</c:v>
                </c:pt>
              </c:numCache>
            </c:numRef>
          </c:yVal>
        </c:ser>
        <c:ser>
          <c:idx val="5"/>
          <c:order val="5"/>
          <c:tx>
            <c:v>95%-interval Tiende percentiel,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384.13464552129</c:v>
                </c:pt>
                <c:pt idx="1">
                  <c:v>405.26071447871</c:v>
                </c:pt>
              </c:numCache>
            </c:numRef>
          </c:yVal>
        </c:ser>
        <c:ser>
          <c:idx val="6"/>
          <c:order val="6"/>
          <c:tx>
            <c:v>95%-interval Tiende percentiel,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380.83200960105</c:v>
                </c:pt>
                <c:pt idx="1">
                  <c:v>408.35199039895</c:v>
                </c:pt>
              </c:numCache>
            </c:numRef>
          </c:yVal>
        </c:ser>
        <c:ser>
          <c:idx val="7"/>
          <c:order val="7"/>
          <c:tx>
            <c:v>95%-interval Tiende percentiel,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382.59048837854</c:v>
                </c:pt>
                <c:pt idx="1">
                  <c:v>403.68327162146</c:v>
                </c:pt>
              </c:numCache>
            </c:numRef>
          </c:yVal>
        </c:ser>
        <c:ser>
          <c:idx val="8"/>
          <c:order val="8"/>
          <c:tx>
            <c:v>Mediaan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Data'!$R$2:$R$8</c:f>
              <c:numCache>
                <c:formatCode>0</c:formatCode>
                <c:ptCount val="7"/>
                <c:pt idx="0">
                  <c:v>530.03694</c:v>
                </c:pt>
                <c:pt idx="1">
                  <c:v>525.476</c:v>
                </c:pt>
                <c:pt idx="2">
                  <c:v>527.75082</c:v>
                </c:pt>
                <c:pt idx="3">
                  <c:v>511.6227</c:v>
                </c:pt>
                <c:pt idx="4">
                  <c:v>507.8988</c:v>
                </c:pt>
                <c:pt idx="5">
                  <c:v>488.9111</c:v>
                </c:pt>
                <c:pt idx="6">
                  <c:v>489.58429358</c:v>
                </c:pt>
              </c:numCache>
            </c:numRef>
          </c:yVal>
        </c:ser>
        <c:ser>
          <c:idx val="9"/>
          <c:order val="9"/>
          <c:tx>
            <c:v>95%-interval Mediaan,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481.79208965408</c:v>
                </c:pt>
                <c:pt idx="1">
                  <c:v>497.37649750592</c:v>
                </c:pt>
              </c:numCache>
            </c:numRef>
          </c:yVal>
        </c:ser>
        <c:ser>
          <c:idx val="10"/>
          <c:order val="10"/>
          <c:tx>
            <c:v>95%-interval Mediaan,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505.84839441599</c:v>
                </c:pt>
                <c:pt idx="1">
                  <c:v>517.39700558401</c:v>
                </c:pt>
              </c:numCache>
            </c:numRef>
          </c:yVal>
        </c:ser>
        <c:ser>
          <c:idx val="11"/>
          <c:order val="11"/>
          <c:tx>
            <c:v>95%-interval Mediaan,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500.72349094167</c:v>
                </c:pt>
                <c:pt idx="1">
                  <c:v>515.07410905833</c:v>
                </c:pt>
              </c:numCache>
            </c:numRef>
          </c:yVal>
        </c:ser>
        <c:ser>
          <c:idx val="12"/>
          <c:order val="12"/>
          <c:tx>
            <c:v>95%-interval Mediaan,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478.83637958471</c:v>
                </c:pt>
                <c:pt idx="1">
                  <c:v>498.98582041529</c:v>
                </c:pt>
              </c:numCache>
            </c:numRef>
          </c:yVal>
        </c:ser>
        <c:ser>
          <c:idx val="13"/>
          <c:order val="13"/>
          <c:tx>
            <c:v>95%-interval Mediaan,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522.93480779607</c:v>
                </c:pt>
                <c:pt idx="1">
                  <c:v>537.13907220393</c:v>
                </c:pt>
              </c:numCache>
            </c:numRef>
          </c:yVal>
        </c:ser>
        <c:ser>
          <c:idx val="14"/>
          <c:order val="14"/>
          <c:tx>
            <c:v>95%-interval Mediaan,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510.39262786621</c:v>
                </c:pt>
                <c:pt idx="1">
                  <c:v>540.55937213379</c:v>
                </c:pt>
              </c:numCache>
            </c:numRef>
          </c:yVal>
        </c:ser>
        <c:ser>
          <c:idx val="15"/>
          <c:order val="15"/>
          <c:tx>
            <c:v>95%-interval Mediaan,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518.84648794714</c:v>
                </c:pt>
                <c:pt idx="1">
                  <c:v>536.65515205286</c:v>
                </c:pt>
              </c:numCache>
            </c:numRef>
          </c:yVal>
        </c:ser>
        <c:ser>
          <c:idx val="16"/>
          <c:order val="16"/>
          <c:tx>
            <c:v>Negentigste percentiel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Data'!$AG$2:$AG$8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Data'!$AH$2:$AH$8</c:f>
              <c:numCache>
                <c:formatCode>0</c:formatCode>
                <c:ptCount val="7"/>
                <c:pt idx="0">
                  <c:v>646.09264</c:v>
                </c:pt>
                <c:pt idx="1">
                  <c:v>645.152</c:v>
                </c:pt>
                <c:pt idx="2">
                  <c:v>641.36518</c:v>
                </c:pt>
                <c:pt idx="3">
                  <c:v>638.2091</c:v>
                </c:pt>
                <c:pt idx="4">
                  <c:v>636.1887</c:v>
                </c:pt>
                <c:pt idx="5">
                  <c:v>636.1207</c:v>
                </c:pt>
                <c:pt idx="6">
                  <c:v>626.28275456</c:v>
                </c:pt>
              </c:numCache>
            </c:numRef>
          </c:yVal>
        </c:ser>
        <c:ser>
          <c:idx val="17"/>
          <c:order val="17"/>
          <c:tx>
            <c:v>95%-interval Negentigste percentiel,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619.9441144422</c:v>
                </c:pt>
                <c:pt idx="1">
                  <c:v>632.6213946778</c:v>
                </c:pt>
              </c:numCache>
            </c:numRef>
          </c:yVal>
        </c:ser>
        <c:ser>
          <c:idx val="18"/>
          <c:order val="18"/>
          <c:tx>
            <c:v>95%-interval Negentigste percentiel,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632.47555315127</c:v>
                </c:pt>
                <c:pt idx="1">
                  <c:v>643.94264684873</c:v>
                </c:pt>
              </c:numCache>
            </c:numRef>
          </c:yVal>
        </c:ser>
        <c:ser>
          <c:idx val="19"/>
          <c:order val="19"/>
          <c:tx>
            <c:v>95%-interval Negentigste percentiel,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629.29626059629</c:v>
                </c:pt>
                <c:pt idx="1">
                  <c:v>643.08113940371</c:v>
                </c:pt>
              </c:numCache>
            </c:numRef>
          </c:yVal>
        </c:ser>
        <c:ser>
          <c:idx val="20"/>
          <c:order val="20"/>
          <c:tx>
            <c:v>95%-interval Negentigste percentiel,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628.9266342442</c:v>
                </c:pt>
                <c:pt idx="1">
                  <c:v>643.3147657558</c:v>
                </c:pt>
              </c:numCache>
            </c:numRef>
          </c:yVal>
        </c:ser>
        <c:ser>
          <c:idx val="21"/>
          <c:order val="21"/>
          <c:tx>
            <c:v>95%-interval Negentigste percentiel,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639.42898856817</c:v>
                </c:pt>
                <c:pt idx="1">
                  <c:v>652.75629143183</c:v>
                </c:pt>
              </c:numCache>
            </c:numRef>
          </c:yVal>
        </c:ser>
        <c:ser>
          <c:idx val="22"/>
          <c:order val="22"/>
          <c:tx>
            <c:v>95%-interval Negentigste percentiel,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635.75675149995</c:v>
                </c:pt>
                <c:pt idx="1">
                  <c:v>654.54724850005</c:v>
                </c:pt>
              </c:numCache>
            </c:numRef>
          </c:yVal>
        </c:ser>
        <c:ser>
          <c:idx val="23"/>
          <c:order val="23"/>
          <c:tx>
            <c:v>95%-interval Negentigste percentiel,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633.31738209578</c:v>
                </c:pt>
                <c:pt idx="1">
                  <c:v>649.41297790422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700"/>
          <c:min val="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536.18747680152</c:v>
                </c:pt>
                <c:pt idx="1">
                  <c:v>525.15575809985</c:v>
                </c:pt>
                <c:pt idx="2">
                  <c:v>527.84930705546</c:v>
                </c:pt>
                <c:pt idx="3">
                  <c:v>521.8920356876</c:v>
                </c:pt>
                <c:pt idx="4">
                  <c:v>502.04354858496</c:v>
                </c:pt>
              </c:numCache>
            </c:numRef>
          </c:yVal>
        </c:ser>
        <c:ser>
          <c:idx val="1"/>
          <c:order val="1"/>
          <c:tx>
            <c:v>95%-interval Onderste kwart SES, 2001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529.4420945584</c:v>
                </c:pt>
                <c:pt idx="1">
                  <c:v>542.93285904465</c:v>
                </c:pt>
              </c:numCache>
            </c:numRef>
          </c:yVal>
        </c:ser>
        <c:ser>
          <c:idx val="2"/>
          <c:order val="2"/>
          <c:tx>
            <c:v>95%-interval Onderste kwart SES, 2006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520.6664317951</c:v>
                </c:pt>
                <c:pt idx="1">
                  <c:v>529.64508440459</c:v>
                </c:pt>
              </c:numCache>
            </c:numRef>
          </c:yVal>
        </c:ser>
        <c:ser>
          <c:idx val="3"/>
          <c:order val="3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523.3240739177</c:v>
                </c:pt>
                <c:pt idx="1">
                  <c:v>532.37454019322</c:v>
                </c:pt>
              </c:numCache>
            </c:numRef>
          </c:yVal>
        </c:ser>
        <c:ser>
          <c:idx val="4"/>
          <c:order val="4"/>
          <c:tx>
            <c:v>95%-interval Onderste kwart SES, 2016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517.60779457126</c:v>
                </c:pt>
                <c:pt idx="1">
                  <c:v>526.17627680394</c:v>
                </c:pt>
              </c:numCache>
            </c:numRef>
          </c:yVal>
        </c:ser>
        <c:ser>
          <c:idx val="5"/>
          <c:order val="5"/>
          <c:tx>
            <c:v>95%-interval Onderste kwart SES, 2021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494.111909587</c:v>
                </c:pt>
                <c:pt idx="1">
                  <c:v>509.97518758291</c:v>
                </c:pt>
              </c:numCache>
            </c:numRef>
          </c:yVal>
        </c:ser>
        <c:ser>
          <c:idx val="6"/>
          <c:order val="6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569.60056522227</c:v>
                </c:pt>
                <c:pt idx="1">
                  <c:v>567.67165119748</c:v>
                </c:pt>
                <c:pt idx="2">
                  <c:v>562.75727718011</c:v>
                </c:pt>
                <c:pt idx="3">
                  <c:v>565.36357646372</c:v>
                </c:pt>
                <c:pt idx="4">
                  <c:v>550.97307881736</c:v>
                </c:pt>
              </c:numCache>
            </c:numRef>
          </c:yVal>
        </c:ser>
        <c:ser>
          <c:idx val="7"/>
          <c:order val="7"/>
          <c:tx>
            <c:v>95%-interval Bovenste kwart SES,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564.85652739365</c:v>
                </c:pt>
                <c:pt idx="1">
                  <c:v>574.34460305088</c:v>
                </c:pt>
              </c:numCache>
            </c:numRef>
          </c:yVal>
        </c:ser>
        <c:ser>
          <c:idx val="8"/>
          <c:order val="8"/>
          <c:tx>
            <c:v>95%-interval Bovenste kwart SES,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563.20724210369</c:v>
                </c:pt>
                <c:pt idx="1">
                  <c:v>572.13606029127</c:v>
                </c:pt>
              </c:numCache>
            </c:numRef>
          </c:yVal>
        </c:ser>
        <c:ser>
          <c:idx val="9"/>
          <c:order val="9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557.79695144622</c:v>
                </c:pt>
                <c:pt idx="1">
                  <c:v>567.71760291401</c:v>
                </c:pt>
              </c:numCache>
            </c:numRef>
          </c:yVal>
        </c:ser>
        <c:ser>
          <c:idx val="10"/>
          <c:order val="10"/>
          <c:tx>
            <c:v>95%-interval Bovenste kwart SES,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560.24726321394</c:v>
                </c:pt>
                <c:pt idx="1">
                  <c:v>570.4798897135</c:v>
                </c:pt>
              </c:numCache>
            </c:numRef>
          </c:yVal>
        </c:ser>
        <c:ser>
          <c:idx val="11"/>
          <c:order val="11"/>
          <c:tx>
            <c:v>95%-interval Bovenste kwart SES,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544.38465120036</c:v>
                </c:pt>
                <c:pt idx="1">
                  <c:v>557.56150643437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0"/>
          <c:min val="47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519.48489183273</c:v>
                </c:pt>
                <c:pt idx="1">
                  <c:v>512.69578271862</c:v>
                </c:pt>
                <c:pt idx="2">
                  <c:v>518.97905508736</c:v>
                </c:pt>
                <c:pt idx="3">
                  <c:v>510.58175648829</c:v>
                </c:pt>
                <c:pt idx="4">
                  <c:v>519.04312840973</c:v>
                </c:pt>
                <c:pt idx="5">
                  <c:v>514.4220489501</c:v>
                </c:pt>
              </c:numCache>
            </c:numRef>
          </c:yVal>
        </c:ser>
        <c:ser>
          <c:idx val="1"/>
          <c:order val="1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505.77495937144</c:v>
                </c:pt>
                <c:pt idx="1">
                  <c:v>515.38855360515</c:v>
                </c:pt>
              </c:numCache>
            </c:numRef>
          </c:yVal>
        </c:ser>
        <c:ser>
          <c:idx val="2"/>
          <c:order val="2"/>
          <c:tx>
            <c:v>95%-interval Onderste kwart SES, 2003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511.20097803606</c:v>
                </c:pt>
                <c:pt idx="1">
                  <c:v>527.76880562941</c:v>
                </c:pt>
              </c:numCache>
            </c:numRef>
          </c:yVal>
        </c:ser>
        <c:ser>
          <c:idx val="3"/>
          <c:order val="3"/>
          <c:tx>
            <c:v>95%-interval Onderste kwart SES, 2007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507.14635109992</c:v>
                </c:pt>
                <c:pt idx="1">
                  <c:v>518.24521433732</c:v>
                </c:pt>
              </c:numCache>
            </c:numRef>
          </c:yVal>
        </c:ser>
        <c:ser>
          <c:idx val="4"/>
          <c:order val="4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514.74803337188</c:v>
                </c:pt>
                <c:pt idx="1">
                  <c:v>523.21007680284</c:v>
                </c:pt>
              </c:numCache>
            </c:numRef>
          </c:yVal>
        </c:ser>
        <c:ser>
          <c:idx val="5"/>
          <c:order val="5"/>
          <c:tx>
            <c:v>95%-interval Onderste kwart SES, 2019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513.36615790536</c:v>
                </c:pt>
                <c:pt idx="1">
                  <c:v>524.7200989141</c:v>
                </c:pt>
              </c:numCache>
            </c:numRef>
          </c:yVal>
        </c:ser>
        <c:ser>
          <c:idx val="6"/>
          <c:order val="6"/>
          <c:tx>
            <c:v>95%-interval Onderste kwart SES, 2023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507.16963475877</c:v>
                </c:pt>
                <c:pt idx="1">
                  <c:v>521.67446314143</c:v>
                </c:pt>
              </c:numCache>
            </c:numRef>
          </c:yVal>
        </c:ser>
        <c:ser>
          <c:idx val="7"/>
          <c:order val="7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559.2985744588</c:v>
                </c:pt>
                <c:pt idx="1">
                  <c:v>551.06206146216</c:v>
                </c:pt>
                <c:pt idx="2">
                  <c:v>555.41825573067</c:v>
                </c:pt>
                <c:pt idx="3">
                  <c:v>546.63001879858</c:v>
                </c:pt>
                <c:pt idx="4">
                  <c:v>556.88543108617</c:v>
                </c:pt>
                <c:pt idx="5">
                  <c:v>553.3575958449</c:v>
                </c:pt>
              </c:numCache>
            </c:numRef>
          </c:yVal>
        </c:ser>
        <c:ser>
          <c:idx val="8"/>
          <c:order val="8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540.93659723583</c:v>
                </c:pt>
                <c:pt idx="1">
                  <c:v>552.32344036132</c:v>
                </c:pt>
              </c:numCache>
            </c:numRef>
          </c:yVal>
        </c:ser>
        <c:ser>
          <c:idx val="9"/>
          <c:order val="9"/>
          <c:tx>
            <c:v>95%-interval Bovenste kwart SES,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553.71637345363</c:v>
                </c:pt>
                <c:pt idx="1">
                  <c:v>564.88077546396</c:v>
                </c:pt>
              </c:numCache>
            </c:numRef>
          </c:yVal>
        </c:ser>
        <c:ser>
          <c:idx val="10"/>
          <c:order val="10"/>
          <c:tx>
            <c:v>95%-interval Bovenste kwart SES,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543.19086802518</c:v>
                </c:pt>
                <c:pt idx="1">
                  <c:v>558.93325489913</c:v>
                </c:pt>
              </c:numCache>
            </c:numRef>
          </c:yVal>
        </c:ser>
        <c:ser>
          <c:idx val="11"/>
          <c:order val="11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548.57458079854</c:v>
                </c:pt>
                <c:pt idx="1">
                  <c:v>562.26193066281</c:v>
                </c:pt>
              </c:numCache>
            </c:numRef>
          </c:yVal>
        </c:ser>
        <c:ser>
          <c:idx val="12"/>
          <c:order val="12"/>
          <c:tx>
            <c:v>95%-interval Bovenste kwart SES,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551.09603070259</c:v>
                </c:pt>
                <c:pt idx="1">
                  <c:v>562.67483146975</c:v>
                </c:pt>
              </c:numCache>
            </c:numRef>
          </c:yVal>
        </c:ser>
        <c:ser>
          <c:idx val="13"/>
          <c:order val="13"/>
          <c:tx>
            <c:v>95%-interval Bovenste kwart SES,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546.99884726295</c:v>
                </c:pt>
                <c:pt idx="1">
                  <c:v>559.71634442685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80"/>
          <c:min val="5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504.79459345559</c:v>
                </c:pt>
                <c:pt idx="1">
                  <c:v>500.09746617113</c:v>
                </c:pt>
                <c:pt idx="2">
                  <c:v>509.3088525108</c:v>
                </c:pt>
                <c:pt idx="3">
                  <c:v>493.82662259747</c:v>
                </c:pt>
                <c:pt idx="4">
                  <c:v>493.31481540854</c:v>
                </c:pt>
                <c:pt idx="5">
                  <c:v>489.33679842056</c:v>
                </c:pt>
              </c:numCache>
            </c:numRef>
          </c:yVal>
        </c:ser>
        <c:ser>
          <c:idx val="1"/>
          <c:order val="1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486.95486271429</c:v>
                </c:pt>
                <c:pt idx="1">
                  <c:v>500.69838248064</c:v>
                </c:pt>
              </c:numCache>
            </c:numRef>
          </c:yVal>
        </c:ser>
        <c:ser>
          <c:idx val="2"/>
          <c:order val="2"/>
          <c:tx>
            <c:v>95%-interval Onderste kwart SES, 2003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497.4370373816</c:v>
                </c:pt>
                <c:pt idx="1">
                  <c:v>512.15214952958</c:v>
                </c:pt>
              </c:numCache>
            </c:numRef>
          </c:yVal>
        </c:ser>
        <c:ser>
          <c:idx val="3"/>
          <c:order val="3"/>
          <c:tx>
            <c:v>95%-interval Onderste kwart SES, 2007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493.71616850132</c:v>
                </c:pt>
                <c:pt idx="1">
                  <c:v>506.47876384094</c:v>
                </c:pt>
              </c:numCache>
            </c:numRef>
          </c:yVal>
        </c:ser>
        <c:ser>
          <c:idx val="4"/>
          <c:order val="4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502.92370119689</c:v>
                </c:pt>
                <c:pt idx="1">
                  <c:v>515.69400382471</c:v>
                </c:pt>
              </c:numCache>
            </c:numRef>
          </c:yVal>
        </c:ser>
        <c:ser>
          <c:idx val="5"/>
          <c:order val="5"/>
          <c:tx>
            <c:v>95%-interval Onderste kwart SES, 2019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485.95840719972</c:v>
                </c:pt>
                <c:pt idx="1">
                  <c:v>500.67122361736</c:v>
                </c:pt>
              </c:numCache>
            </c:numRef>
          </c:yVal>
        </c:ser>
        <c:ser>
          <c:idx val="6"/>
          <c:order val="6"/>
          <c:tx>
            <c:v>95%-interval Onderste kwart SES, 2023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481.79798890665</c:v>
                </c:pt>
                <c:pt idx="1">
                  <c:v>496.87560793447</c:v>
                </c:pt>
              </c:numCache>
            </c:numRef>
          </c:yVal>
        </c:ser>
        <c:ser>
          <c:idx val="7"/>
          <c:order val="7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541.818748392</c:v>
                </c:pt>
                <c:pt idx="1">
                  <c:v>545.92584241978</c:v>
                </c:pt>
                <c:pt idx="2">
                  <c:v>548.38635608864</c:v>
                </c:pt>
                <c:pt idx="3">
                  <c:v>535.13341589527</c:v>
                </c:pt>
                <c:pt idx="4">
                  <c:v>539.55452144866</c:v>
                </c:pt>
                <c:pt idx="5">
                  <c:v>540.8901088966</c:v>
                </c:pt>
              </c:numCache>
            </c:numRef>
          </c:yVal>
        </c:ser>
        <c:ser>
          <c:idx val="8"/>
          <c:order val="8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528.67760356239</c:v>
                </c:pt>
                <c:pt idx="1">
                  <c:v>541.58922822815</c:v>
                </c:pt>
              </c:numCache>
            </c:numRef>
          </c:yVal>
        </c:ser>
        <c:ser>
          <c:idx val="9"/>
          <c:order val="9"/>
          <c:tx>
            <c:v>95%-interval Bovenste kwart SES,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537.08131990143</c:v>
                </c:pt>
                <c:pt idx="1">
                  <c:v>546.55617688257</c:v>
                </c:pt>
              </c:numCache>
            </c:numRef>
          </c:yVal>
        </c:ser>
        <c:ser>
          <c:idx val="10"/>
          <c:order val="10"/>
          <c:tx>
            <c:v>95%-interval Bovenste kwart SES,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537.83058539442</c:v>
                </c:pt>
                <c:pt idx="1">
                  <c:v>554.02109944513</c:v>
                </c:pt>
              </c:numCache>
            </c:numRef>
          </c:yVal>
        </c:ser>
        <c:ser>
          <c:idx val="11"/>
          <c:order val="11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541.27823077704</c:v>
                </c:pt>
                <c:pt idx="1">
                  <c:v>555.49448140024</c:v>
                </c:pt>
              </c:numCache>
            </c:numRef>
          </c:yVal>
        </c:ser>
        <c:ser>
          <c:idx val="12"/>
          <c:order val="12"/>
          <c:tx>
            <c:v>95%-interval Bovenste kwart SES,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532.27900355126</c:v>
                </c:pt>
                <c:pt idx="1">
                  <c:v>546.83003934606</c:v>
                </c:pt>
              </c:numCache>
            </c:numRef>
          </c:yVal>
        </c:ser>
        <c:ser>
          <c:idx val="13"/>
          <c:order val="13"/>
          <c:tx>
            <c:v>95%-interval Bovenste kwart SES,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533.14665193538</c:v>
                </c:pt>
                <c:pt idx="1">
                  <c:v>548.63356585783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4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Q4 min Q1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33.413088420744</c:v>
                </c:pt>
                <c:pt idx="1">
                  <c:v>42.515893097632</c:v>
                </c:pt>
                <c:pt idx="2">
                  <c:v>34.907970124652</c:v>
                </c:pt>
                <c:pt idx="3">
                  <c:v>43.471540776124</c:v>
                </c:pt>
                <c:pt idx="4">
                  <c:v>48.929530232407</c:v>
                </c:pt>
              </c:numCache>
            </c:numRef>
          </c:yVal>
        </c:ser>
        <c:ser>
          <c:idx val="1"/>
          <c:order val="1"/>
          <c:tx>
            <c:v>95%-interval Q4 min Q1,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26.930286545136</c:v>
                </c:pt>
                <c:pt idx="1">
                  <c:v>39.895890296352</c:v>
                </c:pt>
              </c:numCache>
            </c:numRef>
          </c:yVal>
        </c:ser>
        <c:ser>
          <c:idx val="2"/>
          <c:order val="2"/>
          <c:tx>
            <c:v>95%-interval Q4 min Q1,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36.920797238111</c:v>
                </c:pt>
                <c:pt idx="1">
                  <c:v>48.110988957152</c:v>
                </c:pt>
              </c:numCache>
            </c:numRef>
          </c:yVal>
        </c:ser>
        <c:ser>
          <c:idx val="3"/>
          <c:order val="3"/>
          <c:tx>
            <c:v>95%-interval Q4 min Q1,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30.029081908921</c:v>
                </c:pt>
                <c:pt idx="1">
                  <c:v>39.786858340384</c:v>
                </c:pt>
              </c:numCache>
            </c:numRef>
          </c:yVal>
        </c:ser>
        <c:ser>
          <c:idx val="4"/>
          <c:order val="4"/>
          <c:tx>
            <c:v>95%-interval Q4 min Q1, 2016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37.515937821375</c:v>
                </c:pt>
                <c:pt idx="1">
                  <c:v>49.427143730872</c:v>
                </c:pt>
              </c:numCache>
            </c:numRef>
          </c:yVal>
        </c:ser>
        <c:ser>
          <c:idx val="5"/>
          <c:order val="5"/>
          <c:tx>
            <c:v>95%-interval Q4 min Q1, 2021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39.750924294961</c:v>
                </c:pt>
                <c:pt idx="1">
                  <c:v>58.108136169853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"/>
          <c:min val="2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Q4 min Q1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39.813682626064</c:v>
                </c:pt>
                <c:pt idx="1">
                  <c:v>38.366278743539</c:v>
                </c:pt>
                <c:pt idx="2">
                  <c:v>36.439200643313</c:v>
                </c:pt>
                <c:pt idx="3">
                  <c:v>36.048262310284</c:v>
                </c:pt>
                <c:pt idx="4">
                  <c:v>37.842302676443</c:v>
                </c:pt>
                <c:pt idx="5">
                  <c:v>38.9355468948</c:v>
                </c:pt>
              </c:numCache>
            </c:numRef>
          </c:yVal>
        </c:ser>
        <c:ser>
          <c:idx val="1"/>
          <c:order val="1"/>
          <c:tx>
            <c:v>95%-interval Q4 min Q1,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28.459568169481</c:v>
                </c:pt>
                <c:pt idx="1">
                  <c:v>43.636956451087</c:v>
                </c:pt>
              </c:numCache>
            </c:numRef>
          </c:yVal>
        </c:ser>
        <c:ser>
          <c:idx val="2"/>
          <c:order val="2"/>
          <c:tx>
            <c:v>95%-interval Q4 min Q1,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30.41961038312</c:v>
                </c:pt>
                <c:pt idx="1">
                  <c:v>49.207754869008</c:v>
                </c:pt>
              </c:numCache>
            </c:numRef>
          </c:yVal>
        </c:ser>
        <c:ser>
          <c:idx val="3"/>
          <c:order val="3"/>
          <c:tx>
            <c:v>95%-interval Q4 min Q1,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29.662536109324</c:v>
                </c:pt>
                <c:pt idx="1">
                  <c:v>47.070021377753</c:v>
                </c:pt>
              </c:numCache>
            </c:numRef>
          </c:yVal>
        </c:ser>
        <c:ser>
          <c:idx val="4"/>
          <c:order val="4"/>
          <c:tx>
            <c:v>95%-interval Q4 min Q1,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27.987823989516</c:v>
                </c:pt>
                <c:pt idx="1">
                  <c:v>44.890577297111</c:v>
                </c:pt>
              </c:numCache>
            </c:numRef>
          </c:yVal>
        </c:ser>
        <c:ser>
          <c:idx val="5"/>
          <c:order val="5"/>
          <c:tx>
            <c:v>95%-interval Q4 min Q1,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31.18631395604</c:v>
                </c:pt>
                <c:pt idx="1">
                  <c:v>44.498291396847</c:v>
                </c:pt>
              </c:numCache>
            </c:numRef>
          </c:yVal>
        </c:ser>
        <c:ser>
          <c:idx val="6"/>
          <c:order val="6"/>
          <c:tx>
            <c:v>95%-interval Q4 min Q1,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30.017340084704</c:v>
                </c:pt>
                <c:pt idx="1">
                  <c:v>47.853753704897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"/>
          <c:min val="2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Q4 min Q1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37.024154936407</c:v>
                </c:pt>
                <c:pt idx="1">
                  <c:v>45.828376248648</c:v>
                </c:pt>
                <c:pt idx="2">
                  <c:v>39.077503577839</c:v>
                </c:pt>
                <c:pt idx="3">
                  <c:v>41.306793297804</c:v>
                </c:pt>
                <c:pt idx="4">
                  <c:v>46.23970604012</c:v>
                </c:pt>
                <c:pt idx="5">
                  <c:v>51.553310476045</c:v>
                </c:pt>
              </c:numCache>
            </c:numRef>
          </c:yVal>
        </c:ser>
        <c:ser>
          <c:idx val="1"/>
          <c:order val="1"/>
          <c:tx>
            <c:v>95%-interval Q4 min Q1,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33.004724434077</c:v>
                </c:pt>
                <c:pt idx="1">
                  <c:v>49.608862161532</c:v>
                </c:pt>
              </c:numCache>
            </c:numRef>
          </c:yVal>
        </c:ser>
        <c:ser>
          <c:idx val="2"/>
          <c:order val="2"/>
          <c:tx>
            <c:v>95%-interval Q4 min Q1,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29.225173192778</c:v>
                </c:pt>
                <c:pt idx="1">
                  <c:v>44.823136680036</c:v>
                </c:pt>
              </c:numCache>
            </c:numRef>
          </c:yVal>
        </c:ser>
        <c:ser>
          <c:idx val="3"/>
          <c:order val="3"/>
          <c:tx>
            <c:v>95%-interval Q4 min Q1,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37.502252381037</c:v>
                </c:pt>
                <c:pt idx="1">
                  <c:v>54.154500116258</c:v>
                </c:pt>
              </c:numCache>
            </c:numRef>
          </c:yVal>
        </c:ser>
        <c:ser>
          <c:idx val="4"/>
          <c:order val="4"/>
          <c:tx>
            <c:v>95%-interval Q4 min Q1,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31.069364172033</c:v>
                </c:pt>
                <c:pt idx="1">
                  <c:v>47.085642983644</c:v>
                </c:pt>
              </c:numCache>
            </c:numRef>
          </c:yVal>
        </c:ser>
        <c:ser>
          <c:idx val="5"/>
          <c:order val="5"/>
          <c:tx>
            <c:v>95%-interval Q4 min Q1,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37.369247436942</c:v>
                </c:pt>
                <c:pt idx="1">
                  <c:v>55.110164643297</c:v>
                </c:pt>
              </c:numCache>
            </c:numRef>
          </c:yVal>
        </c:ser>
        <c:ser>
          <c:idx val="6"/>
          <c:order val="6"/>
          <c:tx>
            <c:v>95%-interval Q4 min Q1,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43.465448425183</c:v>
                </c:pt>
                <c:pt idx="1">
                  <c:v>59.641172526906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70"/>
          <c:min val="2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13.283478837709</c:v>
                </c:pt>
                <c:pt idx="1">
                  <c:v>15.545985630197</c:v>
                </c:pt>
                <c:pt idx="2">
                  <c:v>15.034589739685</c:v>
                </c:pt>
                <c:pt idx="3">
                  <c:v>21.074441829771</c:v>
                </c:pt>
                <c:pt idx="4">
                  <c:v>32.453907636196</c:v>
                </c:pt>
              </c:numCache>
            </c:numRef>
          </c:yVal>
        </c:ser>
        <c:ser>
          <c:idx val="1"/>
          <c:order val="1"/>
          <c:tx>
            <c:v>95%-interval Onderste kwart SES, 2001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9.6874853800687</c:v>
                </c:pt>
                <c:pt idx="1">
                  <c:v>16.879472295349</c:v>
                </c:pt>
              </c:numCache>
            </c:numRef>
          </c:yVal>
        </c:ser>
        <c:ser>
          <c:idx val="2"/>
          <c:order val="2"/>
          <c:tx>
            <c:v>95%-interval Onderste kwart SES, 2006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12.335499637693</c:v>
                </c:pt>
                <c:pt idx="1">
                  <c:v>18.7564716227</c:v>
                </c:pt>
              </c:numCache>
            </c:numRef>
          </c:yVal>
        </c:ser>
        <c:ser>
          <c:idx val="3"/>
          <c:order val="3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11.987077239624</c:v>
                </c:pt>
                <c:pt idx="1">
                  <c:v>18.082102239746</c:v>
                </c:pt>
              </c:numCache>
            </c:numRef>
          </c:yVal>
        </c:ser>
        <c:ser>
          <c:idx val="4"/>
          <c:order val="4"/>
          <c:tx>
            <c:v>95%-interval Onderste kwart SES, 2016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18.258310505482</c:v>
                </c:pt>
                <c:pt idx="1">
                  <c:v>23.890573154059</c:v>
                </c:pt>
              </c:numCache>
            </c:numRef>
          </c:yVal>
        </c:ser>
        <c:ser>
          <c:idx val="5"/>
          <c:order val="5"/>
          <c:tx>
            <c:v>95%-interval Onderste kwart SES, 2021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27.928313486213</c:v>
                </c:pt>
                <c:pt idx="1">
                  <c:v>36.97950178618</c:v>
                </c:pt>
              </c:numCache>
            </c:numRef>
          </c:yVal>
        </c:ser>
        <c:ser>
          <c:idx val="6"/>
          <c:order val="6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4.4867277192334</c:v>
                </c:pt>
                <c:pt idx="1">
                  <c:v>4.3154186080514</c:v>
                </c:pt>
                <c:pt idx="2">
                  <c:v>6.1150575355978</c:v>
                </c:pt>
                <c:pt idx="3">
                  <c:v>6.1224167619026</c:v>
                </c:pt>
                <c:pt idx="4">
                  <c:v>11.678520920254</c:v>
                </c:pt>
              </c:numCache>
            </c:numRef>
          </c:yVal>
        </c:ser>
        <c:ser>
          <c:idx val="7"/>
          <c:order val="7"/>
          <c:tx>
            <c:v>95%-interval Bovenste kwart SES,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2.7323383240385</c:v>
                </c:pt>
                <c:pt idx="1">
                  <c:v>6.2411171144283</c:v>
                </c:pt>
              </c:numCache>
            </c:numRef>
          </c:yVal>
        </c:ser>
        <c:ser>
          <c:idx val="8"/>
          <c:order val="8"/>
          <c:tx>
            <c:v>95%-interval Bovenste kwart SES,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2.3582929686611</c:v>
                </c:pt>
                <c:pt idx="1">
                  <c:v>6.2725442474417</c:v>
                </c:pt>
              </c:numCache>
            </c:numRef>
          </c:yVal>
        </c:ser>
        <c:ser>
          <c:idx val="9"/>
          <c:order val="9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4.1028539311627</c:v>
                </c:pt>
                <c:pt idx="1">
                  <c:v>8.1272611400329</c:v>
                </c:pt>
              </c:numCache>
            </c:numRef>
          </c:yVal>
        </c:ser>
        <c:ser>
          <c:idx val="10"/>
          <c:order val="10"/>
          <c:tx>
            <c:v>95%-interval Bovenste kwart SES,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3.8037675853539</c:v>
                </c:pt>
                <c:pt idx="1">
                  <c:v>8.4410659384513</c:v>
                </c:pt>
              </c:numCache>
            </c:numRef>
          </c:yVal>
        </c:ser>
        <c:ser>
          <c:idx val="11"/>
          <c:order val="11"/>
          <c:tx>
            <c:v>95%-interval Bovenste kwart SES,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8.0408878054683</c:v>
                </c:pt>
                <c:pt idx="1">
                  <c:v>15.316154035039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19.55864806058</c:v>
                </c:pt>
                <c:pt idx="1">
                  <c:v>25.432425363521</c:v>
                </c:pt>
                <c:pt idx="2">
                  <c:v>19.615493600614</c:v>
                </c:pt>
                <c:pt idx="3">
                  <c:v>26.334638278591</c:v>
                </c:pt>
                <c:pt idx="4">
                  <c:v>22.3389743815</c:v>
                </c:pt>
                <c:pt idx="5">
                  <c:v>25.841124361211</c:v>
                </c:pt>
              </c:numCache>
            </c:numRef>
          </c:yVal>
        </c:ser>
        <c:ser>
          <c:idx val="1"/>
          <c:order val="1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22.549024227055</c:v>
                </c:pt>
                <c:pt idx="1">
                  <c:v>30.120252330127</c:v>
                </c:pt>
              </c:numCache>
            </c:numRef>
          </c:yVal>
        </c:ser>
        <c:ser>
          <c:idx val="2"/>
          <c:order val="2"/>
          <c:tx>
            <c:v>95%-interval Onderste kwart SES, 2003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13.917536282648</c:v>
                </c:pt>
                <c:pt idx="1">
                  <c:v>25.199759838511</c:v>
                </c:pt>
              </c:numCache>
            </c:numRef>
          </c:yVal>
        </c:ser>
        <c:ser>
          <c:idx val="3"/>
          <c:order val="3"/>
          <c:tx>
            <c:v>95%-interval Onderste kwart SES, 2007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20.637675601036</c:v>
                </c:pt>
                <c:pt idx="1">
                  <c:v>30.227175126006</c:v>
                </c:pt>
              </c:numCache>
            </c:numRef>
          </c:yVal>
        </c:ser>
        <c:ser>
          <c:idx val="4"/>
          <c:order val="4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16.116769480972</c:v>
                </c:pt>
                <c:pt idx="1">
                  <c:v>23.114217720256</c:v>
                </c:pt>
              </c:numCache>
            </c:numRef>
          </c:yVal>
        </c:ser>
        <c:ser>
          <c:idx val="5"/>
          <c:order val="5"/>
          <c:tx>
            <c:v>95%-interval Onderste kwart SES, 2019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18.370891625467</c:v>
                </c:pt>
                <c:pt idx="1">
                  <c:v>26.307057137532</c:v>
                </c:pt>
              </c:numCache>
            </c:numRef>
          </c:yVal>
        </c:ser>
        <c:ser>
          <c:idx val="6"/>
          <c:order val="6"/>
          <c:tx>
            <c:v>95%-interval Onderste kwart SES, 2023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20.491506027647</c:v>
                </c:pt>
                <c:pt idx="1">
                  <c:v>31.190742694775</c:v>
                </c:pt>
              </c:numCache>
            </c:numRef>
          </c:yVal>
        </c:ser>
        <c:ser>
          <c:idx val="7"/>
          <c:order val="7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6.124258760685</c:v>
                </c:pt>
                <c:pt idx="1">
                  <c:v>10.854853433925</c:v>
                </c:pt>
                <c:pt idx="2">
                  <c:v>6.6082912317615</c:v>
                </c:pt>
                <c:pt idx="3">
                  <c:v>9.2531580656773</c:v>
                </c:pt>
                <c:pt idx="4">
                  <c:v>9.1126619121797</c:v>
                </c:pt>
                <c:pt idx="5">
                  <c:v>11.669988168484</c:v>
                </c:pt>
              </c:numCache>
            </c:numRef>
          </c:yVal>
        </c:ser>
        <c:ser>
          <c:idx val="8"/>
          <c:order val="8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6.3926708138541</c:v>
                </c:pt>
                <c:pt idx="1">
                  <c:v>12.1136453175</c:v>
                </c:pt>
              </c:numCache>
            </c:numRef>
          </c:yVal>
        </c:ser>
        <c:ser>
          <c:idx val="9"/>
          <c:order val="9"/>
          <c:tx>
            <c:v>95%-interval Bovenste kwart SES,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3.8943798057336</c:v>
                </c:pt>
                <c:pt idx="1">
                  <c:v>8.3541377156364</c:v>
                </c:pt>
              </c:numCache>
            </c:numRef>
          </c:yVal>
        </c:ser>
        <c:ser>
          <c:idx val="10"/>
          <c:order val="10"/>
          <c:tx>
            <c:v>95%-interval Bovenste kwart SES,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7.484293554163</c:v>
                </c:pt>
                <c:pt idx="1">
                  <c:v>14.225413313688</c:v>
                </c:pt>
              </c:numCache>
            </c:numRef>
          </c:yVal>
        </c:ser>
        <c:ser>
          <c:idx val="11"/>
          <c:order val="11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3.7495328169495</c:v>
                </c:pt>
                <c:pt idx="1">
                  <c:v>9.4670496465735</c:v>
                </c:pt>
              </c:numCache>
            </c:numRef>
          </c:yVal>
        </c:ser>
        <c:ser>
          <c:idx val="12"/>
          <c:order val="12"/>
          <c:tx>
            <c:v>95%-interval Bovenste kwart SES,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6.5223726485513</c:v>
                </c:pt>
                <c:pt idx="1">
                  <c:v>11.702951175808</c:v>
                </c:pt>
              </c:numCache>
            </c:numRef>
          </c:yVal>
        </c:ser>
        <c:ser>
          <c:idx val="13"/>
          <c:order val="13"/>
          <c:tx>
            <c:v>95%-interval Bovenste kwart SES,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8.1291009381518</c:v>
                </c:pt>
                <c:pt idx="1">
                  <c:v>15.210875398816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28.79354523014</c:v>
                </c:pt>
                <c:pt idx="1">
                  <c:v>32.488531889002</c:v>
                </c:pt>
                <c:pt idx="2">
                  <c:v>24.196457134013</c:v>
                </c:pt>
                <c:pt idx="3">
                  <c:v>36.684086376166</c:v>
                </c:pt>
                <c:pt idx="4">
                  <c:v>35.724216518088</c:v>
                </c:pt>
                <c:pt idx="5">
                  <c:v>39.901298387258</c:v>
                </c:pt>
              </c:numCache>
            </c:numRef>
          </c:yVal>
        </c:ser>
        <c:ser>
          <c:idx val="1"/>
          <c:order val="1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32.246504107248</c:v>
                </c:pt>
                <c:pt idx="1">
                  <c:v>41.121668645084</c:v>
                </c:pt>
              </c:numCache>
            </c:numRef>
          </c:yVal>
        </c:ser>
        <c:ser>
          <c:idx val="2"/>
          <c:order val="2"/>
          <c:tx>
            <c:v>95%-interval Onderste kwart SES, 2003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23.763840841409</c:v>
                </c:pt>
                <c:pt idx="1">
                  <c:v>33.823249618871</c:v>
                </c:pt>
              </c:numCache>
            </c:numRef>
          </c:yVal>
        </c:ser>
        <c:ser>
          <c:idx val="3"/>
          <c:order val="3"/>
          <c:tx>
            <c:v>95%-interval Onderste kwart SES, 2007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28.419299726155</c:v>
                </c:pt>
                <c:pt idx="1">
                  <c:v>36.557764051849</c:v>
                </c:pt>
              </c:numCache>
            </c:numRef>
          </c:yVal>
        </c:ser>
        <c:ser>
          <c:idx val="4"/>
          <c:order val="4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19.680092908159</c:v>
                </c:pt>
                <c:pt idx="1">
                  <c:v>28.712821359867</c:v>
                </c:pt>
              </c:numCache>
            </c:numRef>
          </c:yVal>
        </c:ser>
        <c:ser>
          <c:idx val="5"/>
          <c:order val="5"/>
          <c:tx>
            <c:v>95%-interval Onderste kwart SES, 2019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30.199756709689</c:v>
                </c:pt>
                <c:pt idx="1">
                  <c:v>41.248676326487</c:v>
                </c:pt>
              </c:numCache>
            </c:numRef>
          </c:yVal>
        </c:ser>
        <c:ser>
          <c:idx val="6"/>
          <c:order val="6"/>
          <c:tx>
            <c:v>95%-interval Onderste kwart SES, 2023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35.067768390996</c:v>
                </c:pt>
                <c:pt idx="1">
                  <c:v>44.73482838352</c:v>
                </c:pt>
              </c:numCache>
            </c:numRef>
          </c:yVal>
        </c:ser>
        <c:ser>
          <c:idx val="7"/>
          <c:order val="7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8.9388213552289</c:v>
                </c:pt>
                <c:pt idx="1">
                  <c:v>12.583528916877</c:v>
                </c:pt>
                <c:pt idx="2">
                  <c:v>7.8905792925303</c:v>
                </c:pt>
                <c:pt idx="3">
                  <c:v>14.772989670192</c:v>
                </c:pt>
                <c:pt idx="4">
                  <c:v>15.480219778791</c:v>
                </c:pt>
                <c:pt idx="5">
                  <c:v>15.069157231072</c:v>
                </c:pt>
              </c:numCache>
            </c:numRef>
          </c:yVal>
        </c:ser>
        <c:ser>
          <c:idx val="8"/>
          <c:order val="8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11.324258443501</c:v>
                </c:pt>
                <c:pt idx="1">
                  <c:v>18.221720896884</c:v>
                </c:pt>
              </c:numCache>
            </c:numRef>
          </c:yVal>
        </c:ser>
        <c:ser>
          <c:idx val="9"/>
          <c:order val="9"/>
          <c:tx>
            <c:v>95%-interval Bovenste kwart SES,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6.4977214764825</c:v>
                </c:pt>
                <c:pt idx="1">
                  <c:v>11.379921233975</c:v>
                </c:pt>
              </c:numCache>
            </c:numRef>
          </c:yVal>
        </c:ser>
        <c:ser>
          <c:idx val="10"/>
          <c:order val="10"/>
          <c:tx>
            <c:v>95%-interval Bovenste kwart SES,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9.229204456843</c:v>
                </c:pt>
                <c:pt idx="1">
                  <c:v>15.937853376912</c:v>
                </c:pt>
              </c:numCache>
            </c:numRef>
          </c:yVal>
        </c:ser>
        <c:ser>
          <c:idx val="11"/>
          <c:order val="11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4.3119659394343</c:v>
                </c:pt>
                <c:pt idx="1">
                  <c:v>11.469192645626</c:v>
                </c:pt>
              </c:numCache>
            </c:numRef>
          </c:yVal>
        </c:ser>
        <c:ser>
          <c:idx val="12"/>
          <c:order val="12"/>
          <c:tx>
            <c:v>95%-interval Bovenste kwart SES,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11.635720274887</c:v>
                </c:pt>
                <c:pt idx="1">
                  <c:v>19.324719282695</c:v>
                </c:pt>
              </c:numCache>
            </c:numRef>
          </c:yVal>
        </c:ser>
        <c:ser>
          <c:idx val="13"/>
          <c:order val="13"/>
          <c:tx>
            <c:v>95%-interval Bovenste kwart SES,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11.21366953348</c:v>
                </c:pt>
                <c:pt idx="1">
                  <c:v>18.924644928663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463.41757793764</c:v>
                </c:pt>
                <c:pt idx="1">
                  <c:v>449.43268410665</c:v>
                </c:pt>
                <c:pt idx="2">
                  <c:v>417.68927365962</c:v>
                </c:pt>
                <c:pt idx="3">
                  <c:v>401.99200758969</c:v>
                </c:pt>
              </c:numCache>
            </c:numRef>
          </c:yVal>
        </c:ser>
        <c:ser>
          <c:idx val="1"/>
          <c:order val="1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392.45502767563</c:v>
                </c:pt>
                <c:pt idx="1">
                  <c:v>411.52898750375</c:v>
                </c:pt>
              </c:numCache>
            </c:numRef>
          </c:yVal>
        </c:ser>
        <c:ser>
          <c:idx val="2"/>
          <c:order val="2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454.21149492032</c:v>
                </c:pt>
                <c:pt idx="1">
                  <c:v>472.62366095497</c:v>
                </c:pt>
              </c:numCache>
            </c:numRef>
          </c:yVal>
        </c:ser>
        <c:ser>
          <c:idx val="3"/>
          <c:order val="3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440.08002809553</c:v>
                </c:pt>
                <c:pt idx="1">
                  <c:v>458.78534011776</c:v>
                </c:pt>
              </c:numCache>
            </c:numRef>
          </c:yVal>
        </c:ser>
        <c:ser>
          <c:idx val="4"/>
          <c:order val="4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406.37722226586</c:v>
                </c:pt>
                <c:pt idx="1">
                  <c:v>429.00132505338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547.17365532652</c:v>
                </c:pt>
                <c:pt idx="1">
                  <c:v>527.9890846813</c:v>
                </c:pt>
                <c:pt idx="2">
                  <c:v>510.81374511403</c:v>
                </c:pt>
                <c:pt idx="3">
                  <c:v>499.50667457888</c:v>
                </c:pt>
              </c:numCache>
            </c:numRef>
          </c:yVal>
        </c:ser>
        <c:ser>
          <c:idx val="6"/>
          <c:order val="6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491.30481481491</c:v>
                </c:pt>
                <c:pt idx="1">
                  <c:v>507.70853434285</c:v>
                </c:pt>
              </c:numCache>
            </c:numRef>
          </c:yVal>
        </c:ser>
        <c:ser>
          <c:idx val="7"/>
          <c:order val="7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539.95233950727</c:v>
                </c:pt>
                <c:pt idx="1">
                  <c:v>554.39497114576</c:v>
                </c:pt>
              </c:numCache>
            </c:numRef>
          </c:yVal>
        </c:ser>
        <c:ser>
          <c:idx val="8"/>
          <c:order val="8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519.8662014885</c:v>
                </c:pt>
                <c:pt idx="1">
                  <c:v>536.11196787409</c:v>
                </c:pt>
              </c:numCache>
            </c:numRef>
          </c:yVal>
        </c:ser>
        <c:ser>
          <c:idx val="9"/>
          <c:order val="9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500.83841481558</c:v>
                </c:pt>
                <c:pt idx="1">
                  <c:v>520.78907541249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0"/>
          <c:min val="3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475.96194413507</c:v>
                </c:pt>
                <c:pt idx="1">
                  <c:v>481.48755617317</c:v>
                </c:pt>
                <c:pt idx="2">
                  <c:v>449.86104020277</c:v>
                </c:pt>
                <c:pt idx="3">
                  <c:v>439.45023556256</c:v>
                </c:pt>
              </c:numCache>
            </c:numRef>
          </c:yVal>
        </c:ser>
        <c:ser>
          <c:idx val="1"/>
          <c:order val="1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430.05583292745</c:v>
                </c:pt>
                <c:pt idx="1">
                  <c:v>448.84463819767</c:v>
                </c:pt>
              </c:numCache>
            </c:numRef>
          </c:yVal>
        </c:ser>
        <c:ser>
          <c:idx val="2"/>
          <c:order val="2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467.49154469876</c:v>
                </c:pt>
                <c:pt idx="1">
                  <c:v>484.43234357137</c:v>
                </c:pt>
              </c:numCache>
            </c:numRef>
          </c:yVal>
        </c:ser>
        <c:ser>
          <c:idx val="3"/>
          <c:order val="3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472.2135031569</c:v>
                </c:pt>
                <c:pt idx="1">
                  <c:v>490.76160918944</c:v>
                </c:pt>
              </c:numCache>
            </c:numRef>
          </c:yVal>
        </c:ser>
        <c:ser>
          <c:idx val="4"/>
          <c:order val="4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439.72596958588</c:v>
                </c:pt>
                <c:pt idx="1">
                  <c:v>459.99611081966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552.13835202564</c:v>
                </c:pt>
                <c:pt idx="1">
                  <c:v>562.4626254508</c:v>
                </c:pt>
                <c:pt idx="2">
                  <c:v>546.38661905118</c:v>
                </c:pt>
                <c:pt idx="3">
                  <c:v>544.29029319636</c:v>
                </c:pt>
              </c:numCache>
            </c:numRef>
          </c:yVal>
        </c:ser>
        <c:ser>
          <c:idx val="6"/>
          <c:order val="6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535.79335786128</c:v>
                </c:pt>
                <c:pt idx="1">
                  <c:v>552.78722853144</c:v>
                </c:pt>
              </c:numCache>
            </c:numRef>
          </c:yVal>
        </c:ser>
        <c:ser>
          <c:idx val="7"/>
          <c:order val="7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544.77598966954</c:v>
                </c:pt>
                <c:pt idx="1">
                  <c:v>559.50071438175</c:v>
                </c:pt>
              </c:numCache>
            </c:numRef>
          </c:yVal>
        </c:ser>
        <c:ser>
          <c:idx val="8"/>
          <c:order val="8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554.65778522243</c:v>
                </c:pt>
                <c:pt idx="1">
                  <c:v>570.26746567916</c:v>
                </c:pt>
              </c:numCache>
            </c:numRef>
          </c:yVal>
        </c:ser>
        <c:ser>
          <c:idx val="9"/>
          <c:order val="9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538.0786350547</c:v>
                </c:pt>
                <c:pt idx="1">
                  <c:v>554.69460304766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464.97651788946</c:v>
                </c:pt>
                <c:pt idx="1">
                  <c:v>462.03337012098</c:v>
                </c:pt>
                <c:pt idx="2">
                  <c:v>443.39566862687</c:v>
                </c:pt>
                <c:pt idx="3">
                  <c:v>439.19915682552</c:v>
                </c:pt>
              </c:numCache>
            </c:numRef>
          </c:yVal>
        </c:ser>
        <c:ser>
          <c:idx val="1"/>
          <c:order val="1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429.07889022301</c:v>
                </c:pt>
                <c:pt idx="1">
                  <c:v>449.31942342803</c:v>
                </c:pt>
              </c:numCache>
            </c:numRef>
          </c:yVal>
        </c:ser>
        <c:ser>
          <c:idx val="2"/>
          <c:order val="2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456.39468955023</c:v>
                </c:pt>
                <c:pt idx="1">
                  <c:v>473.5583462287</c:v>
                </c:pt>
              </c:numCache>
            </c:numRef>
          </c:yVal>
        </c:ser>
        <c:ser>
          <c:idx val="3"/>
          <c:order val="3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451.88670203716</c:v>
                </c:pt>
                <c:pt idx="1">
                  <c:v>472.1800382048</c:v>
                </c:pt>
              </c:numCache>
            </c:numRef>
          </c:yVal>
        </c:ser>
        <c:ser>
          <c:idx val="4"/>
          <c:order val="4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432.3051343066</c:v>
                </c:pt>
                <c:pt idx="1">
                  <c:v>454.48620294713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554.20911810558</c:v>
                </c:pt>
                <c:pt idx="1">
                  <c:v>551.59870019626</c:v>
                </c:pt>
                <c:pt idx="2">
                  <c:v>543.42148243412</c:v>
                </c:pt>
                <c:pt idx="3">
                  <c:v>548.83567335429</c:v>
                </c:pt>
              </c:numCache>
            </c:numRef>
          </c:yVal>
        </c:ser>
        <c:ser>
          <c:idx val="6"/>
          <c:order val="6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540.83077969713</c:v>
                </c:pt>
                <c:pt idx="1">
                  <c:v>556.84056701146</c:v>
                </c:pt>
              </c:numCache>
            </c:numRef>
          </c:yVal>
        </c:ser>
        <c:ser>
          <c:idx val="7"/>
          <c:order val="7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546.87428264254</c:v>
                </c:pt>
                <c:pt idx="1">
                  <c:v>561.54395356863</c:v>
                </c:pt>
              </c:numCache>
            </c:numRef>
          </c:yVal>
        </c:ser>
        <c:ser>
          <c:idx val="8"/>
          <c:order val="8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543.54033654398</c:v>
                </c:pt>
                <c:pt idx="1">
                  <c:v>559.65706384854</c:v>
                </c:pt>
              </c:numCache>
            </c:numRef>
          </c:yVal>
        </c:ser>
        <c:ser>
          <c:idx val="9"/>
          <c:order val="9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534.17575628403</c:v>
                </c:pt>
                <c:pt idx="1">
                  <c:v>552.6672085842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Q4 min Q1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83.756077388871</c:v>
                </c:pt>
                <c:pt idx="1">
                  <c:v>78.556400574648</c:v>
                </c:pt>
                <c:pt idx="2">
                  <c:v>93.124471454416</c:v>
                </c:pt>
                <c:pt idx="3">
                  <c:v>97.514666989186</c:v>
                </c:pt>
              </c:numCache>
            </c:numRef>
          </c:yVal>
        </c:ser>
        <c:ser>
          <c:idx val="1"/>
          <c:order val="1"/>
          <c:tx>
            <c:v>95%-interval Q4 min Q1,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85.132265195291</c:v>
                </c:pt>
                <c:pt idx="1">
                  <c:v>109.89706878308</c:v>
                </c:pt>
              </c:numCache>
            </c:numRef>
          </c:yVal>
        </c:ser>
        <c:ser>
          <c:idx val="2"/>
          <c:order val="2"/>
          <c:tx>
            <c:v>95%-interval Q4 min Q1,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71.620658651031</c:v>
                </c:pt>
                <c:pt idx="1">
                  <c:v>95.891496126711</c:v>
                </c:pt>
              </c:numCache>
            </c:numRef>
          </c:yVal>
        </c:ser>
        <c:ser>
          <c:idx val="3"/>
          <c:order val="3"/>
          <c:tx>
            <c:v>95%-interval Q4 min Q1,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67.028255477456</c:v>
                </c:pt>
                <c:pt idx="1">
                  <c:v>90.08454567184</c:v>
                </c:pt>
              </c:numCache>
            </c:numRef>
          </c:yVal>
        </c:ser>
        <c:ser>
          <c:idx val="4"/>
          <c:order val="4"/>
          <c:tx>
            <c:v>95%-interval Q4 min Q1,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79.22298451485</c:v>
                </c:pt>
                <c:pt idx="1">
                  <c:v>107.02595839398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20"/>
          <c:min val="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Q4 min Q1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76.176407890579</c:v>
                </c:pt>
                <c:pt idx="1">
                  <c:v>80.975069277633</c:v>
                </c:pt>
                <c:pt idx="2">
                  <c:v>96.525578848405</c:v>
                </c:pt>
                <c:pt idx="3">
                  <c:v>104.8400576338</c:v>
                </c:pt>
              </c:numCache>
            </c:numRef>
          </c:yVal>
        </c:ser>
        <c:ser>
          <c:idx val="1"/>
          <c:order val="1"/>
          <c:tx>
            <c:v>95%-interval Q4 min Q1,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92.268688641279</c:v>
                </c:pt>
                <c:pt idx="1">
                  <c:v>117.41142662633</c:v>
                </c:pt>
              </c:numCache>
            </c:numRef>
          </c:yVal>
        </c:ser>
        <c:ser>
          <c:idx val="2"/>
          <c:order val="2"/>
          <c:tx>
            <c:v>95%-interval Q4 min Q1,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64.4025744891</c:v>
                </c:pt>
                <c:pt idx="1">
                  <c:v>87.950241292058</c:v>
                </c:pt>
              </c:numCache>
            </c:numRef>
          </c:yVal>
        </c:ser>
        <c:ser>
          <c:idx val="3"/>
          <c:order val="3"/>
          <c:tx>
            <c:v>95%-interval Q4 min Q1,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69.675019422337</c:v>
                </c:pt>
                <c:pt idx="1">
                  <c:v>92.275119132929</c:v>
                </c:pt>
              </c:numCache>
            </c:numRef>
          </c:yVal>
        </c:ser>
        <c:ser>
          <c:idx val="4"/>
          <c:order val="4"/>
          <c:tx>
            <c:v>95%-interval Q4 min Q1,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83.76506181384</c:v>
                </c:pt>
                <c:pt idx="1">
                  <c:v>109.28609588297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20"/>
          <c:min val="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Q4 min Q1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89.232600216117</c:v>
                </c:pt>
                <c:pt idx="1">
                  <c:v>89.565330075286</c:v>
                </c:pt>
                <c:pt idx="2">
                  <c:v>100.02581380725</c:v>
                </c:pt>
                <c:pt idx="3">
                  <c:v>109.63651652878</c:v>
                </c:pt>
              </c:numCache>
            </c:numRef>
          </c:yVal>
        </c:ser>
        <c:ser>
          <c:idx val="1"/>
          <c:order val="1"/>
          <c:tx>
            <c:v>95%-interval Q4 min Q1,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96.95448115485</c:v>
                </c:pt>
                <c:pt idx="1">
                  <c:v>122.3185519027</c:v>
                </c:pt>
              </c:numCache>
            </c:numRef>
          </c:yVal>
        </c:ser>
        <c:ser>
          <c:idx val="2"/>
          <c:order val="2"/>
          <c:tx>
            <c:v>95%-interval Q4 min Q1,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77.481571071118</c:v>
                </c:pt>
                <c:pt idx="1">
                  <c:v>100.98362936112</c:v>
                </c:pt>
              </c:numCache>
            </c:numRef>
          </c:yVal>
        </c:ser>
        <c:ser>
          <c:idx val="3"/>
          <c:order val="3"/>
          <c:tx>
            <c:v>95%-interval Q4 min Q1,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77.769313425588</c:v>
                </c:pt>
                <c:pt idx="1">
                  <c:v>101.36134672498</c:v>
                </c:pt>
              </c:numCache>
            </c:numRef>
          </c:yVal>
        </c:ser>
        <c:ser>
          <c:idx val="4"/>
          <c:order val="4"/>
          <c:tx>
            <c:v>95%-interval Q4 min Q1,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86.435708185925</c:v>
                </c:pt>
                <c:pt idx="1">
                  <c:v>113.61591942858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40"/>
          <c:min val="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28.367545956989</c:v>
                </c:pt>
                <c:pt idx="1">
                  <c:v>34.052669706219</c:v>
                </c:pt>
                <c:pt idx="2">
                  <c:v>49.144113831785</c:v>
                </c:pt>
                <c:pt idx="3">
                  <c:v>53.543136113391</c:v>
                </c:pt>
              </c:numCache>
            </c:numRef>
          </c:yVal>
        </c:ser>
        <c:ser>
          <c:idx val="1"/>
          <c:order val="1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48.906932105388</c:v>
                </c:pt>
                <c:pt idx="1">
                  <c:v>58.179340121394</c:v>
                </c:pt>
              </c:numCache>
            </c:numRef>
          </c:yVal>
        </c:ser>
        <c:ser>
          <c:idx val="2"/>
          <c:order val="2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24.210529100959</c:v>
                </c:pt>
                <c:pt idx="1">
                  <c:v>32.52456281302</c:v>
                </c:pt>
              </c:numCache>
            </c:numRef>
          </c:yVal>
        </c:ser>
        <c:ser>
          <c:idx val="3"/>
          <c:order val="3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29.688065844483</c:v>
                </c:pt>
                <c:pt idx="1">
                  <c:v>38.417273567956</c:v>
                </c:pt>
              </c:numCache>
            </c:numRef>
          </c:yVal>
        </c:ser>
        <c:ser>
          <c:idx val="4"/>
          <c:order val="4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43.868912366124</c:v>
                </c:pt>
                <c:pt idx="1">
                  <c:v>54.419315297446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8.5865640190467</c:v>
                </c:pt>
                <c:pt idx="1">
                  <c:v>13.055367372786</c:v>
                </c:pt>
                <c:pt idx="2">
                  <c:v>18.293686888831</c:v>
                </c:pt>
                <c:pt idx="3">
                  <c:v>18.786489746798</c:v>
                </c:pt>
              </c:numCache>
            </c:numRef>
          </c:yVal>
        </c:ser>
        <c:ser>
          <c:idx val="6"/>
          <c:order val="6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15.918676605531</c:v>
                </c:pt>
                <c:pt idx="1">
                  <c:v>21.654302888065</c:v>
                </c:pt>
              </c:numCache>
            </c:numRef>
          </c:yVal>
        </c:ser>
        <c:ser>
          <c:idx val="7"/>
          <c:order val="7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6.6347940041733</c:v>
                </c:pt>
                <c:pt idx="1">
                  <c:v>10.53833403392</c:v>
                </c:pt>
              </c:numCache>
            </c:numRef>
          </c:yVal>
        </c:ser>
        <c:ser>
          <c:idx val="8"/>
          <c:order val="8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10.488586040006</c:v>
                </c:pt>
                <c:pt idx="1">
                  <c:v>15.622148705566</c:v>
                </c:pt>
              </c:numCache>
            </c:numRef>
          </c:yVal>
        </c:ser>
        <c:ser>
          <c:idx val="9"/>
          <c:order val="9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14.824285761653</c:v>
                </c:pt>
                <c:pt idx="1">
                  <c:v>21.763088016009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27.648218562709</c:v>
                </c:pt>
                <c:pt idx="1">
                  <c:v>25.830567390006</c:v>
                </c:pt>
                <c:pt idx="2">
                  <c:v>41.026419171873</c:v>
                </c:pt>
                <c:pt idx="3">
                  <c:v>44.022896197205</c:v>
                </c:pt>
              </c:numCache>
            </c:numRef>
          </c:yVal>
        </c:ser>
        <c:ser>
          <c:idx val="1"/>
          <c:order val="1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39.060398274853</c:v>
                </c:pt>
                <c:pt idx="1">
                  <c:v>48.985394119557</c:v>
                </c:pt>
              </c:numCache>
            </c:numRef>
          </c:yVal>
        </c:ser>
        <c:ser>
          <c:idx val="2"/>
          <c:order val="2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23.266099640389</c:v>
                </c:pt>
                <c:pt idx="1">
                  <c:v>32.03033748503</c:v>
                </c:pt>
              </c:numCache>
            </c:numRef>
          </c:yVal>
        </c:ser>
        <c:ser>
          <c:idx val="3"/>
          <c:order val="3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21.593242088404</c:v>
                </c:pt>
                <c:pt idx="1">
                  <c:v>30.067892691608</c:v>
                </c:pt>
              </c:numCache>
            </c:numRef>
          </c:yVal>
        </c:ser>
        <c:ser>
          <c:idx val="4"/>
          <c:order val="4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35.830237645067</c:v>
                </c:pt>
                <c:pt idx="1">
                  <c:v>46.222600698679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7.6147075778649</c:v>
                </c:pt>
                <c:pt idx="1">
                  <c:v>6.5916315927736</c:v>
                </c:pt>
                <c:pt idx="2">
                  <c:v>11.640086628219</c:v>
                </c:pt>
                <c:pt idx="3">
                  <c:v>11.773183238792</c:v>
                </c:pt>
              </c:numCache>
            </c:numRef>
          </c:yVal>
        </c:ser>
        <c:ser>
          <c:idx val="6"/>
          <c:order val="6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9.0532291340929</c:v>
                </c:pt>
                <c:pt idx="1">
                  <c:v>14.493137343491</c:v>
                </c:pt>
              </c:numCache>
            </c:numRef>
          </c:yVal>
        </c:ser>
        <c:ser>
          <c:idx val="7"/>
          <c:order val="7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5.3374168345152</c:v>
                </c:pt>
                <c:pt idx="1">
                  <c:v>9.8919983212146</c:v>
                </c:pt>
              </c:numCache>
            </c:numRef>
          </c:yVal>
        </c:ser>
        <c:ser>
          <c:idx val="8"/>
          <c:order val="8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4.495398446038</c:v>
                </c:pt>
                <c:pt idx="1">
                  <c:v>8.6878647395092</c:v>
                </c:pt>
              </c:numCache>
            </c:numRef>
          </c:yVal>
        </c:ser>
        <c:ser>
          <c:idx val="9"/>
          <c:order val="9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8.8378842167464</c:v>
                </c:pt>
                <c:pt idx="1">
                  <c:v>14.442289039691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30.227649429617</c:v>
                </c:pt>
                <c:pt idx="1">
                  <c:v>30.835845328468</c:v>
                </c:pt>
                <c:pt idx="2">
                  <c:v>41.491216307837</c:v>
                </c:pt>
                <c:pt idx="3">
                  <c:v>40.674469482262</c:v>
                </c:pt>
              </c:numCache>
            </c:numRef>
          </c:yVal>
        </c:ser>
        <c:ser>
          <c:idx val="1"/>
          <c:order val="1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35.978809972754</c:v>
                </c:pt>
                <c:pt idx="1">
                  <c:v>45.37012899177</c:v>
                </c:pt>
              </c:numCache>
            </c:numRef>
          </c:yVal>
        </c:ser>
        <c:ser>
          <c:idx val="2"/>
          <c:order val="2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26.353184632468</c:v>
                </c:pt>
                <c:pt idx="1">
                  <c:v>34.102114226766</c:v>
                </c:pt>
              </c:numCache>
            </c:numRef>
          </c:yVal>
        </c:ser>
        <c:ser>
          <c:idx val="3"/>
          <c:order val="3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26.479722111798</c:v>
                </c:pt>
                <c:pt idx="1">
                  <c:v>35.191968545138</c:v>
                </c:pt>
              </c:numCache>
            </c:numRef>
          </c:yVal>
        </c:ser>
        <c:ser>
          <c:idx val="4"/>
          <c:order val="4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36.084670265506</c:v>
                </c:pt>
                <c:pt idx="1">
                  <c:v>46.897762350168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8.3992743611063</c:v>
                </c:pt>
                <c:pt idx="1">
                  <c:v>8.8588703257734</c:v>
                </c:pt>
                <c:pt idx="2">
                  <c:v>11.863610342997</c:v>
                </c:pt>
                <c:pt idx="3">
                  <c:v>10.336871312807</c:v>
                </c:pt>
              </c:numCache>
            </c:numRef>
          </c:yVal>
        </c:ser>
        <c:ser>
          <c:idx val="6"/>
          <c:order val="6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8.1512257294089</c:v>
                </c:pt>
                <c:pt idx="1">
                  <c:v>12.522516896206</c:v>
                </c:pt>
              </c:numCache>
            </c:numRef>
          </c:yVal>
        </c:ser>
        <c:ser>
          <c:idx val="7"/>
          <c:order val="7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6.4653717211055</c:v>
                </c:pt>
                <c:pt idx="1">
                  <c:v>10.333177001107</c:v>
                </c:pt>
              </c:numCache>
            </c:numRef>
          </c:yVal>
        </c:ser>
        <c:ser>
          <c:idx val="8"/>
          <c:order val="8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6.6244595934996</c:v>
                </c:pt>
                <c:pt idx="1">
                  <c:v>11.093281058047</c:v>
                </c:pt>
              </c:numCache>
            </c:numRef>
          </c:yVal>
        </c:ser>
        <c:ser>
          <c:idx val="9"/>
          <c:order val="9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9.2019411899522</c:v>
                </c:pt>
                <c:pt idx="1">
                  <c:v>14.525279496043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Meisjes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561.69617041572</c:v>
                </c:pt>
                <c:pt idx="1">
                  <c:v>550.76781244676</c:v>
                </c:pt>
                <c:pt idx="2">
                  <c:v>549.40272710086</c:v>
                </c:pt>
                <c:pt idx="3">
                  <c:v>550.06026225648</c:v>
                </c:pt>
                <c:pt idx="4">
                  <c:v>533.5161291857</c:v>
                </c:pt>
              </c:numCache>
            </c:numRef>
          </c:yVal>
        </c:ser>
        <c:ser>
          <c:idx val="1"/>
          <c:order val="1"/>
          <c:tx>
            <c:v>95%-interval Meisjes,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556.64941528534</c:v>
                </c:pt>
                <c:pt idx="1">
                  <c:v>566.7429255461</c:v>
                </c:pt>
              </c:numCache>
            </c:numRef>
          </c:yVal>
        </c:ser>
        <c:ser>
          <c:idx val="2"/>
          <c:order val="2"/>
          <c:tx>
            <c:v>95%-interval Meisjes,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546.75573444095</c:v>
                </c:pt>
                <c:pt idx="1">
                  <c:v>554.77989045256</c:v>
                </c:pt>
              </c:numCache>
            </c:numRef>
          </c:yVal>
        </c:ser>
        <c:ser>
          <c:idx val="3"/>
          <c:order val="3"/>
          <c:tx>
            <c:v>95%-interval Meisjes,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545.11315169049</c:v>
                </c:pt>
                <c:pt idx="1">
                  <c:v>553.69230251123</c:v>
                </c:pt>
              </c:numCache>
            </c:numRef>
          </c:yVal>
        </c:ser>
        <c:ser>
          <c:idx val="4"/>
          <c:order val="4"/>
          <c:tx>
            <c:v>95%-interval Meisjes,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546.70831601136</c:v>
                </c:pt>
                <c:pt idx="1">
                  <c:v>553.41220850161</c:v>
                </c:pt>
              </c:numCache>
            </c:numRef>
          </c:yVal>
        </c:ser>
        <c:ser>
          <c:idx val="5"/>
          <c:order val="5"/>
          <c:tx>
            <c:v>95%-interval Meisjes,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527.8240295632</c:v>
                </c:pt>
                <c:pt idx="1">
                  <c:v>539.20822880819</c:v>
                </c:pt>
              </c:numCache>
            </c:numRef>
          </c:yVal>
        </c:ser>
        <c:ser>
          <c:idx val="6"/>
          <c:order val="6"/>
          <c:tx>
            <c:v>Jongens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546.9090199558</c:v>
                </c:pt>
                <c:pt idx="1">
                  <c:v>543.40523461207</c:v>
                </c:pt>
                <c:pt idx="2">
                  <c:v>542.59589840589</c:v>
                </c:pt>
                <c:pt idx="3">
                  <c:v>539.56399737026</c:v>
                </c:pt>
                <c:pt idx="4">
                  <c:v>520.83450418332</c:v>
                </c:pt>
              </c:numCache>
            </c:numRef>
          </c:yVal>
        </c:ser>
        <c:ser>
          <c:idx val="7"/>
          <c:order val="7"/>
          <c:tx>
            <c:v>95%-interval Jongens,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541.53480220271</c:v>
                </c:pt>
                <c:pt idx="1">
                  <c:v>552.28323770888</c:v>
                </c:pt>
              </c:numCache>
            </c:numRef>
          </c:yVal>
        </c:ser>
        <c:ser>
          <c:idx val="8"/>
          <c:order val="8"/>
          <c:tx>
            <c:v>95%-interval Jongens,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540.15868001071</c:v>
                </c:pt>
                <c:pt idx="1">
                  <c:v>546.65178921343</c:v>
                </c:pt>
              </c:numCache>
            </c:numRef>
          </c:yVal>
        </c:ser>
        <c:ser>
          <c:idx val="9"/>
          <c:order val="9"/>
          <c:tx>
            <c:v>95%-interval Jongens,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538.14619419309</c:v>
                </c:pt>
                <c:pt idx="1">
                  <c:v>547.04560261869</c:v>
                </c:pt>
              </c:numCache>
            </c:numRef>
          </c:yVal>
        </c:ser>
        <c:ser>
          <c:idx val="10"/>
          <c:order val="10"/>
          <c:tx>
            <c:v>95%-interval Jongens, 2016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535.14672160659</c:v>
                </c:pt>
                <c:pt idx="1">
                  <c:v>543.98127313394</c:v>
                </c:pt>
              </c:numCache>
            </c:numRef>
          </c:yVal>
        </c:ser>
        <c:ser>
          <c:idx val="11"/>
          <c:order val="11"/>
          <c:tx>
            <c:v>95%-interval Jongens, 2021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515.40406424202</c:v>
                </c:pt>
                <c:pt idx="1">
                  <c:v>526.26494412462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80"/>
          <c:min val="5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Meisjes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537.36111060563</c:v>
                </c:pt>
                <c:pt idx="1">
                  <c:v>529.75527913177</c:v>
                </c:pt>
                <c:pt idx="2">
                  <c:v>536.40681251299</c:v>
                </c:pt>
                <c:pt idx="3">
                  <c:v>525.75361345665</c:v>
                </c:pt>
                <c:pt idx="4">
                  <c:v>533.16876743452</c:v>
                </c:pt>
                <c:pt idx="5">
                  <c:v>528.41248985667</c:v>
                </c:pt>
              </c:numCache>
            </c:numRef>
          </c:yVal>
        </c:ser>
        <c:ser>
          <c:idx val="1"/>
          <c:order val="1"/>
          <c:tx>
            <c:v>95%-interval Meisjes,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522.28650746566</c:v>
                </c:pt>
                <c:pt idx="1">
                  <c:v>529.22071944763</c:v>
                </c:pt>
              </c:numCache>
            </c:numRef>
          </c:yVal>
        </c:ser>
        <c:ser>
          <c:idx val="2"/>
          <c:order val="2"/>
          <c:tx>
            <c:v>95%-interval Meisjes,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532.09826309623</c:v>
                </c:pt>
                <c:pt idx="1">
                  <c:v>542.62395811504</c:v>
                </c:pt>
              </c:numCache>
            </c:numRef>
          </c:yVal>
        </c:ser>
        <c:ser>
          <c:idx val="3"/>
          <c:order val="3"/>
          <c:tx>
            <c:v>95%-interval Meisjes,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524.58663144634</c:v>
                </c:pt>
                <c:pt idx="1">
                  <c:v>534.92392681719</c:v>
                </c:pt>
              </c:numCache>
            </c:numRef>
          </c:yVal>
        </c:ser>
        <c:ser>
          <c:idx val="4"/>
          <c:order val="4"/>
          <c:tx>
            <c:v>95%-interval Meisjes,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532.41329016896</c:v>
                </c:pt>
                <c:pt idx="1">
                  <c:v>540.40033485702</c:v>
                </c:pt>
              </c:numCache>
            </c:numRef>
          </c:yVal>
        </c:ser>
        <c:ser>
          <c:idx val="5"/>
          <c:order val="5"/>
          <c:tx>
            <c:v>95%-interval Meisjes,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528.85413175888</c:v>
                </c:pt>
                <c:pt idx="1">
                  <c:v>537.48340311017</c:v>
                </c:pt>
              </c:numCache>
            </c:numRef>
          </c:yVal>
        </c:ser>
        <c:ser>
          <c:idx val="6"/>
          <c:order val="6"/>
          <c:tx>
            <c:v>95%-interval Meisjes,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523.4555811278</c:v>
                </c:pt>
                <c:pt idx="1">
                  <c:v>533.36939858553</c:v>
                </c:pt>
              </c:numCache>
            </c:numRef>
          </c:yVal>
        </c:ser>
        <c:ser>
          <c:idx val="7"/>
          <c:order val="7"/>
          <c:tx>
            <c:v>Jongens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543.27593834593</c:v>
                </c:pt>
                <c:pt idx="1">
                  <c:v>539.74871711468</c:v>
                </c:pt>
                <c:pt idx="2">
                  <c:v>544.29735416354</c:v>
                </c:pt>
                <c:pt idx="3">
                  <c:v>533.84145551342</c:v>
                </c:pt>
                <c:pt idx="4">
                  <c:v>541.67891937264</c:v>
                </c:pt>
                <c:pt idx="5">
                  <c:v>545.78733519774</c:v>
                </c:pt>
              </c:numCache>
            </c:numRef>
          </c:yVal>
        </c:ser>
        <c:ser>
          <c:idx val="8"/>
          <c:order val="8"/>
          <c:tx>
            <c:v>95%-interval Jongens,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529.45016865643</c:v>
                </c:pt>
                <c:pt idx="1">
                  <c:v>538.23274237042</c:v>
                </c:pt>
              </c:numCache>
            </c:numRef>
          </c:yVal>
        </c:ser>
        <c:ser>
          <c:idx val="9"/>
          <c:order val="9"/>
          <c:tx>
            <c:v>95%-interval Jongens,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538.76291215476</c:v>
                </c:pt>
                <c:pt idx="1">
                  <c:v>547.7889645371</c:v>
                </c:pt>
              </c:numCache>
            </c:numRef>
          </c:yVal>
        </c:ser>
        <c:ser>
          <c:idx val="10"/>
          <c:order val="10"/>
          <c:tx>
            <c:v>95%-interval Jongens,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535.15756621524</c:v>
                </c:pt>
                <c:pt idx="1">
                  <c:v>544.33986801413</c:v>
                </c:pt>
              </c:numCache>
            </c:numRef>
          </c:yVal>
        </c:ser>
        <c:ser>
          <c:idx val="11"/>
          <c:order val="11"/>
          <c:tx>
            <c:v>95%-interval Jongens,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540.37061026204</c:v>
                </c:pt>
                <c:pt idx="1">
                  <c:v>548.22409806503</c:v>
                </c:pt>
              </c:numCache>
            </c:numRef>
          </c:yVal>
        </c:ser>
        <c:ser>
          <c:idx val="12"/>
          <c:order val="12"/>
          <c:tx>
            <c:v>95%-interval Jongens,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535.81534324611</c:v>
                </c:pt>
                <c:pt idx="1">
                  <c:v>547.54249549917</c:v>
                </c:pt>
              </c:numCache>
            </c:numRef>
          </c:yVal>
        </c:ser>
        <c:ser>
          <c:idx val="13"/>
          <c:order val="13"/>
          <c:tx>
            <c:v>95%-interval Jongens,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541.15846348078</c:v>
                </c:pt>
                <c:pt idx="1">
                  <c:v>550.4162069147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52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Meisjes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520.9325260379</c:v>
                </c:pt>
                <c:pt idx="1">
                  <c:v>517.62955625037</c:v>
                </c:pt>
                <c:pt idx="2">
                  <c:v>526.31040068589</c:v>
                </c:pt>
                <c:pt idx="3">
                  <c:v>517.48458449487</c:v>
                </c:pt>
                <c:pt idx="4">
                  <c:v>518.65283282552</c:v>
                </c:pt>
                <c:pt idx="5">
                  <c:v>513.87998562481</c:v>
                </c:pt>
              </c:numCache>
            </c:numRef>
          </c:yVal>
        </c:ser>
        <c:ser>
          <c:idx val="1"/>
          <c:order val="1"/>
          <c:tx>
            <c:v>95%-interval Meisjes,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511.98249691732</c:v>
                </c:pt>
                <c:pt idx="1">
                  <c:v>522.98667207242</c:v>
                </c:pt>
              </c:numCache>
            </c:numRef>
          </c:yVal>
        </c:ser>
        <c:ser>
          <c:idx val="2"/>
          <c:order val="2"/>
          <c:tx>
            <c:v>95%-interval Meisjes,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516.35675689439</c:v>
                </c:pt>
                <c:pt idx="1">
                  <c:v>525.50829518142</c:v>
                </c:pt>
              </c:numCache>
            </c:numRef>
          </c:yVal>
        </c:ser>
        <c:ser>
          <c:idx val="3"/>
          <c:order val="3"/>
          <c:tx>
            <c:v>95%-interval Meisjes,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511.78034565537</c:v>
                </c:pt>
                <c:pt idx="1">
                  <c:v>523.47876684536</c:v>
                </c:pt>
              </c:numCache>
            </c:numRef>
          </c:yVal>
        </c:ser>
        <c:ser>
          <c:idx val="4"/>
          <c:order val="4"/>
          <c:tx>
            <c:v>95%-interval Meisjes,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521.72090869981</c:v>
                </c:pt>
                <c:pt idx="1">
                  <c:v>530.89989267198</c:v>
                </c:pt>
              </c:numCache>
            </c:numRef>
          </c:yVal>
        </c:ser>
        <c:ser>
          <c:idx val="5"/>
          <c:order val="5"/>
          <c:tx>
            <c:v>95%-interval Meisjes,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512.52544324696</c:v>
                </c:pt>
                <c:pt idx="1">
                  <c:v>524.78022240408</c:v>
                </c:pt>
              </c:numCache>
            </c:numRef>
          </c:yVal>
        </c:ser>
        <c:ser>
          <c:idx val="6"/>
          <c:order val="6"/>
          <c:tx>
            <c:v>95%-interval Meisjes,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507.71637567418</c:v>
                </c:pt>
                <c:pt idx="1">
                  <c:v>520.04359557544</c:v>
                </c:pt>
              </c:numCache>
            </c:numRef>
          </c:yVal>
        </c:ser>
        <c:ser>
          <c:idx val="7"/>
          <c:order val="7"/>
          <c:tx>
            <c:v>Jongens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529.16392281299</c:v>
                </c:pt>
                <c:pt idx="1">
                  <c:v>528.29652604123</c:v>
                </c:pt>
                <c:pt idx="2">
                  <c:v>536.76475596055</c:v>
                </c:pt>
                <c:pt idx="3">
                  <c:v>516.76191455841</c:v>
                </c:pt>
                <c:pt idx="4">
                  <c:v>518.30485299395</c:v>
                </c:pt>
                <c:pt idx="5">
                  <c:v>519.92256484295</c:v>
                </c:pt>
              </c:numCache>
            </c:numRef>
          </c:yVal>
        </c:ser>
        <c:ser>
          <c:idx val="8"/>
          <c:order val="8"/>
          <c:tx>
            <c:v>95%-interval Jongens,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510.84797325942</c:v>
                </c:pt>
                <c:pt idx="1">
                  <c:v>522.6758558574</c:v>
                </c:pt>
              </c:numCache>
            </c:numRef>
          </c:yVal>
        </c:ser>
        <c:ser>
          <c:idx val="9"/>
          <c:order val="9"/>
          <c:tx>
            <c:v>95%-interval Jongens,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524.73476379716</c:v>
                </c:pt>
                <c:pt idx="1">
                  <c:v>533.59308182881</c:v>
                </c:pt>
              </c:numCache>
            </c:numRef>
          </c:yVal>
        </c:ser>
        <c:ser>
          <c:idx val="10"/>
          <c:order val="10"/>
          <c:tx>
            <c:v>95%-interval Jongens,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522.90404875653</c:v>
                </c:pt>
                <c:pt idx="1">
                  <c:v>533.68900332594</c:v>
                </c:pt>
              </c:numCache>
            </c:numRef>
          </c:yVal>
        </c:ser>
        <c:ser>
          <c:idx val="11"/>
          <c:order val="11"/>
          <c:tx>
            <c:v>95%-interval Jongens,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531.79733110804</c:v>
                </c:pt>
                <c:pt idx="1">
                  <c:v>541.73218081306</c:v>
                </c:pt>
              </c:numCache>
            </c:numRef>
          </c:yVal>
        </c:ser>
        <c:ser>
          <c:idx val="12"/>
          <c:order val="12"/>
          <c:tx>
            <c:v>95%-interval Jongens,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511.80229571905</c:v>
                </c:pt>
                <c:pt idx="1">
                  <c:v>524.80741026886</c:v>
                </c:pt>
              </c:numCache>
            </c:numRef>
          </c:yVal>
        </c:ser>
        <c:ser>
          <c:idx val="13"/>
          <c:order val="13"/>
          <c:tx>
            <c:v>95%-interval Jongens,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513.74670020813</c:v>
                </c:pt>
                <c:pt idx="1">
                  <c:v>526.09842947777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5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Meisjes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523.77815083885</c:v>
                </c:pt>
                <c:pt idx="1">
                  <c:v>519.04558310807</c:v>
                </c:pt>
                <c:pt idx="2">
                  <c:v>520.50856281969</c:v>
                </c:pt>
                <c:pt idx="3">
                  <c:v>524.76077571321</c:v>
                </c:pt>
                <c:pt idx="4">
                  <c:v>514.70345584606</c:v>
                </c:pt>
                <c:pt idx="5">
                  <c:v>499.24539465242</c:v>
                </c:pt>
                <c:pt idx="6">
                  <c:v>472.54823206083</c:v>
                </c:pt>
              </c:numCache>
            </c:numRef>
          </c:yVal>
        </c:ser>
        <c:ser>
          <c:idx val="1"/>
          <c:order val="1"/>
          <c:tx>
            <c:v>95%-interval Meisjes,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509.02135315797</c:v>
                </c:pt>
                <c:pt idx="1">
                  <c:v>520.38555853414</c:v>
                </c:pt>
              </c:numCache>
            </c:numRef>
          </c:yVal>
        </c:ser>
        <c:ser>
          <c:idx val="2"/>
          <c:order val="2"/>
          <c:tx>
            <c:v>95%-interval Meisjes,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494.22179858061</c:v>
                </c:pt>
                <c:pt idx="1">
                  <c:v>504.26899072422</c:v>
                </c:pt>
              </c:numCache>
            </c:numRef>
          </c:yVal>
        </c:ser>
        <c:ser>
          <c:idx val="3"/>
          <c:order val="3"/>
          <c:tx>
            <c:v>95%-interval Meisjes,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463.48992715873</c:v>
                </c:pt>
                <c:pt idx="1">
                  <c:v>481.60653696294</c:v>
                </c:pt>
              </c:numCache>
            </c:numRef>
          </c:yVal>
        </c:ser>
        <c:ser>
          <c:idx val="4"/>
          <c:order val="4"/>
          <c:tx>
            <c:v>95%-interval Meisjes,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513.21281235914</c:v>
                </c:pt>
                <c:pt idx="1">
                  <c:v>524.87835385701</c:v>
                </c:pt>
              </c:numCache>
            </c:numRef>
          </c:yVal>
        </c:ser>
        <c:ser>
          <c:idx val="5"/>
          <c:order val="5"/>
          <c:tx>
            <c:v>95%-interval Meisjes,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517.49722917043</c:v>
                </c:pt>
                <c:pt idx="1">
                  <c:v>530.05907250727</c:v>
                </c:pt>
              </c:numCache>
            </c:numRef>
          </c:yVal>
        </c:ser>
        <c:ser>
          <c:idx val="6"/>
          <c:order val="6"/>
          <c:tx>
            <c:v>95%-interval Meisjes,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510.05771705406</c:v>
                </c:pt>
                <c:pt idx="1">
                  <c:v>530.95940858532</c:v>
                </c:pt>
              </c:numCache>
            </c:numRef>
          </c:yVal>
        </c:ser>
        <c:ser>
          <c:idx val="7"/>
          <c:order val="7"/>
          <c:tx>
            <c:v>95%-interval Meisjes,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517.89224494072</c:v>
                </c:pt>
                <c:pt idx="1">
                  <c:v>531.62930648569</c:v>
                </c:pt>
              </c:numCache>
            </c:numRef>
          </c:yVal>
        </c:ser>
        <c:ser>
          <c:idx val="8"/>
          <c:order val="8"/>
          <c:tx>
            <c:v>Jongens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Data'!$Q$2:$Q$9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Data'!$R$2:$R$9</c:f>
              <c:numCache>
                <c:formatCode>0</c:formatCode>
                <c:ptCount val="8"/>
                <c:pt idx="0">
                  <c:v>502.8717855126</c:v>
                </c:pt>
                <c:pt idx="1">
                  <c:v>494.8946257088</c:v>
                </c:pt>
                <c:pt idx="2">
                  <c:v>496.16824344947</c:v>
                </c:pt>
                <c:pt idx="3">
                  <c:v>498.31740004834</c:v>
                </c:pt>
                <c:pt idx="4">
                  <c:v>491.13671054177</c:v>
                </c:pt>
                <c:pt idx="5">
                  <c:v>470.39609746612</c:v>
                </c:pt>
                <c:pt idx="6">
                  <c:v>446.65728549755</c:v>
                </c:pt>
                <c:pt idx="7">
                  <c:v>423.99711478934</c:v>
                </c:pt>
              </c:numCache>
            </c:numRef>
          </c:yVal>
        </c:ser>
        <c:ser>
          <c:idx val="9"/>
          <c:order val="9"/>
          <c:tx>
            <c:v>95%-interval Jongens,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485.26025625076</c:v>
                </c:pt>
                <c:pt idx="1">
                  <c:v>497.01316483279</c:v>
                </c:pt>
              </c:numCache>
            </c:numRef>
          </c:yVal>
        </c:ser>
        <c:ser>
          <c:idx val="10"/>
          <c:order val="10"/>
          <c:tx>
            <c:v>95%-interval Jongens,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463.46586003934</c:v>
                </c:pt>
                <c:pt idx="1">
                  <c:v>477.32633489291</c:v>
                </c:pt>
              </c:numCache>
            </c:numRef>
          </c:yVal>
        </c:ser>
        <c:ser>
          <c:idx val="11"/>
          <c:order val="11"/>
          <c:tx>
            <c:v>95%-interval Jongens,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437.74359147719</c:v>
                </c:pt>
                <c:pt idx="1">
                  <c:v>455.57097951791</c:v>
                </c:pt>
              </c:numCache>
            </c:numRef>
          </c:yVal>
        </c:ser>
        <c:ser>
          <c:idx val="12"/>
          <c:order val="12"/>
          <c:tx>
            <c:v>95%-interval Jongens,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487.55844674653</c:v>
                </c:pt>
                <c:pt idx="1">
                  <c:v>502.23080467107</c:v>
                </c:pt>
              </c:numCache>
            </c:numRef>
          </c:yVal>
        </c:ser>
        <c:ser>
          <c:idx val="13"/>
          <c:order val="13"/>
          <c:tx>
            <c:v>95%-interval Jongens,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495.70512663469</c:v>
                </c:pt>
                <c:pt idx="1">
                  <c:v>510.03844439051</c:v>
                </c:pt>
              </c:numCache>
            </c:numRef>
          </c:yVal>
        </c:ser>
        <c:ser>
          <c:idx val="14"/>
          <c:order val="14"/>
          <c:tx>
            <c:v>95%-interval Jongens,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486.1185855379</c:v>
                </c:pt>
                <c:pt idx="1">
                  <c:v>506.21790136104</c:v>
                </c:pt>
              </c:numCache>
            </c:numRef>
          </c:yVal>
        </c:ser>
        <c:ser>
          <c:idx val="15"/>
          <c:order val="15"/>
          <c:tx>
            <c:v>95%-interval Jongens,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490.52111335498</c:v>
                </c:pt>
                <c:pt idx="1">
                  <c:v>506.11368674171</c:v>
                </c:pt>
              </c:numCache>
            </c:numRef>
          </c:yVal>
        </c:ser>
        <c:ser>
          <c:idx val="16"/>
          <c:order val="16"/>
          <c:tx>
            <c:v>95%-interval Jongens,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416.63403356683</c:v>
                </c:pt>
                <c:pt idx="1">
                  <c:v>431.36019601184</c:v>
                </c:pt>
              </c:numCache>
            </c:numRef>
          </c:yVal>
        </c:ser>
        <c:ser>
          <c:idx val="17"/>
          <c:order val="17"/>
          <c:tx>
            <c:v>Meisjes + other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Data'!$AI$2:$AI$2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xVal>
          <c:yVal>
            <c:numRef>
              <c:f>'Chart Data'!$AJ$2:$AJ$2</c:f>
              <c:numCache>
                <c:formatCode>0</c:formatCode>
                <c:ptCount val="1"/>
                <c:pt idx="0">
                  <c:v>458.68210647765</c:v>
                </c:pt>
              </c:numCache>
            </c:numRef>
          </c:yVal>
        </c:ser>
        <c:ser>
          <c:idx val="18"/>
          <c:order val="18"/>
          <c:tx>
            <c:v>95%-interval Meisjes + other,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452.548662411</c:v>
                </c:pt>
                <c:pt idx="1">
                  <c:v>464.8155505443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Meisjes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535.21502650533</c:v>
                </c:pt>
                <c:pt idx="1">
                  <c:v>524.12993530716</c:v>
                </c:pt>
                <c:pt idx="2">
                  <c:v>517.30696554944</c:v>
                </c:pt>
                <c:pt idx="3">
                  <c:v>517.73779160429</c:v>
                </c:pt>
                <c:pt idx="4">
                  <c:v>511.0159408789</c:v>
                </c:pt>
                <c:pt idx="5">
                  <c:v>518.54757174997</c:v>
                </c:pt>
                <c:pt idx="6">
                  <c:v>487.20283043241</c:v>
                </c:pt>
              </c:numCache>
            </c:numRef>
          </c:yVal>
        </c:ser>
        <c:ser>
          <c:idx val="1"/>
          <c:order val="1"/>
          <c:tx>
            <c:v>95%-interval Meisjes,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506.20887640961</c:v>
                </c:pt>
                <c:pt idx="1">
                  <c:v>515.8230053482</c:v>
                </c:pt>
              </c:numCache>
            </c:numRef>
          </c:yVal>
        </c:ser>
        <c:ser>
          <c:idx val="2"/>
          <c:order val="2"/>
          <c:tx>
            <c:v>95%-interval Meisjes,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513.32790482298</c:v>
                </c:pt>
                <c:pt idx="1">
                  <c:v>523.76723867695</c:v>
                </c:pt>
              </c:numCache>
            </c:numRef>
          </c:yVal>
        </c:ser>
        <c:ser>
          <c:idx val="3"/>
          <c:order val="3"/>
          <c:tx>
            <c:v>95%-interval Meisjes,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478.98917574366</c:v>
                </c:pt>
                <c:pt idx="1">
                  <c:v>495.41648512117</c:v>
                </c:pt>
              </c:numCache>
            </c:numRef>
          </c:yVal>
        </c:ser>
        <c:ser>
          <c:idx val="4"/>
          <c:order val="4"/>
          <c:tx>
            <c:v>95%-interval Meisjes,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518.6326290097</c:v>
                </c:pt>
                <c:pt idx="1">
                  <c:v>529.62724160461</c:v>
                </c:pt>
              </c:numCache>
            </c:numRef>
          </c:yVal>
        </c:ser>
        <c:ser>
          <c:idx val="5"/>
          <c:order val="5"/>
          <c:tx>
            <c:v>95%-interval Meisjes,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528.3873110393</c:v>
                </c:pt>
                <c:pt idx="1">
                  <c:v>542.04274197137</c:v>
                </c:pt>
              </c:numCache>
            </c:numRef>
          </c:yVal>
        </c:ser>
        <c:ser>
          <c:idx val="6"/>
          <c:order val="6"/>
          <c:tx>
            <c:v>95%-interval Meisjes,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507.34663079905</c:v>
                </c:pt>
                <c:pt idx="1">
                  <c:v>527.26730029984</c:v>
                </c:pt>
              </c:numCache>
            </c:numRef>
          </c:yVal>
        </c:ser>
        <c:ser>
          <c:idx val="7"/>
          <c:order val="7"/>
          <c:tx>
            <c:v>95%-interval Meisjes,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510.00395423534</c:v>
                </c:pt>
                <c:pt idx="1">
                  <c:v>525.47162897324</c:v>
                </c:pt>
              </c:numCache>
            </c:numRef>
          </c:yVal>
        </c:ser>
        <c:ser>
          <c:idx val="8"/>
          <c:order val="8"/>
          <c:tx>
            <c:v>Jongens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Data'!$Q$2:$Q$9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Data'!$R$2:$R$9</c:f>
              <c:numCache>
                <c:formatCode>0</c:formatCode>
                <c:ptCount val="8"/>
                <c:pt idx="0">
                  <c:v>540.33071220366</c:v>
                </c:pt>
                <c:pt idx="1">
                  <c:v>536.94142318015</c:v>
                </c:pt>
                <c:pt idx="2">
                  <c:v>534.45645613995</c:v>
                </c:pt>
                <c:pt idx="3">
                  <c:v>527.96657612859</c:v>
                </c:pt>
                <c:pt idx="4">
                  <c:v>513.4978466181</c:v>
                </c:pt>
                <c:pt idx="5">
                  <c:v>519.91089465117</c:v>
                </c:pt>
                <c:pt idx="6">
                  <c:v>497.85241653576</c:v>
                </c:pt>
                <c:pt idx="7">
                  <c:v>487.76184470933</c:v>
                </c:pt>
              </c:numCache>
            </c:numRef>
          </c:yVal>
        </c:ser>
        <c:ser>
          <c:idx val="9"/>
          <c:order val="9"/>
          <c:tx>
            <c:v>95%-interval Jongens,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508.42062467541</c:v>
                </c:pt>
                <c:pt idx="1">
                  <c:v>518.57506856079</c:v>
                </c:pt>
              </c:numCache>
            </c:numRef>
          </c:yVal>
        </c:ser>
        <c:ser>
          <c:idx val="10"/>
          <c:order val="10"/>
          <c:tx>
            <c:v>95%-interval Jongens,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513.05471592264</c:v>
                </c:pt>
                <c:pt idx="1">
                  <c:v>526.7670733797</c:v>
                </c:pt>
              </c:numCache>
            </c:numRef>
          </c:yVal>
        </c:ser>
        <c:ser>
          <c:idx val="11"/>
          <c:order val="11"/>
          <c:tx>
            <c:v>95%-interval Jongens,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490.160258144</c:v>
                </c:pt>
                <c:pt idx="1">
                  <c:v>505.54457492752</c:v>
                </c:pt>
              </c:numCache>
            </c:numRef>
          </c:yVal>
        </c:ser>
        <c:ser>
          <c:idx val="12"/>
          <c:order val="12"/>
          <c:tx>
            <c:v>95%-interval Jongens,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530.91781526326</c:v>
                </c:pt>
                <c:pt idx="1">
                  <c:v>542.96503109704</c:v>
                </c:pt>
              </c:numCache>
            </c:numRef>
          </c:yVal>
        </c:ser>
        <c:ser>
          <c:idx val="13"/>
          <c:order val="13"/>
          <c:tx>
            <c:v>95%-interval Jongens,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532.34060333265</c:v>
                </c:pt>
                <c:pt idx="1">
                  <c:v>548.32082107467</c:v>
                </c:pt>
              </c:numCache>
            </c:numRef>
          </c:yVal>
        </c:ser>
        <c:ser>
          <c:idx val="14"/>
          <c:order val="14"/>
          <c:tx>
            <c:v>95%-interval Jongens,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525.12848372789</c:v>
                </c:pt>
                <c:pt idx="1">
                  <c:v>543.78442855201</c:v>
                </c:pt>
              </c:numCache>
            </c:numRef>
          </c:yVal>
        </c:ser>
        <c:ser>
          <c:idx val="15"/>
          <c:order val="15"/>
          <c:tx>
            <c:v>95%-interval Jongens,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520.98838880817</c:v>
                </c:pt>
                <c:pt idx="1">
                  <c:v>534.94476344902</c:v>
                </c:pt>
              </c:numCache>
            </c:numRef>
          </c:yVal>
        </c:ser>
        <c:ser>
          <c:idx val="16"/>
          <c:order val="16"/>
          <c:tx>
            <c:v>95%-interval Jongens,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480.51166008058</c:v>
                </c:pt>
                <c:pt idx="1">
                  <c:v>495.01202933809</c:v>
                </c:pt>
              </c:numCache>
            </c:numRef>
          </c:yVal>
        </c:ser>
        <c:ser>
          <c:idx val="17"/>
          <c:order val="17"/>
          <c:tx>
            <c:v>Meisjes + other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Data'!$AI$2:$AI$2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xVal>
          <c:yVal>
            <c:numRef>
              <c:f>'Chart Data'!$AJ$2:$AJ$2</c:f>
              <c:numCache>
                <c:formatCode>0</c:formatCode>
                <c:ptCount val="1"/>
                <c:pt idx="0">
                  <c:v>478.68048861028</c:v>
                </c:pt>
              </c:numCache>
            </c:numRef>
          </c:yVal>
        </c:ser>
        <c:ser>
          <c:idx val="18"/>
          <c:order val="18"/>
          <c:tx>
            <c:v>95%-interval Meisjes + other,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473.02051017159</c:v>
                </c:pt>
                <c:pt idx="1">
                  <c:v>484.34046704896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4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Meisjes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521.19698630403</c:v>
                </c:pt>
                <c:pt idx="1">
                  <c:v>520.26933048157</c:v>
                </c:pt>
                <c:pt idx="2">
                  <c:v>520.41501277137</c:v>
                </c:pt>
                <c:pt idx="3">
                  <c:v>506.51809163951</c:v>
                </c:pt>
                <c:pt idx="4">
                  <c:v>507.50504300666</c:v>
                </c:pt>
                <c:pt idx="5">
                  <c:v>487.09842127276</c:v>
                </c:pt>
              </c:numCache>
            </c:numRef>
          </c:yVal>
        </c:ser>
        <c:ser>
          <c:idx val="1"/>
          <c:order val="1"/>
          <c:tx>
            <c:v>95%-interval Meisjes,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501.690388234</c:v>
                </c:pt>
                <c:pt idx="1">
                  <c:v>511.34579504501</c:v>
                </c:pt>
              </c:numCache>
            </c:numRef>
          </c:yVal>
        </c:ser>
        <c:ser>
          <c:idx val="2"/>
          <c:order val="2"/>
          <c:tx>
            <c:v>95%-interval Meisjes,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501.5086601115</c:v>
                </c:pt>
                <c:pt idx="1">
                  <c:v>513.50142590182</c:v>
                </c:pt>
              </c:numCache>
            </c:numRef>
          </c:yVal>
        </c:ser>
        <c:ser>
          <c:idx val="3"/>
          <c:order val="3"/>
          <c:tx>
            <c:v>95%-interval Meisjes,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478.12628023206</c:v>
                </c:pt>
                <c:pt idx="1">
                  <c:v>496.07056231345</c:v>
                </c:pt>
              </c:numCache>
            </c:numRef>
          </c:yVal>
        </c:ser>
        <c:ser>
          <c:idx val="4"/>
          <c:order val="4"/>
          <c:tx>
            <c:v>95%-interval Meisjes,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515.20989929304</c:v>
                </c:pt>
                <c:pt idx="1">
                  <c:v>527.18407331501</c:v>
                </c:pt>
              </c:numCache>
            </c:numRef>
          </c:yVal>
        </c:ser>
        <c:ser>
          <c:idx val="5"/>
          <c:order val="5"/>
          <c:tx>
            <c:v>95%-interval Meisjes,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508.64767767249</c:v>
                </c:pt>
                <c:pt idx="1">
                  <c:v>531.89098329065</c:v>
                </c:pt>
              </c:numCache>
            </c:numRef>
          </c:yVal>
        </c:ser>
        <c:ser>
          <c:idx val="6"/>
          <c:order val="6"/>
          <c:tx>
            <c:v>95%-interval Meisjes,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512.6978072123</c:v>
                </c:pt>
                <c:pt idx="1">
                  <c:v>528.13221833045</c:v>
                </c:pt>
              </c:numCache>
            </c:numRef>
          </c:yVal>
        </c:ser>
        <c:ser>
          <c:idx val="7"/>
          <c:order val="7"/>
          <c:tx>
            <c:v>Jongens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Data'!$O$2:$O$8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Data'!$P$2:$P$8</c:f>
              <c:numCache>
                <c:formatCode>0</c:formatCode>
                <c:ptCount val="7"/>
                <c:pt idx="0">
                  <c:v>528.39305483053</c:v>
                </c:pt>
                <c:pt idx="1">
                  <c:v>524.18795801982</c:v>
                </c:pt>
                <c:pt idx="2">
                  <c:v>523.62165938574</c:v>
                </c:pt>
                <c:pt idx="3">
                  <c:v>510.64516922024</c:v>
                </c:pt>
                <c:pt idx="4">
                  <c:v>499.28369648123</c:v>
                </c:pt>
                <c:pt idx="5">
                  <c:v>489.46934548147</c:v>
                </c:pt>
                <c:pt idx="6">
                  <c:v>482.85205006969</c:v>
                </c:pt>
              </c:numCache>
            </c:numRef>
          </c:yVal>
        </c:ser>
        <c:ser>
          <c:idx val="8"/>
          <c:order val="8"/>
          <c:tx>
            <c:v>95%-interval Jongens,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504.9392664632</c:v>
                </c:pt>
                <c:pt idx="1">
                  <c:v>516.35107197727</c:v>
                </c:pt>
              </c:numCache>
            </c:numRef>
          </c:yVal>
        </c:ser>
        <c:ser>
          <c:idx val="9"/>
          <c:order val="9"/>
          <c:tx>
            <c:v>95%-interval Jongens,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492.14513900215</c:v>
                </c:pt>
                <c:pt idx="1">
                  <c:v>506.42225396032</c:v>
                </c:pt>
              </c:numCache>
            </c:numRef>
          </c:yVal>
        </c:ser>
        <c:ser>
          <c:idx val="10"/>
          <c:order val="10"/>
          <c:tx>
            <c:v>95%-interval Jongens,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481.05747898274</c:v>
                </c:pt>
                <c:pt idx="1">
                  <c:v>497.88121198021</c:v>
                </c:pt>
              </c:numCache>
            </c:numRef>
          </c:yVal>
        </c:ser>
        <c:ser>
          <c:idx val="11"/>
          <c:order val="11"/>
          <c:tx>
            <c:v>95%-interval Jongens,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522.0934268476</c:v>
                </c:pt>
                <c:pt idx="1">
                  <c:v>534.69268281347</c:v>
                </c:pt>
              </c:numCache>
            </c:numRef>
          </c:yVal>
        </c:ser>
        <c:ser>
          <c:idx val="12"/>
          <c:order val="12"/>
          <c:tx>
            <c:v>95%-interval Jongens,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513.77857694617</c:v>
                </c:pt>
                <c:pt idx="1">
                  <c:v>534.59733909347</c:v>
                </c:pt>
              </c:numCache>
            </c:numRef>
          </c:yVal>
        </c:ser>
        <c:ser>
          <c:idx val="13"/>
          <c:order val="13"/>
          <c:tx>
            <c:v>95%-interval Jongens,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516.4332478061</c:v>
                </c:pt>
                <c:pt idx="1">
                  <c:v>530.81007096538</c:v>
                </c:pt>
              </c:numCache>
            </c:numRef>
          </c:yVal>
        </c:ser>
        <c:ser>
          <c:idx val="14"/>
          <c:order val="14"/>
          <c:tx>
            <c:v>95%-interval Jongens,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475.92539077929</c:v>
                </c:pt>
                <c:pt idx="1">
                  <c:v>489.77870936009</c:v>
                </c:pt>
              </c:numCache>
            </c:numRef>
          </c:yVal>
        </c:ser>
        <c:ser>
          <c:idx val="15"/>
          <c:order val="15"/>
          <c:tx>
            <c:v>Meisjes + other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Data'!$AE$2:$AE$2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xVal>
          <c:yVal>
            <c:numRef>
              <c:f>'Chart Data'!$AF$2:$AF$2</c:f>
              <c:numCache>
                <c:formatCode>0</c:formatCode>
                <c:ptCount val="1"/>
                <c:pt idx="0">
                  <c:v>487.98264870831</c:v>
                </c:pt>
              </c:numCache>
            </c:numRef>
          </c:yVal>
        </c:ser>
        <c:ser>
          <c:idx val="16"/>
          <c:order val="16"/>
          <c:tx>
            <c:v>95%-interval Meisjes + other,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482.16596920765</c:v>
                </c:pt>
                <c:pt idx="1">
                  <c:v>493.79932820898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40"/>
          <c:min val="4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Altijd/bijna altijd toetstaal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2001</c:v>
                </c:pt>
              </c:numCache>
            </c:numRef>
          </c:xVal>
          <c:yVal>
            <c:numRef>
              <c:f>'Chart Data'!$B$2:$B$2</c:f>
              <c:numCache>
                <c:formatCode>0</c:formatCode>
                <c:ptCount val="1"/>
                <c:pt idx="0">
                  <c:v>558.49990991887</c:v>
                </c:pt>
              </c:numCache>
            </c:numRef>
          </c:yVal>
        </c:ser>
        <c:ser>
          <c:idx val="1"/>
          <c:order val="1"/>
          <c:tx>
            <c:v>Altijd/bijna altijd toetstaal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2011</c:v>
                </c:pt>
                <c:pt idx="1">
                  <c:v>2016</c:v>
                </c:pt>
                <c:pt idx="2">
                  <c:v>2021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551.03776661998</c:v>
                </c:pt>
                <c:pt idx="1">
                  <c:v>549.11016954058</c:v>
                </c:pt>
                <c:pt idx="2">
                  <c:v>531.11943919872</c:v>
                </c:pt>
              </c:numCache>
            </c:numRef>
          </c:yVal>
        </c:ser>
        <c:ser>
          <c:idx val="2"/>
          <c:order val="2"/>
          <c:tx>
            <c:v>95%-interval Altijd/bijna altijd toetstaal,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554.13078367497</c:v>
                </c:pt>
                <c:pt idx="1">
                  <c:v>562.86903616277</c:v>
                </c:pt>
              </c:numCache>
            </c:numRef>
          </c:yVal>
        </c:ser>
        <c:ser>
          <c:idx val="3"/>
          <c:order val="3"/>
          <c:tx>
            <c:v>95%-interval Altijd/bijna altijd toetstaal,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547.41137706209</c:v>
                </c:pt>
                <c:pt idx="1">
                  <c:v>554.66415617786</c:v>
                </c:pt>
              </c:numCache>
            </c:numRef>
          </c:yVal>
        </c:ser>
        <c:ser>
          <c:idx val="4"/>
          <c:order val="4"/>
          <c:tx>
            <c:v>95%-interval Altijd/bijna altijd toetstaal, 2016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545.55816210304</c:v>
                </c:pt>
                <c:pt idx="1">
                  <c:v>552.66217697812</c:v>
                </c:pt>
              </c:numCache>
            </c:numRef>
          </c:yVal>
        </c:ser>
        <c:ser>
          <c:idx val="5"/>
          <c:order val="5"/>
          <c:tx>
            <c:v>95%-interval Altijd/bijna altijd toetstaal, 2021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526.09565395337</c:v>
                </c:pt>
                <c:pt idx="1">
                  <c:v>536.14322444407</c:v>
                </c:pt>
              </c:numCache>
            </c:numRef>
          </c:yVal>
        </c:ser>
        <c:ser>
          <c:idx val="6"/>
          <c:order val="6"/>
          <c:tx>
            <c:v>Soms/nooit toetstaal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2001</c:v>
                </c:pt>
              </c:numCache>
            </c:numRef>
          </c:xVal>
          <c:yVal>
            <c:numRef>
              <c:f>'Chart Data'!$N$2:$N$2</c:f>
              <c:numCache>
                <c:formatCode>0</c:formatCode>
                <c:ptCount val="1"/>
                <c:pt idx="0">
                  <c:v>531.81656084615</c:v>
                </c:pt>
              </c:numCache>
            </c:numRef>
          </c:yVal>
        </c:ser>
        <c:ser>
          <c:idx val="7"/>
          <c:order val="7"/>
          <c:tx>
            <c:v>Soms/nooit toetstaal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Data'!$O$2:$O$4</c:f>
              <c:numCache>
                <c:formatCode>General</c:formatCode>
                <c:ptCount val="3"/>
                <c:pt idx="0">
                  <c:v>2011</c:v>
                </c:pt>
                <c:pt idx="1">
                  <c:v>2016</c:v>
                </c:pt>
                <c:pt idx="2">
                  <c:v>2021</c:v>
                </c:pt>
              </c:numCache>
            </c:numRef>
          </c:xVal>
          <c:yVal>
            <c:numRef>
              <c:f>'Chart Data'!$P$2:$P$4</c:f>
              <c:numCache>
                <c:formatCode>0</c:formatCode>
                <c:ptCount val="3"/>
                <c:pt idx="0">
                  <c:v>529.98602419329</c:v>
                </c:pt>
                <c:pt idx="1">
                  <c:v>527.37720667855</c:v>
                </c:pt>
                <c:pt idx="2">
                  <c:v>511.04026064661</c:v>
                </c:pt>
              </c:numCache>
            </c:numRef>
          </c:yVal>
        </c:ser>
        <c:ser>
          <c:idx val="8"/>
          <c:order val="8"/>
          <c:tx>
            <c:v>95%-interval Soms/nooit toetstaal,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520.13903178203</c:v>
                </c:pt>
                <c:pt idx="1">
                  <c:v>543.49408991028</c:v>
                </c:pt>
              </c:numCache>
            </c:numRef>
          </c:yVal>
        </c:ser>
        <c:ser>
          <c:idx val="9"/>
          <c:order val="9"/>
          <c:tx>
            <c:v>95%-interval Soms/nooit toetstaal,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523.14314004702</c:v>
                </c:pt>
                <c:pt idx="1">
                  <c:v>536.82890833955</c:v>
                </c:pt>
              </c:numCache>
            </c:numRef>
          </c:yVal>
        </c:ser>
        <c:ser>
          <c:idx val="10"/>
          <c:order val="10"/>
          <c:tx>
            <c:v>95%-interval Soms/nooit toetstaal,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519.41385248277</c:v>
                </c:pt>
                <c:pt idx="1">
                  <c:v>535.34056087433</c:v>
                </c:pt>
              </c:numCache>
            </c:numRef>
          </c:yVal>
        </c:ser>
        <c:ser>
          <c:idx val="11"/>
          <c:order val="11"/>
          <c:tx>
            <c:v>95%-interval Soms/nooit toetstaal,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502.33322281452</c:v>
                </c:pt>
                <c:pt idx="1">
                  <c:v>519.7472984787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80"/>
          <c:min val="48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Altijd/bijna altijd toetstaal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543.87036179472</c:v>
                </c:pt>
                <c:pt idx="1">
                  <c:v>537.76835289565</c:v>
                </c:pt>
                <c:pt idx="2">
                  <c:v>544.94447337711</c:v>
                </c:pt>
                <c:pt idx="3">
                  <c:v>534.02661878839</c:v>
                </c:pt>
                <c:pt idx="4">
                  <c:v>542.26735252542</c:v>
                </c:pt>
                <c:pt idx="5">
                  <c:v>541.49790798566</c:v>
                </c:pt>
              </c:numCache>
            </c:numRef>
          </c:yVal>
        </c:ser>
        <c:ser>
          <c:idx val="1"/>
          <c:order val="1"/>
          <c:tx>
            <c:v>95%-interval Altijd/bijna altijd toetstaal,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530.63770664183</c:v>
                </c:pt>
                <c:pt idx="1">
                  <c:v>537.41553093495</c:v>
                </c:pt>
              </c:numCache>
            </c:numRef>
          </c:yVal>
        </c:ser>
        <c:ser>
          <c:idx val="2"/>
          <c:order val="2"/>
          <c:tx>
            <c:v>95%-interval Altijd/bijna altijd toetstaal,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539.92708379777</c:v>
                </c:pt>
                <c:pt idx="1">
                  <c:v>547.81363979168</c:v>
                </c:pt>
              </c:numCache>
            </c:numRef>
          </c:yVal>
        </c:ser>
        <c:ser>
          <c:idx val="3"/>
          <c:order val="3"/>
          <c:tx>
            <c:v>95%-interval Altijd/bijna altijd toetstaal,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533.41374708588</c:v>
                </c:pt>
                <c:pt idx="1">
                  <c:v>542.12295870542</c:v>
                </c:pt>
              </c:numCache>
            </c:numRef>
          </c:yVal>
        </c:ser>
        <c:ser>
          <c:idx val="4"/>
          <c:order val="4"/>
          <c:tx>
            <c:v>95%-interval Altijd/bijna altijd toetstaal,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541.501002574</c:v>
                </c:pt>
                <c:pt idx="1">
                  <c:v>548.38794418023</c:v>
                </c:pt>
              </c:numCache>
            </c:numRef>
          </c:yVal>
        </c:ser>
        <c:ser>
          <c:idx val="5"/>
          <c:order val="5"/>
          <c:tx>
            <c:v>95%-interval Altijd/bijna altijd toetstaal,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538.17521608536</c:v>
                </c:pt>
                <c:pt idx="1">
                  <c:v>546.35948896548</c:v>
                </c:pt>
              </c:numCache>
            </c:numRef>
          </c:yVal>
        </c:ser>
        <c:ser>
          <c:idx val="6"/>
          <c:order val="6"/>
          <c:tx>
            <c:v>95%-interval Altijd/bijna altijd toetstaal,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537.75696110117</c:v>
                </c:pt>
                <c:pt idx="1">
                  <c:v>545.23885487015</c:v>
                </c:pt>
              </c:numCache>
            </c:numRef>
          </c:yVal>
        </c:ser>
        <c:ser>
          <c:idx val="7"/>
          <c:order val="7"/>
          <c:tx>
            <c:v>Soms/nooit toetstaal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503.77521515724</c:v>
                </c:pt>
                <c:pt idx="1">
                  <c:v>510.62978552359</c:v>
                </c:pt>
                <c:pt idx="2">
                  <c:v>520.5297418867</c:v>
                </c:pt>
                <c:pt idx="3">
                  <c:v>514.56622710831</c:v>
                </c:pt>
                <c:pt idx="4">
                  <c:v>520.75810821862</c:v>
                </c:pt>
                <c:pt idx="5">
                  <c:v>522.39991473585</c:v>
                </c:pt>
              </c:numCache>
            </c:numRef>
          </c:yVal>
        </c:ser>
        <c:ser>
          <c:idx val="8"/>
          <c:order val="8"/>
          <c:tx>
            <c:v>95%-interval Soms/nooit toetstaal,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507.74352774018</c:v>
                </c:pt>
                <c:pt idx="1">
                  <c:v>521.38892647644</c:v>
                </c:pt>
              </c:numCache>
            </c:numRef>
          </c:yVal>
        </c:ser>
        <c:ser>
          <c:idx val="9"/>
          <c:order val="9"/>
          <c:tx>
            <c:v>95%-interval Soms/nooit toetstaal,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490.5663069285</c:v>
                </c:pt>
                <c:pt idx="1">
                  <c:v>516.98412338598</c:v>
                </c:pt>
              </c:numCache>
            </c:numRef>
          </c:yVal>
        </c:ser>
        <c:ser>
          <c:idx val="10"/>
          <c:order val="10"/>
          <c:tx>
            <c:v>95%-interval Soms/nooit toetstaal,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499.06317937662</c:v>
                </c:pt>
                <c:pt idx="1">
                  <c:v>522.19639167057</c:v>
                </c:pt>
              </c:numCache>
            </c:numRef>
          </c:yVal>
        </c:ser>
        <c:ser>
          <c:idx val="11"/>
          <c:order val="11"/>
          <c:tx>
            <c:v>95%-interval Soms/nooit toetstaal,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514.24771139902</c:v>
                </c:pt>
                <c:pt idx="1">
                  <c:v>526.81177237439</c:v>
                </c:pt>
              </c:numCache>
            </c:numRef>
          </c:yVal>
        </c:ser>
        <c:ser>
          <c:idx val="12"/>
          <c:order val="12"/>
          <c:tx>
            <c:v>95%-interval Soms/nooit toetstaal,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513.13820108268</c:v>
                </c:pt>
                <c:pt idx="1">
                  <c:v>528.37801535455</c:v>
                </c:pt>
              </c:numCache>
            </c:numRef>
          </c:yVal>
        </c:ser>
        <c:ser>
          <c:idx val="13"/>
          <c:order val="13"/>
          <c:tx>
            <c:v>95%-interval Soms/nooit toetstaal,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515.67099222386</c:v>
                </c:pt>
                <c:pt idx="1">
                  <c:v>529.12883724785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48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Altijd/bijna altijd toetstaal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528.69710903382</c:v>
                </c:pt>
                <c:pt idx="1">
                  <c:v>526.6670280717</c:v>
                </c:pt>
                <c:pt idx="2">
                  <c:v>537.01304055162</c:v>
                </c:pt>
                <c:pt idx="3">
                  <c:v>523.02935507476</c:v>
                </c:pt>
                <c:pt idx="4">
                  <c:v>524.63678173941</c:v>
                </c:pt>
                <c:pt idx="5">
                  <c:v>523.88083993118</c:v>
                </c:pt>
              </c:numCache>
            </c:numRef>
          </c:yVal>
        </c:ser>
        <c:ser>
          <c:idx val="1"/>
          <c:order val="1"/>
          <c:tx>
            <c:v>95%-interval Altijd/bijna altijd toetstaal,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518.33301869031</c:v>
                </c:pt>
                <c:pt idx="1">
                  <c:v>527.7256914592</c:v>
                </c:pt>
              </c:numCache>
            </c:numRef>
          </c:yVal>
        </c:ser>
        <c:ser>
          <c:idx val="2"/>
          <c:order val="2"/>
          <c:tx>
            <c:v>95%-interval Altijd/bijna altijd toetstaal,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524.9713659243</c:v>
                </c:pt>
                <c:pt idx="1">
                  <c:v>532.42285214334</c:v>
                </c:pt>
              </c:numCache>
            </c:numRef>
          </c:yVal>
        </c:ser>
        <c:ser>
          <c:idx val="3"/>
          <c:order val="3"/>
          <c:tx>
            <c:v>95%-interval Altijd/bijna altijd toetstaal,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521.38662556748</c:v>
                </c:pt>
                <c:pt idx="1">
                  <c:v>531.94743057593</c:v>
                </c:pt>
              </c:numCache>
            </c:numRef>
          </c:yVal>
        </c:ser>
        <c:ser>
          <c:idx val="4"/>
          <c:order val="4"/>
          <c:tx>
            <c:v>95%-interval Altijd/bijna altijd toetstaal,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532.61273380802</c:v>
                </c:pt>
                <c:pt idx="1">
                  <c:v>541.41334729523</c:v>
                </c:pt>
              </c:numCache>
            </c:numRef>
          </c:yVal>
        </c:ser>
        <c:ser>
          <c:idx val="5"/>
          <c:order val="5"/>
          <c:tx>
            <c:v>95%-interval Altijd/bijna altijd toetstaal,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519.08961820347</c:v>
                </c:pt>
                <c:pt idx="1">
                  <c:v>530.18394527534</c:v>
                </c:pt>
              </c:numCache>
            </c:numRef>
          </c:yVal>
        </c:ser>
        <c:ser>
          <c:idx val="6"/>
          <c:order val="6"/>
          <c:tx>
            <c:v>95%-interval Altijd/bijna altijd toetstaal,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518.61865325775</c:v>
                </c:pt>
                <c:pt idx="1">
                  <c:v>529.14302660462</c:v>
                </c:pt>
              </c:numCache>
            </c:numRef>
          </c:yVal>
        </c:ser>
        <c:ser>
          <c:idx val="7"/>
          <c:order val="7"/>
          <c:tx>
            <c:v>Soms/nooit toetstaal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485.81773457134</c:v>
                </c:pt>
                <c:pt idx="1">
                  <c:v>494.79328291968</c:v>
                </c:pt>
                <c:pt idx="2">
                  <c:v>508.08465052688</c:v>
                </c:pt>
                <c:pt idx="3">
                  <c:v>495.17273352363</c:v>
                </c:pt>
                <c:pt idx="4">
                  <c:v>495.74851533209</c:v>
                </c:pt>
                <c:pt idx="5">
                  <c:v>492.11362142573</c:v>
                </c:pt>
              </c:numCache>
            </c:numRef>
          </c:yVal>
        </c:ser>
        <c:ser>
          <c:idx val="8"/>
          <c:order val="8"/>
          <c:tx>
            <c:v>95%-interval Soms/nooit toetstaal,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485.32913477833</c:v>
                </c:pt>
                <c:pt idx="1">
                  <c:v>505.01633226893</c:v>
                </c:pt>
              </c:numCache>
            </c:numRef>
          </c:yVal>
        </c:ser>
        <c:ser>
          <c:idx val="9"/>
          <c:order val="9"/>
          <c:tx>
            <c:v>95%-interval Soms/nooit toetstaal,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475.42732636492</c:v>
                </c:pt>
                <c:pt idx="1">
                  <c:v>496.20814277775</c:v>
                </c:pt>
              </c:numCache>
            </c:numRef>
          </c:yVal>
        </c:ser>
        <c:ser>
          <c:idx val="10"/>
          <c:order val="10"/>
          <c:tx>
            <c:v>95%-interval Soms/nooit toetstaal,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480.10057716594</c:v>
                </c:pt>
                <c:pt idx="1">
                  <c:v>509.48598867343</c:v>
                </c:pt>
              </c:numCache>
            </c:numRef>
          </c:yVal>
        </c:ser>
        <c:ser>
          <c:idx val="11"/>
          <c:order val="11"/>
          <c:tx>
            <c:v>95%-interval Soms/nooit toetstaal,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500.18568229969</c:v>
                </c:pt>
                <c:pt idx="1">
                  <c:v>515.98361875407</c:v>
                </c:pt>
              </c:numCache>
            </c:numRef>
          </c:yVal>
        </c:ser>
        <c:ser>
          <c:idx val="12"/>
          <c:order val="12"/>
          <c:tx>
            <c:v>95%-interval Soms/nooit toetstaal,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486.79719807344</c:v>
                </c:pt>
                <c:pt idx="1">
                  <c:v>504.69983259073</c:v>
                </c:pt>
              </c:numCache>
            </c:numRef>
          </c:yVal>
        </c:ser>
        <c:ser>
          <c:idx val="13"/>
          <c:order val="13"/>
          <c:tx>
            <c:v>95%-interval Soms/nooit toetstaal,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482.91397586065</c:v>
                </c:pt>
                <c:pt idx="1">
                  <c:v>501.31326699082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4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Toetstaal thuis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523.87680752274</c:v>
                </c:pt>
                <c:pt idx="1">
                  <c:v>512.43779588834</c:v>
                </c:pt>
                <c:pt idx="2">
                  <c:v>513.38780471293</c:v>
                </c:pt>
                <c:pt idx="3">
                  <c:v>519.433070498</c:v>
                </c:pt>
                <c:pt idx="4">
                  <c:v>507.9082826066</c:v>
                </c:pt>
                <c:pt idx="5">
                  <c:v>494.76738536842</c:v>
                </c:pt>
                <c:pt idx="6">
                  <c:v>472.09216385977</c:v>
                </c:pt>
                <c:pt idx="7">
                  <c:v>454.21795386108</c:v>
                </c:pt>
              </c:numCache>
            </c:numRef>
          </c:yVal>
        </c:ser>
        <c:ser>
          <c:idx val="1"/>
          <c:order val="1"/>
          <c:tx>
            <c:v>95%-interval Toetstaal thuis,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448.39519358681</c:v>
                </c:pt>
                <c:pt idx="1">
                  <c:v>460.04071413536</c:v>
                </c:pt>
              </c:numCache>
            </c:numRef>
          </c:yVal>
        </c:ser>
        <c:ser>
          <c:idx val="2"/>
          <c:order val="2"/>
          <c:tx>
            <c:v>95%-interval Toetstaal thuis,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503.33178908708</c:v>
                </c:pt>
                <c:pt idx="1">
                  <c:v>512.48477612613</c:v>
                </c:pt>
              </c:numCache>
            </c:numRef>
          </c:yVal>
        </c:ser>
        <c:ser>
          <c:idx val="3"/>
          <c:order val="3"/>
          <c:tx>
            <c:v>95%-interval Toetstaal thuis,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489.64027754541</c:v>
                </c:pt>
                <c:pt idx="1">
                  <c:v>499.89449319143</c:v>
                </c:pt>
              </c:numCache>
            </c:numRef>
          </c:yVal>
        </c:ser>
        <c:ser>
          <c:idx val="4"/>
          <c:order val="4"/>
          <c:tx>
            <c:v>95%-interval Toetstaal thuis,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464.9718748231</c:v>
                </c:pt>
                <c:pt idx="1">
                  <c:v>479.21245289645</c:v>
                </c:pt>
              </c:numCache>
            </c:numRef>
          </c:yVal>
        </c:ser>
        <c:ser>
          <c:idx val="5"/>
          <c:order val="5"/>
          <c:tx>
            <c:v>95%-interval Toetstaal thuis,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507.66657525256</c:v>
                </c:pt>
                <c:pt idx="1">
                  <c:v>517.20901652413</c:v>
                </c:pt>
              </c:numCache>
            </c:numRef>
          </c:yVal>
        </c:ser>
        <c:ser>
          <c:idx val="6"/>
          <c:order val="6"/>
          <c:tx>
            <c:v>95%-interval Toetstaal thuis,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517.91932389016</c:v>
                </c:pt>
                <c:pt idx="1">
                  <c:v>529.83429115532</c:v>
                </c:pt>
              </c:numCache>
            </c:numRef>
          </c:yVal>
        </c:ser>
        <c:ser>
          <c:idx val="7"/>
          <c:order val="7"/>
          <c:tx>
            <c:v>95%-interval Toetstaal thuis,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503.35898333245</c:v>
                </c:pt>
                <c:pt idx="1">
                  <c:v>523.41662609342</c:v>
                </c:pt>
              </c:numCache>
            </c:numRef>
          </c:yVal>
        </c:ser>
        <c:ser>
          <c:idx val="8"/>
          <c:order val="8"/>
          <c:tx>
            <c:v>95%-interval Toetstaal thuis,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512.87440827548</c:v>
                </c:pt>
                <c:pt idx="1">
                  <c:v>525.99173272051</c:v>
                </c:pt>
              </c:numCache>
            </c:numRef>
          </c:yVal>
        </c:ser>
        <c:ser>
          <c:idx val="9"/>
          <c:order val="9"/>
          <c:tx>
            <c:v>Andere thuistaal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498.59133806132</c:v>
                </c:pt>
                <c:pt idx="1">
                  <c:v>437.66653777322</c:v>
                </c:pt>
                <c:pt idx="2">
                  <c:v>474.15517962789</c:v>
                </c:pt>
                <c:pt idx="3">
                  <c:v>461.05820594683</c:v>
                </c:pt>
                <c:pt idx="4">
                  <c:v>449.8827669765</c:v>
                </c:pt>
                <c:pt idx="5">
                  <c:v>419.72023018093</c:v>
                </c:pt>
                <c:pt idx="6">
                  <c:v>403.30383555409</c:v>
                </c:pt>
                <c:pt idx="7">
                  <c:v>392.09884397816</c:v>
                </c:pt>
              </c:numCache>
            </c:numRef>
          </c:yVal>
        </c:ser>
        <c:ser>
          <c:idx val="10"/>
          <c:order val="10"/>
          <c:tx>
            <c:v>95%-interval Andere thuistaal,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379.56756279163</c:v>
                </c:pt>
                <c:pt idx="1">
                  <c:v>404.6301251647</c:v>
                </c:pt>
              </c:numCache>
            </c:numRef>
          </c:yVal>
        </c:ser>
        <c:ser>
          <c:idx val="11"/>
          <c:order val="11"/>
          <c:tx>
            <c:v>95%-interval Andere thuistaal,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433.63705361079</c:v>
                </c:pt>
                <c:pt idx="1">
                  <c:v>466.12848034222</c:v>
                </c:pt>
              </c:numCache>
            </c:numRef>
          </c:yVal>
        </c:ser>
        <c:ser>
          <c:idx val="12"/>
          <c:order val="12"/>
          <c:tx>
            <c:v>95%-interval Andere thuistaal,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407.81184751591</c:v>
                </c:pt>
                <c:pt idx="1">
                  <c:v>431.62861284595</c:v>
                </c:pt>
              </c:numCache>
            </c:numRef>
          </c:yVal>
        </c:ser>
        <c:ser>
          <c:idx val="13"/>
          <c:order val="13"/>
          <c:tx>
            <c:v>95%-interval Andere thuistaal,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386.51784574567</c:v>
                </c:pt>
                <c:pt idx="1">
                  <c:v>420.08982536251</c:v>
                </c:pt>
              </c:numCache>
            </c:numRef>
          </c:yVal>
        </c:ser>
        <c:ser>
          <c:idx val="14"/>
          <c:order val="14"/>
          <c:tx>
            <c:v>95%-interval Andere thuistaal,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413.51124883688</c:v>
                </c:pt>
                <c:pt idx="1">
                  <c:v>461.82182670955</c:v>
                </c:pt>
              </c:numCache>
            </c:numRef>
          </c:yVal>
        </c:ser>
        <c:ser>
          <c:idx val="15"/>
          <c:order val="15"/>
          <c:tx>
            <c:v>95%-interval Andere thuistaal,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483.67124405009</c:v>
                </c:pt>
                <c:pt idx="1">
                  <c:v>513.51143207254</c:v>
                </c:pt>
              </c:numCache>
            </c:numRef>
          </c:yVal>
        </c:ser>
        <c:ser>
          <c:idx val="16"/>
          <c:order val="16"/>
          <c:tx>
            <c:v>95%-interval Andere thuistaal,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451.78763383165</c:v>
                </c:pt>
                <c:pt idx="1">
                  <c:v>496.52272542414</c:v>
                </c:pt>
              </c:numCache>
            </c:numRef>
          </c:yVal>
        </c:ser>
        <c:ser>
          <c:idx val="17"/>
          <c:order val="17"/>
          <c:tx>
            <c:v>95%-interval Andere thuistaal,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443.5895738225</c:v>
                </c:pt>
                <c:pt idx="1">
                  <c:v>478.52683807116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3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Toetstaal thuis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548.97272234353</c:v>
                </c:pt>
                <c:pt idx="1">
                  <c:v>535.89748439563</c:v>
                </c:pt>
                <c:pt idx="2">
                  <c:v>531.90227623959</c:v>
                </c:pt>
                <c:pt idx="3">
                  <c:v>530.56963580235</c:v>
                </c:pt>
                <c:pt idx="4">
                  <c:v>517.21890242249</c:v>
                </c:pt>
                <c:pt idx="5">
                  <c:v>527.89692639497</c:v>
                </c:pt>
                <c:pt idx="6">
                  <c:v>505.15018090152</c:v>
                </c:pt>
                <c:pt idx="7">
                  <c:v>496.91624790617</c:v>
                </c:pt>
              </c:numCache>
            </c:numRef>
          </c:yVal>
        </c:ser>
        <c:ser>
          <c:idx val="1"/>
          <c:order val="1"/>
          <c:tx>
            <c:v>95%-interval Toetstaal thuis,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491.15767931779</c:v>
                </c:pt>
                <c:pt idx="1">
                  <c:v>502.67481649455</c:v>
                </c:pt>
              </c:numCache>
            </c:numRef>
          </c:yVal>
        </c:ser>
        <c:ser>
          <c:idx val="2"/>
          <c:order val="2"/>
          <c:tx>
            <c:v>95%-interval Toetstaal thuis,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513.04611040661</c:v>
                </c:pt>
                <c:pt idx="1">
                  <c:v>521.39169443836</c:v>
                </c:pt>
              </c:numCache>
            </c:numRef>
          </c:yVal>
        </c:ser>
        <c:ser>
          <c:idx val="3"/>
          <c:order val="3"/>
          <c:tx>
            <c:v>95%-interval Toetstaal thuis,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522.93043328687</c:v>
                </c:pt>
                <c:pt idx="1">
                  <c:v>532.86341950306</c:v>
                </c:pt>
              </c:numCache>
            </c:numRef>
          </c:yVal>
        </c:ser>
        <c:ser>
          <c:idx val="4"/>
          <c:order val="4"/>
          <c:tx>
            <c:v>95%-interval Toetstaal thuis,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499.08975037045</c:v>
                </c:pt>
                <c:pt idx="1">
                  <c:v>511.21061143259</c:v>
                </c:pt>
              </c:numCache>
            </c:numRef>
          </c:yVal>
        </c:ser>
        <c:ser>
          <c:idx val="5"/>
          <c:order val="5"/>
          <c:tx>
            <c:v>95%-interval Toetstaal thuis,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531.61509230347</c:v>
                </c:pt>
                <c:pt idx="1">
                  <c:v>540.17987648778</c:v>
                </c:pt>
              </c:numCache>
            </c:numRef>
          </c:yVal>
        </c:ser>
        <c:ser>
          <c:idx val="6"/>
          <c:order val="6"/>
          <c:tx>
            <c:v>95%-interval Toetstaal thuis,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542.52925440429</c:v>
                </c:pt>
                <c:pt idx="1">
                  <c:v>555.41619028277</c:v>
                </c:pt>
              </c:numCache>
            </c:numRef>
          </c:yVal>
        </c:ser>
        <c:ser>
          <c:idx val="7"/>
          <c:order val="7"/>
          <c:tx>
            <c:v>95%-interval Toetstaal thuis,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522.87835799466</c:v>
                </c:pt>
                <c:pt idx="1">
                  <c:v>540.92619448452</c:v>
                </c:pt>
              </c:numCache>
            </c:numRef>
          </c:yVal>
        </c:ser>
        <c:ser>
          <c:idx val="8"/>
          <c:order val="8"/>
          <c:tx>
            <c:v>95%-interval Toetstaal thuis,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523.88960468873</c:v>
                </c:pt>
                <c:pt idx="1">
                  <c:v>537.24966691598</c:v>
                </c:pt>
              </c:numCache>
            </c:numRef>
          </c:yVal>
        </c:ser>
        <c:ser>
          <c:idx val="9"/>
          <c:order val="9"/>
          <c:tx>
            <c:v>Andere thuistaal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524.92889272639</c:v>
                </c:pt>
                <c:pt idx="1">
                  <c:v>471.69975856093</c:v>
                </c:pt>
                <c:pt idx="2">
                  <c:v>484.04043359184</c:v>
                </c:pt>
                <c:pt idx="3">
                  <c:v>476.94172994185</c:v>
                </c:pt>
                <c:pt idx="4">
                  <c:v>455.65501397832</c:v>
                </c:pt>
                <c:pt idx="5">
                  <c:v>455.96522477241</c:v>
                </c:pt>
                <c:pt idx="6">
                  <c:v>433.4206057443</c:v>
                </c:pt>
                <c:pt idx="7">
                  <c:v>428.98181178685</c:v>
                </c:pt>
              </c:numCache>
            </c:numRef>
          </c:yVal>
        </c:ser>
        <c:ser>
          <c:idx val="10"/>
          <c:order val="10"/>
          <c:tx>
            <c:v>95%-interval Andere thuistaal,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416.19203031532</c:v>
                </c:pt>
                <c:pt idx="1">
                  <c:v>441.77159325838</c:v>
                </c:pt>
              </c:numCache>
            </c:numRef>
          </c:yVal>
        </c:ser>
        <c:ser>
          <c:idx val="11"/>
          <c:order val="11"/>
          <c:tx>
            <c:v>95%-interval Andere thuistaal,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439.4351907095</c:v>
                </c:pt>
                <c:pt idx="1">
                  <c:v>471.87483724714</c:v>
                </c:pt>
              </c:numCache>
            </c:numRef>
          </c:yVal>
        </c:ser>
        <c:ser>
          <c:idx val="12"/>
          <c:order val="12"/>
          <c:tx>
            <c:v>95%-interval Andere thuistaal,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442.74975717072</c:v>
                </c:pt>
                <c:pt idx="1">
                  <c:v>469.18069237409</c:v>
                </c:pt>
              </c:numCache>
            </c:numRef>
          </c:yVal>
        </c:ser>
        <c:ser>
          <c:idx val="13"/>
          <c:order val="13"/>
          <c:tx>
            <c:v>95%-interval Andere thuistaal,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418.11250119091</c:v>
                </c:pt>
                <c:pt idx="1">
                  <c:v>448.7287102977</c:v>
                </c:pt>
              </c:numCache>
            </c:numRef>
          </c:yVal>
        </c:ser>
        <c:ser>
          <c:idx val="14"/>
          <c:order val="14"/>
          <c:tx>
            <c:v>95%-interval Andere thuistaal,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451.47117010634</c:v>
                </c:pt>
                <c:pt idx="1">
                  <c:v>491.92834701551</c:v>
                </c:pt>
              </c:numCache>
            </c:numRef>
          </c:yVal>
        </c:ser>
        <c:ser>
          <c:idx val="15"/>
          <c:order val="15"/>
          <c:tx>
            <c:v>95%-interval Andere thuistaal,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508.23184999336</c:v>
                </c:pt>
                <c:pt idx="1">
                  <c:v>541.62593545942</c:v>
                </c:pt>
              </c:numCache>
            </c:numRef>
          </c:yVal>
        </c:ser>
        <c:ser>
          <c:idx val="16"/>
          <c:order val="16"/>
          <c:tx>
            <c:v>95%-interval Andere thuistaal,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461.50076621161</c:v>
                </c:pt>
                <c:pt idx="1">
                  <c:v>506.58010097206</c:v>
                </c:pt>
              </c:numCache>
            </c:numRef>
          </c:yVal>
        </c:ser>
        <c:ser>
          <c:idx val="17"/>
          <c:order val="17"/>
          <c:tx>
            <c:v>95%-interval Andere thuistaal,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461.85387161445</c:v>
                </c:pt>
                <c:pt idx="1">
                  <c:v>492.02958826926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Toetstaal thuis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531.01107107097</c:v>
                </c:pt>
                <c:pt idx="1">
                  <c:v>528.79458807643</c:v>
                </c:pt>
                <c:pt idx="2">
                  <c:v>530.57215590674</c:v>
                </c:pt>
                <c:pt idx="3">
                  <c:v>513.74261212519</c:v>
                </c:pt>
                <c:pt idx="4">
                  <c:v>512.89620980812</c:v>
                </c:pt>
                <c:pt idx="5">
                  <c:v>501.42736568118</c:v>
                </c:pt>
                <c:pt idx="6">
                  <c:v>499.4518940592</c:v>
                </c:pt>
              </c:numCache>
            </c:numRef>
          </c:yVal>
        </c:ser>
        <c:ser>
          <c:idx val="1"/>
          <c:order val="1"/>
          <c:tx>
            <c:v>95%-interval Toetstaal thuis,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493.7043538917</c:v>
                </c:pt>
                <c:pt idx="1">
                  <c:v>505.19943422671</c:v>
                </c:pt>
              </c:numCache>
            </c:numRef>
          </c:yVal>
        </c:ser>
        <c:ser>
          <c:idx val="2"/>
          <c:order val="2"/>
          <c:tx>
            <c:v>95%-interval Toetstaal thuis,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509.4951434626</c:v>
                </c:pt>
                <c:pt idx="1">
                  <c:v>517.99008078778</c:v>
                </c:pt>
              </c:numCache>
            </c:numRef>
          </c:yVal>
        </c:ser>
        <c:ser>
          <c:idx val="3"/>
          <c:order val="3"/>
          <c:tx>
            <c:v>95%-interval Toetstaal thuis,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507.47056635786</c:v>
                </c:pt>
                <c:pt idx="1">
                  <c:v>518.32185325837</c:v>
                </c:pt>
              </c:numCache>
            </c:numRef>
          </c:yVal>
        </c:ser>
        <c:ser>
          <c:idx val="4"/>
          <c:order val="4"/>
          <c:tx>
            <c:v>95%-interval Toetstaal thuis,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494.727260107</c:v>
                </c:pt>
                <c:pt idx="1">
                  <c:v>508.12747125536</c:v>
                </c:pt>
              </c:numCache>
            </c:numRef>
          </c:yVal>
        </c:ser>
        <c:ser>
          <c:idx val="5"/>
          <c:order val="5"/>
          <c:tx>
            <c:v>95%-interval Toetstaal thuis,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526.66994600825</c:v>
                </c:pt>
                <c:pt idx="1">
                  <c:v>535.35219613369</c:v>
                </c:pt>
              </c:numCache>
            </c:numRef>
          </c:yVal>
        </c:ser>
        <c:ser>
          <c:idx val="6"/>
          <c:order val="6"/>
          <c:tx>
            <c:v>95%-interval Toetstaal thuis,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518.42570797517</c:v>
                </c:pt>
                <c:pt idx="1">
                  <c:v>539.16346817768</c:v>
                </c:pt>
              </c:numCache>
            </c:numRef>
          </c:yVal>
        </c:ser>
        <c:ser>
          <c:idx val="7"/>
          <c:order val="7"/>
          <c:tx>
            <c:v>95%-interval Toetstaal thuis,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523.84516182595</c:v>
                </c:pt>
                <c:pt idx="1">
                  <c:v>537.29914998754</c:v>
                </c:pt>
              </c:numCache>
            </c:numRef>
          </c:yVal>
        </c:ser>
        <c:ser>
          <c:idx val="8"/>
          <c:order val="8"/>
          <c:tx>
            <c:v>Andere thuistaal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Data'!$R$2:$R$8</c:f>
              <c:numCache>
                <c:formatCode>0</c:formatCode>
                <c:ptCount val="7"/>
                <c:pt idx="0">
                  <c:v>448.87634361541</c:v>
                </c:pt>
                <c:pt idx="1">
                  <c:v>469.3863990142</c:v>
                </c:pt>
                <c:pt idx="2">
                  <c:v>470.4334454953</c:v>
                </c:pt>
                <c:pt idx="3">
                  <c:v>450.60342500673</c:v>
                </c:pt>
                <c:pt idx="4">
                  <c:v>436.02424476311</c:v>
                </c:pt>
                <c:pt idx="5">
                  <c:v>427.84100380927</c:v>
                </c:pt>
                <c:pt idx="6">
                  <c:v>427.29447673419</c:v>
                </c:pt>
              </c:numCache>
            </c:numRef>
          </c:yVal>
        </c:ser>
        <c:ser>
          <c:idx val="9"/>
          <c:order val="9"/>
          <c:tx>
            <c:v>95%-interval Andere thuistaal,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414.60725263444</c:v>
                </c:pt>
                <c:pt idx="1">
                  <c:v>439.98170083394</c:v>
                </c:pt>
              </c:numCache>
            </c:numRef>
          </c:yVal>
        </c:ser>
        <c:ser>
          <c:idx val="10"/>
          <c:order val="10"/>
          <c:tx>
            <c:v>95%-interval Andere thuistaal,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434.07334058544</c:v>
                </c:pt>
                <c:pt idx="1">
                  <c:v>467.13350942802</c:v>
                </c:pt>
              </c:numCache>
            </c:numRef>
          </c:yVal>
        </c:ser>
        <c:ser>
          <c:idx val="11"/>
          <c:order val="11"/>
          <c:tx>
            <c:v>95%-interval Andere thuistaal,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422.7629680786</c:v>
                </c:pt>
                <c:pt idx="1">
                  <c:v>449.28552144762</c:v>
                </c:pt>
              </c:numCache>
            </c:numRef>
          </c:yVal>
        </c:ser>
        <c:ser>
          <c:idx val="12"/>
          <c:order val="12"/>
          <c:tx>
            <c:v>95%-interval Andere thuistaal,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411.45897029733</c:v>
                </c:pt>
                <c:pt idx="1">
                  <c:v>444.22303732121</c:v>
                </c:pt>
              </c:numCache>
            </c:numRef>
          </c:yVal>
        </c:ser>
        <c:ser>
          <c:idx val="13"/>
          <c:order val="13"/>
          <c:tx>
            <c:v>95%-interval Andere thuistaal,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427.34460372581</c:v>
                </c:pt>
                <c:pt idx="1">
                  <c:v>470.408083505</c:v>
                </c:pt>
              </c:numCache>
            </c:numRef>
          </c:yVal>
        </c:ser>
        <c:ser>
          <c:idx val="14"/>
          <c:order val="14"/>
          <c:tx>
            <c:v>95%-interval Andere thuistaal,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441.40785143445</c:v>
                </c:pt>
                <c:pt idx="1">
                  <c:v>497.36494659395</c:v>
                </c:pt>
              </c:numCache>
            </c:numRef>
          </c:yVal>
        </c:ser>
        <c:ser>
          <c:idx val="15"/>
          <c:order val="15"/>
          <c:tx>
            <c:v>95%-interval Andere thuistaal,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455.01447138259</c:v>
                </c:pt>
                <c:pt idx="1">
                  <c:v>485.85241960801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ouder in buitenland geboren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560.29436005159</c:v>
                </c:pt>
                <c:pt idx="1">
                  <c:v>553.4907941208</c:v>
                </c:pt>
              </c:numCache>
            </c:numRef>
          </c:yVal>
        </c:ser>
        <c:ser>
          <c:idx val="1"/>
          <c:order val="1"/>
          <c:tx>
            <c:v>95%-interval Geen ouder in buitenland geboren,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555.9391589622</c:v>
                </c:pt>
                <c:pt idx="1">
                  <c:v>564.64956114099</c:v>
                </c:pt>
              </c:numCache>
            </c:numRef>
          </c:yVal>
        </c:ser>
        <c:ser>
          <c:idx val="2"/>
          <c:order val="2"/>
          <c:tx>
            <c:v>95%-interval Geen ouder in buitenland geboren,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550.1388271126</c:v>
                </c:pt>
                <c:pt idx="1">
                  <c:v>556.842761129</c:v>
                </c:pt>
              </c:numCache>
            </c:numRef>
          </c:yVal>
        </c:ser>
        <c:ser>
          <c:idx val="3"/>
          <c:order val="3"/>
          <c:tx>
            <c:v>Minstens één ouder in buitenland geboren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533.36554821098</c:v>
                </c:pt>
                <c:pt idx="1">
                  <c:v>527.34576839238</c:v>
                </c:pt>
              </c:numCache>
            </c:numRef>
          </c:yVal>
        </c:ser>
        <c:ser>
          <c:idx val="4"/>
          <c:order val="4"/>
          <c:tx>
            <c:v>95%-interval Minstens één ouder in buitenland geboren,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524.1575643415</c:v>
                </c:pt>
                <c:pt idx="1">
                  <c:v>542.57353208046</c:v>
                </c:pt>
              </c:numCache>
            </c:numRef>
          </c:yVal>
        </c:ser>
        <c:ser>
          <c:idx val="5"/>
          <c:order val="5"/>
          <c:tx>
            <c:v>95%-interval Minstens één ouder in buitenland geboren,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522.26917424745</c:v>
                </c:pt>
                <c:pt idx="1">
                  <c:v>532.42236253732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80"/>
          <c:min val="52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ouder in buitenland geboren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550.84659198672</c:v>
                </c:pt>
                <c:pt idx="1">
                  <c:v>543.52901246018</c:v>
                </c:pt>
              </c:numCache>
            </c:numRef>
          </c:yVal>
        </c:ser>
        <c:ser>
          <c:idx val="1"/>
          <c:order val="1"/>
          <c:tx>
            <c:v>Geen ouder in buitenland geboren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536.40154296243</c:v>
                </c:pt>
                <c:pt idx="1">
                  <c:v>547.03004305483</c:v>
                </c:pt>
                <c:pt idx="2">
                  <c:v>545.48928834315</c:v>
                </c:pt>
              </c:numCache>
            </c:numRef>
          </c:yVal>
        </c:ser>
        <c:ser>
          <c:idx val="2"/>
          <c:order val="2"/>
          <c:tx>
            <c:v>95%-interval Geen ouder in buitenland geboren,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532.98021663507</c:v>
                </c:pt>
                <c:pt idx="1">
                  <c:v>539.82286928979</c:v>
                </c:pt>
              </c:numCache>
            </c:numRef>
          </c:yVal>
        </c:ser>
        <c:ser>
          <c:idx val="3"/>
          <c:order val="3"/>
          <c:tx>
            <c:v>95%-interval Geen ouder in buitenland geboren,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547.56957574758</c:v>
                </c:pt>
                <c:pt idx="1">
                  <c:v>554.12360822586</c:v>
                </c:pt>
              </c:numCache>
            </c:numRef>
          </c:yVal>
        </c:ser>
        <c:ser>
          <c:idx val="4"/>
          <c:order val="4"/>
          <c:tx>
            <c:v>95%-interval Geen ouder in buitenland geboren,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539.19852187346</c:v>
                </c:pt>
                <c:pt idx="1">
                  <c:v>547.85950304689</c:v>
                </c:pt>
              </c:numCache>
            </c:numRef>
          </c:yVal>
        </c:ser>
        <c:ser>
          <c:idx val="5"/>
          <c:order val="5"/>
          <c:tx>
            <c:v>95%-interval Geen ouder in buitenland geboren,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542.12596702482</c:v>
                </c:pt>
                <c:pt idx="1">
                  <c:v>551.93411908483</c:v>
                </c:pt>
              </c:numCache>
            </c:numRef>
          </c:yVal>
        </c:ser>
        <c:ser>
          <c:idx val="6"/>
          <c:order val="6"/>
          <c:tx>
            <c:v>95%-interval Geen ouder in buitenland geboren,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541.8576737056</c:v>
                </c:pt>
                <c:pt idx="1">
                  <c:v>549.1209029807</c:v>
                </c:pt>
              </c:numCache>
            </c:numRef>
          </c:yVal>
        </c:ser>
        <c:ser>
          <c:idx val="7"/>
          <c:order val="7"/>
          <c:tx>
            <c:v>Minstens één ouder in buitenland geboren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511.68235620523</c:v>
                </c:pt>
                <c:pt idx="1">
                  <c:v>508.23292440347</c:v>
                </c:pt>
              </c:numCache>
            </c:numRef>
          </c:yVal>
        </c:ser>
        <c:ser>
          <c:idx val="8"/>
          <c:order val="8"/>
          <c:tx>
            <c:v>Minstens één ouder in buitenland geboren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Data'!$R$2:$R$4</c:f>
              <c:numCache>
                <c:formatCode>0</c:formatCode>
                <c:ptCount val="3"/>
                <c:pt idx="0">
                  <c:v>515.65871804512</c:v>
                </c:pt>
                <c:pt idx="1">
                  <c:v>522.50119045818</c:v>
                </c:pt>
                <c:pt idx="2">
                  <c:v>521.45881320912</c:v>
                </c:pt>
              </c:numCache>
            </c:numRef>
          </c:yVal>
        </c:ser>
        <c:ser>
          <c:idx val="9"/>
          <c:order val="9"/>
          <c:tx>
            <c:v>95%-interval Minstens één ouder in buitenland geboren,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510.60317793373</c:v>
                </c:pt>
                <c:pt idx="1">
                  <c:v>520.71425815651</c:v>
                </c:pt>
              </c:numCache>
            </c:numRef>
          </c:yVal>
        </c:ser>
        <c:ser>
          <c:idx val="10"/>
          <c:order val="10"/>
          <c:tx>
            <c:v>95%-interval Minstens één ouder in buitenland geboren,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502.86603747265</c:v>
                </c:pt>
                <c:pt idx="1">
                  <c:v>520.4986749378</c:v>
                </c:pt>
              </c:numCache>
            </c:numRef>
          </c:yVal>
        </c:ser>
        <c:ser>
          <c:idx val="11"/>
          <c:order val="11"/>
          <c:tx>
            <c:v>95%-interval Minstens één ouder in buitenland geboren,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498.98957921386</c:v>
                </c:pt>
                <c:pt idx="1">
                  <c:v>517.47626959307</c:v>
                </c:pt>
              </c:numCache>
            </c:numRef>
          </c:yVal>
        </c:ser>
        <c:ser>
          <c:idx val="12"/>
          <c:order val="12"/>
          <c:tx>
            <c:v>95%-interval Minstens één ouder in buitenland geboren,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516.99716957634</c:v>
                </c:pt>
                <c:pt idx="1">
                  <c:v>528.00521134003</c:v>
                </c:pt>
              </c:numCache>
            </c:numRef>
          </c:yVal>
        </c:ser>
        <c:ser>
          <c:idx val="13"/>
          <c:order val="13"/>
          <c:tx>
            <c:v>95%-interval Minstens één ouder in buitenland geboren,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513.277124016</c:v>
                </c:pt>
                <c:pt idx="1">
                  <c:v>529.64050240224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48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ouder in buitenland geboren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534.55580012624</c:v>
                </c:pt>
                <c:pt idx="1">
                  <c:v>532.52632427637</c:v>
                </c:pt>
              </c:numCache>
            </c:numRef>
          </c:yVal>
        </c:ser>
        <c:ser>
          <c:idx val="1"/>
          <c:order val="1"/>
          <c:tx>
            <c:v>Geen ouder in buitenland geboren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526.30306301697</c:v>
                </c:pt>
                <c:pt idx="1">
                  <c:v>531.06505082759</c:v>
                </c:pt>
                <c:pt idx="2">
                  <c:v>526.61595369197</c:v>
                </c:pt>
              </c:numCache>
            </c:numRef>
          </c:yVal>
        </c:ser>
        <c:ser>
          <c:idx val="2"/>
          <c:order val="2"/>
          <c:tx>
            <c:v>95%-interval Geen ouder in buitenland geboren,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521.19393258656</c:v>
                </c:pt>
                <c:pt idx="1">
                  <c:v>531.41219344738</c:v>
                </c:pt>
              </c:numCache>
            </c:numRef>
          </c:yVal>
        </c:ser>
        <c:ser>
          <c:idx val="3"/>
          <c:order val="3"/>
          <c:tx>
            <c:v>95%-interval Geen ouder in buitenland geboren,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531.181582731</c:v>
                </c:pt>
                <c:pt idx="1">
                  <c:v>537.93001752147</c:v>
                </c:pt>
              </c:numCache>
            </c:numRef>
          </c:yVal>
        </c:ser>
        <c:ser>
          <c:idx val="4"/>
          <c:order val="4"/>
          <c:tx>
            <c:v>95%-interval Geen ouder in buitenland geboren,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527.03775141483</c:v>
                </c:pt>
                <c:pt idx="1">
                  <c:v>538.0148971379</c:v>
                </c:pt>
              </c:numCache>
            </c:numRef>
          </c:yVal>
        </c:ser>
        <c:ser>
          <c:idx val="5"/>
          <c:order val="5"/>
          <c:tx>
            <c:v>95%-interval Geen ouder in buitenland geboren,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525.5032203628</c:v>
                </c:pt>
                <c:pt idx="1">
                  <c:v>536.62688129238</c:v>
                </c:pt>
              </c:numCache>
            </c:numRef>
          </c:yVal>
        </c:ser>
        <c:ser>
          <c:idx val="6"/>
          <c:order val="6"/>
          <c:tx>
            <c:v>95%-interval Geen ouder in buitenland geboren,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521.3555717081</c:v>
                </c:pt>
                <c:pt idx="1">
                  <c:v>531.87633567585</c:v>
                </c:pt>
              </c:numCache>
            </c:numRef>
          </c:yVal>
        </c:ser>
        <c:ser>
          <c:idx val="7"/>
          <c:order val="7"/>
          <c:tx>
            <c:v>Minstens één ouder in buitenland geboren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499.42699515014</c:v>
                </c:pt>
                <c:pt idx="1">
                  <c:v>493.73193797521</c:v>
                </c:pt>
              </c:numCache>
            </c:numRef>
          </c:yVal>
        </c:ser>
        <c:ser>
          <c:idx val="8"/>
          <c:order val="8"/>
          <c:tx>
            <c:v>Minstens één ouder in buitenland geboren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Data'!$R$2:$R$4</c:f>
              <c:numCache>
                <c:formatCode>0</c:formatCode>
                <c:ptCount val="3"/>
                <c:pt idx="0">
                  <c:v>496.34133959073</c:v>
                </c:pt>
                <c:pt idx="1">
                  <c:v>494.78040069191</c:v>
                </c:pt>
                <c:pt idx="2">
                  <c:v>497.3702085116</c:v>
                </c:pt>
              </c:numCache>
            </c:numRef>
          </c:yVal>
        </c:ser>
        <c:ser>
          <c:idx val="9"/>
          <c:order val="9"/>
          <c:tx>
            <c:v>95%-interval Minstens één ouder in buitenland geboren,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488.86868845074</c:v>
                </c:pt>
                <c:pt idx="1">
                  <c:v>503.81399073071</c:v>
                </c:pt>
              </c:numCache>
            </c:numRef>
          </c:yVal>
        </c:ser>
        <c:ser>
          <c:idx val="10"/>
          <c:order val="10"/>
          <c:tx>
            <c:v>95%-interval Minstens één ouder in buitenland geboren,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491.45535090606</c:v>
                </c:pt>
                <c:pt idx="1">
                  <c:v>507.39863939422</c:v>
                </c:pt>
              </c:numCache>
            </c:numRef>
          </c:yVal>
        </c:ser>
        <c:ser>
          <c:idx val="11"/>
          <c:order val="11"/>
          <c:tx>
            <c:v>95%-interval Minstens één ouder in buitenland geboren,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483.73729370471</c:v>
                </c:pt>
                <c:pt idx="1">
                  <c:v>503.7265822457</c:v>
                </c:pt>
              </c:numCache>
            </c:numRef>
          </c:yVal>
        </c:ser>
        <c:ser>
          <c:idx val="12"/>
          <c:order val="12"/>
          <c:tx>
            <c:v>95%-interval Minstens één ouder in buitenland geboren,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486.32908227989</c:v>
                </c:pt>
                <c:pt idx="1">
                  <c:v>503.23171910392</c:v>
                </c:pt>
              </c:numCache>
            </c:numRef>
          </c:yVal>
        </c:ser>
        <c:ser>
          <c:idx val="13"/>
          <c:order val="13"/>
          <c:tx>
            <c:v>95%-interval Minstens één ouder in buitenland geboren,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486.72180118355</c:v>
                </c:pt>
                <c:pt idx="1">
                  <c:v>508.01861583964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48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ouder in buitenland geboren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525.06684240584</c:v>
                </c:pt>
                <c:pt idx="1">
                  <c:v>515.81525857195</c:v>
                </c:pt>
                <c:pt idx="2">
                  <c:v>515.51696483269</c:v>
                </c:pt>
                <c:pt idx="3">
                  <c:v>520.71659415811</c:v>
                </c:pt>
                <c:pt idx="4">
                  <c:v>510.8728136235</c:v>
                </c:pt>
                <c:pt idx="5">
                  <c:v>500.6665609975</c:v>
                </c:pt>
                <c:pt idx="6">
                  <c:v>477.94160832765</c:v>
                </c:pt>
                <c:pt idx="7">
                  <c:v>461.02387743793</c:v>
                </c:pt>
              </c:numCache>
            </c:numRef>
          </c:yVal>
        </c:ser>
        <c:ser>
          <c:idx val="1"/>
          <c:order val="1"/>
          <c:tx>
            <c:v>95%-interval Geen ouder in buitenland geboren,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454.72524085672</c:v>
                </c:pt>
                <c:pt idx="1">
                  <c:v>467.32251401915</c:v>
                </c:pt>
              </c:numCache>
            </c:numRef>
          </c:yVal>
        </c:ser>
        <c:ser>
          <c:idx val="2"/>
          <c:order val="2"/>
          <c:tx>
            <c:v>95%-interval Geen ouder in buitenland geboren,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519.34700228609</c:v>
                </c:pt>
                <c:pt idx="1">
                  <c:v>530.78668252558</c:v>
                </c:pt>
              </c:numCache>
            </c:numRef>
          </c:yVal>
        </c:ser>
        <c:ser>
          <c:idx val="3"/>
          <c:order val="3"/>
          <c:tx>
            <c:v>95%-interval Geen ouder in buitenland geboren,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510.60154747463</c:v>
                </c:pt>
                <c:pt idx="1">
                  <c:v>521.02896966927</c:v>
                </c:pt>
              </c:numCache>
            </c:numRef>
          </c:yVal>
        </c:ser>
        <c:ser>
          <c:idx val="4"/>
          <c:order val="4"/>
          <c:tx>
            <c:v>95%-interval Geen ouder in buitenland geboren,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505.14606033325</c:v>
                </c:pt>
                <c:pt idx="1">
                  <c:v>525.88786933213</c:v>
                </c:pt>
              </c:numCache>
            </c:numRef>
          </c:yVal>
        </c:ser>
        <c:ser>
          <c:idx val="5"/>
          <c:order val="5"/>
          <c:tx>
            <c:v>95%-interval Geen ouder in buitenland geboren,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514.10769009059</c:v>
                </c:pt>
                <c:pt idx="1">
                  <c:v>527.32549822563</c:v>
                </c:pt>
              </c:numCache>
            </c:numRef>
          </c:yVal>
        </c:ser>
        <c:ser>
          <c:idx val="6"/>
          <c:order val="6"/>
          <c:tx>
            <c:v>95%-interval Geen ouder in buitenland geboren,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505.77058894245</c:v>
                </c:pt>
                <c:pt idx="1">
                  <c:v>515.97503830455</c:v>
                </c:pt>
              </c:numCache>
            </c:numRef>
          </c:yVal>
        </c:ser>
        <c:ser>
          <c:idx val="7"/>
          <c:order val="7"/>
          <c:tx>
            <c:v>95%-interval Geen ouder in buitenland geboren,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494.58007584802</c:v>
                </c:pt>
                <c:pt idx="1">
                  <c:v>506.75304614697</c:v>
                </c:pt>
              </c:numCache>
            </c:numRef>
          </c:yVal>
        </c:ser>
        <c:ser>
          <c:idx val="8"/>
          <c:order val="8"/>
          <c:tx>
            <c:v>95%-interval Geen ouder in buitenland geboren,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470.18465093031</c:v>
                </c:pt>
                <c:pt idx="1">
                  <c:v>485.69856572499</c:v>
                </c:pt>
              </c:numCache>
            </c:numRef>
          </c:yVal>
        </c:ser>
        <c:ser>
          <c:idx val="9"/>
          <c:order val="9"/>
          <c:tx>
            <c:v>Minstens één ouder in buitenland geboren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488.14635228265</c:v>
                </c:pt>
                <c:pt idx="1">
                  <c:v>474.55566179085</c:v>
                </c:pt>
                <c:pt idx="2">
                  <c:v>485.14995082967</c:v>
                </c:pt>
                <c:pt idx="3">
                  <c:v>481.02777570652</c:v>
                </c:pt>
                <c:pt idx="4">
                  <c:v>477.91414668383</c:v>
                </c:pt>
                <c:pt idx="5">
                  <c:v>448.69629026746</c:v>
                </c:pt>
                <c:pt idx="6">
                  <c:v>435.93461982623</c:v>
                </c:pt>
                <c:pt idx="7">
                  <c:v>417.37447089389</c:v>
                </c:pt>
              </c:numCache>
            </c:numRef>
          </c:yVal>
        </c:ser>
        <c:ser>
          <c:idx val="10"/>
          <c:order val="10"/>
          <c:tx>
            <c:v>95%-interval Minstens één ouder in buitenland geboren,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407.07705915061</c:v>
                </c:pt>
                <c:pt idx="1">
                  <c:v>427.67188263717</c:v>
                </c:pt>
              </c:numCache>
            </c:numRef>
          </c:yVal>
        </c:ser>
        <c:ser>
          <c:idx val="11"/>
          <c:order val="11"/>
          <c:tx>
            <c:v>95%-interval Minstens één ouder in buitenland geboren,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477.09354802767</c:v>
                </c:pt>
                <c:pt idx="1">
                  <c:v>499.19915653764</c:v>
                </c:pt>
              </c:numCache>
            </c:numRef>
          </c:yVal>
        </c:ser>
        <c:ser>
          <c:idx val="12"/>
          <c:order val="12"/>
          <c:tx>
            <c:v>95%-interval Minstens één ouder in buitenland geboren,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458.77423922895</c:v>
                </c:pt>
                <c:pt idx="1">
                  <c:v>490.33708435274</c:v>
                </c:pt>
              </c:numCache>
            </c:numRef>
          </c:yVal>
        </c:ser>
        <c:ser>
          <c:idx val="13"/>
          <c:order val="13"/>
          <c:tx>
            <c:v>95%-interval Minstens één ouder in buitenland geboren,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470.1247054614</c:v>
                </c:pt>
                <c:pt idx="1">
                  <c:v>500.17519619795</c:v>
                </c:pt>
              </c:numCache>
            </c:numRef>
          </c:yVal>
        </c:ser>
        <c:ser>
          <c:idx val="14"/>
          <c:order val="14"/>
          <c:tx>
            <c:v>95%-interval Minstens één ouder in buitenland geboren,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467.46415292337</c:v>
                </c:pt>
                <c:pt idx="1">
                  <c:v>494.59139848967</c:v>
                </c:pt>
              </c:numCache>
            </c:numRef>
          </c:yVal>
        </c:ser>
        <c:ser>
          <c:idx val="15"/>
          <c:order val="15"/>
          <c:tx>
            <c:v>95%-interval Minstens één ouder in buitenland geboren,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465.63550508438</c:v>
                </c:pt>
                <c:pt idx="1">
                  <c:v>490.19278828328</c:v>
                </c:pt>
              </c:numCache>
            </c:numRef>
          </c:yVal>
        </c:ser>
        <c:ser>
          <c:idx val="16"/>
          <c:order val="16"/>
          <c:tx>
            <c:v>95%-interval Minstens één ouder in buitenland geboren,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439.74669735822</c:v>
                </c:pt>
                <c:pt idx="1">
                  <c:v>457.6458831767</c:v>
                </c:pt>
              </c:numCache>
            </c:numRef>
          </c:yVal>
        </c:ser>
        <c:ser>
          <c:idx val="17"/>
          <c:order val="17"/>
          <c:tx>
            <c:v>95%-interval Minstens één ouder in buitenland geboren,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424.11314562125</c:v>
                </c:pt>
                <c:pt idx="1">
                  <c:v>447.75609403121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ouder in buitenland geboren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552.05621236909</c:v>
                </c:pt>
                <c:pt idx="1">
                  <c:v>540.11355111089</c:v>
                </c:pt>
                <c:pt idx="2">
                  <c:v>534.79919999342</c:v>
                </c:pt>
                <c:pt idx="3">
                  <c:v>533.08549031794</c:v>
                </c:pt>
                <c:pt idx="4">
                  <c:v>520.43383529987</c:v>
                </c:pt>
                <c:pt idx="5">
                  <c:v>533.03877526297</c:v>
                </c:pt>
                <c:pt idx="6">
                  <c:v>511.53254558689</c:v>
                </c:pt>
                <c:pt idx="7">
                  <c:v>503.88933431496</c:v>
                </c:pt>
              </c:numCache>
            </c:numRef>
          </c:yVal>
        </c:ser>
        <c:ser>
          <c:idx val="1"/>
          <c:order val="1"/>
          <c:tx>
            <c:v>95%-interval Geen ouder in buitenland geboren,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497.67815006222</c:v>
                </c:pt>
                <c:pt idx="1">
                  <c:v>510.1005185677</c:v>
                </c:pt>
              </c:numCache>
            </c:numRef>
          </c:yVal>
        </c:ser>
        <c:ser>
          <c:idx val="2"/>
          <c:order val="2"/>
          <c:tx>
            <c:v>95%-interval Geen ouder in buitenland geboren,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546.21386368691</c:v>
                </c:pt>
                <c:pt idx="1">
                  <c:v>557.89856105126</c:v>
                </c:pt>
              </c:numCache>
            </c:numRef>
          </c:yVal>
        </c:ser>
        <c:ser>
          <c:idx val="3"/>
          <c:order val="3"/>
          <c:tx>
            <c:v>95%-interval Geen ouder in buitenland geboren,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535.43152769971</c:v>
                </c:pt>
                <c:pt idx="1">
                  <c:v>544.79557452206</c:v>
                </c:pt>
              </c:numCache>
            </c:numRef>
          </c:yVal>
        </c:ser>
        <c:ser>
          <c:idx val="4"/>
          <c:order val="4"/>
          <c:tx>
            <c:v>95%-interval Geen ouder in buitenland geboren,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525.70560721828</c:v>
                </c:pt>
                <c:pt idx="1">
                  <c:v>543.89279276856</c:v>
                </c:pt>
              </c:numCache>
            </c:numRef>
          </c:yVal>
        </c:ser>
        <c:ser>
          <c:idx val="5"/>
          <c:order val="5"/>
          <c:tx>
            <c:v>95%-interval Geen ouder in buitenland geboren,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526.38481830871</c:v>
                </c:pt>
                <c:pt idx="1">
                  <c:v>539.78616232716</c:v>
                </c:pt>
              </c:numCache>
            </c:numRef>
          </c:yVal>
        </c:ser>
        <c:ser>
          <c:idx val="6"/>
          <c:order val="6"/>
          <c:tx>
            <c:v>95%-interval Geen ouder in buitenland geboren,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515.64447414511</c:v>
                </c:pt>
                <c:pt idx="1">
                  <c:v>525.22319645463</c:v>
                </c:pt>
              </c:numCache>
            </c:numRef>
          </c:yVal>
        </c:ser>
        <c:ser>
          <c:idx val="7"/>
          <c:order val="7"/>
          <c:tx>
            <c:v>95%-interval Geen ouder in buitenland geboren,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527.44200819506</c:v>
                </c:pt>
                <c:pt idx="1">
                  <c:v>538.63554233088</c:v>
                </c:pt>
              </c:numCache>
            </c:numRef>
          </c:yVal>
        </c:ser>
        <c:ser>
          <c:idx val="8"/>
          <c:order val="8"/>
          <c:tx>
            <c:v>95%-interval Geen ouder in buitenland geboren,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504.82887701855</c:v>
                </c:pt>
                <c:pt idx="1">
                  <c:v>518.23621415524</c:v>
                </c:pt>
              </c:numCache>
            </c:numRef>
          </c:yVal>
        </c:ser>
        <c:ser>
          <c:idx val="9"/>
          <c:order val="9"/>
          <c:tx>
            <c:v>Minstens één ouder in buitenland geboren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506.24351618505</c:v>
                </c:pt>
                <c:pt idx="1">
                  <c:v>495.74191009864</c:v>
                </c:pt>
                <c:pt idx="2">
                  <c:v>494.51728381075</c:v>
                </c:pt>
                <c:pt idx="3">
                  <c:v>489.24916063146</c:v>
                </c:pt>
                <c:pt idx="4">
                  <c:v>484.78298215346</c:v>
                </c:pt>
                <c:pt idx="5">
                  <c:v>485.28773172711</c:v>
                </c:pt>
                <c:pt idx="6">
                  <c:v>466.05287114782</c:v>
                </c:pt>
                <c:pt idx="7">
                  <c:v>456.57174966833</c:v>
                </c:pt>
              </c:numCache>
            </c:numRef>
          </c:yVal>
        </c:ser>
        <c:ser>
          <c:idx val="10"/>
          <c:order val="10"/>
          <c:tx>
            <c:v>95%-interval Minstens één ouder in buitenland geboren,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446.35172330742</c:v>
                </c:pt>
                <c:pt idx="1">
                  <c:v>466.79177602924</c:v>
                </c:pt>
              </c:numCache>
            </c:numRef>
          </c:yVal>
        </c:ser>
        <c:ser>
          <c:idx val="11"/>
          <c:order val="11"/>
          <c:tx>
            <c:v>95%-interval Minstens één ouder in buitenland geboren,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493.40434285498</c:v>
                </c:pt>
                <c:pt idx="1">
                  <c:v>519.08268951512</c:v>
                </c:pt>
              </c:numCache>
            </c:numRef>
          </c:yVal>
        </c:ser>
        <c:ser>
          <c:idx val="12"/>
          <c:order val="12"/>
          <c:tx>
            <c:v>95%-interval Minstens één ouder in buitenland geboren,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482.05938177175</c:v>
                </c:pt>
                <c:pt idx="1">
                  <c:v>509.42443842554</c:v>
                </c:pt>
              </c:numCache>
            </c:numRef>
          </c:yVal>
        </c:ser>
        <c:ser>
          <c:idx val="13"/>
          <c:order val="13"/>
          <c:tx>
            <c:v>95%-interval Minstens één ouder in buitenland geboren,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479.154140377</c:v>
                </c:pt>
                <c:pt idx="1">
                  <c:v>509.88042724451</c:v>
                </c:pt>
              </c:numCache>
            </c:numRef>
          </c:yVal>
        </c:ser>
        <c:ser>
          <c:idx val="14"/>
          <c:order val="14"/>
          <c:tx>
            <c:v>95%-interval Minstens één ouder in buitenland geboren,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476.13545724826</c:v>
                </c:pt>
                <c:pt idx="1">
                  <c:v>502.36286401467</c:v>
                </c:pt>
              </c:numCache>
            </c:numRef>
          </c:yVal>
        </c:ser>
        <c:ser>
          <c:idx val="15"/>
          <c:order val="15"/>
          <c:tx>
            <c:v>95%-interval Minstens één ouder in buitenland geboren,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473.77870248011</c:v>
                </c:pt>
                <c:pt idx="1">
                  <c:v>495.7872618268</c:v>
                </c:pt>
              </c:numCache>
            </c:numRef>
          </c:yVal>
        </c:ser>
        <c:ser>
          <c:idx val="16"/>
          <c:order val="16"/>
          <c:tx>
            <c:v>95%-interval Minstens één ouder in buitenland geboren,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475.76328655393</c:v>
                </c:pt>
                <c:pt idx="1">
                  <c:v>494.81217690028</c:v>
                </c:pt>
              </c:numCache>
            </c:numRef>
          </c:yVal>
        </c:ser>
        <c:ser>
          <c:idx val="17"/>
          <c:order val="17"/>
          <c:tx>
            <c:v>95%-interval Minstens één ouder in buitenland geboren,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455.17772589555</c:v>
                </c:pt>
                <c:pt idx="1">
                  <c:v>476.92801640009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ouder in buitenland geboren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535.41409235126</c:v>
                </c:pt>
                <c:pt idx="1">
                  <c:v>532.51387476622</c:v>
                </c:pt>
                <c:pt idx="2">
                  <c:v>533.5585320996</c:v>
                </c:pt>
                <c:pt idx="3">
                  <c:v>517.78840545888</c:v>
                </c:pt>
                <c:pt idx="4">
                  <c:v>520.02424025362</c:v>
                </c:pt>
                <c:pt idx="5">
                  <c:v>507.58091796115</c:v>
                </c:pt>
                <c:pt idx="6">
                  <c:v>506.20826606995</c:v>
                </c:pt>
              </c:numCache>
            </c:numRef>
          </c:yVal>
        </c:ser>
        <c:ser>
          <c:idx val="1"/>
          <c:order val="1"/>
          <c:tx>
            <c:v>95%-interval Geen ouder in buitenland geboren,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499.93222216059</c:v>
                </c:pt>
                <c:pt idx="1">
                  <c:v>512.48430997931</c:v>
                </c:pt>
              </c:numCache>
            </c:numRef>
          </c:yVal>
        </c:ser>
        <c:ser>
          <c:idx val="2"/>
          <c:order val="2"/>
          <c:tx>
            <c:v>95%-interval Geen ouder in buitenland geboren,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530.83018084896</c:v>
                </c:pt>
                <c:pt idx="1">
                  <c:v>539.99800385356</c:v>
                </c:pt>
              </c:numCache>
            </c:numRef>
          </c:yVal>
        </c:ser>
        <c:ser>
          <c:idx val="3"/>
          <c:order val="3"/>
          <c:tx>
            <c:v>95%-interval Geen ouder in buitenland geboren,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522.33750815826</c:v>
                </c:pt>
                <c:pt idx="1">
                  <c:v>542.69024137419</c:v>
                </c:pt>
              </c:numCache>
            </c:numRef>
          </c:yVal>
        </c:ser>
        <c:ser>
          <c:idx val="4"/>
          <c:order val="4"/>
          <c:tx>
            <c:v>95%-interval Geen ouder in buitenland geboren,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526.8848861636</c:v>
                </c:pt>
                <c:pt idx="1">
                  <c:v>540.23217803559</c:v>
                </c:pt>
              </c:numCache>
            </c:numRef>
          </c:yVal>
        </c:ser>
        <c:ser>
          <c:idx val="5"/>
          <c:order val="5"/>
          <c:tx>
            <c:v>95%-interval Geen ouder in buitenland geboren,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512.85933812354</c:v>
                </c:pt>
                <c:pt idx="1">
                  <c:v>522.71747279422</c:v>
                </c:pt>
              </c:numCache>
            </c:numRef>
          </c:yVal>
        </c:ser>
        <c:ser>
          <c:idx val="6"/>
          <c:order val="6"/>
          <c:tx>
            <c:v>95%-interval Geen ouder in buitenland geboren,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514.04861260205</c:v>
                </c:pt>
                <c:pt idx="1">
                  <c:v>525.9998679052</c:v>
                </c:pt>
              </c:numCache>
            </c:numRef>
          </c:yVal>
        </c:ser>
        <c:ser>
          <c:idx val="7"/>
          <c:order val="7"/>
          <c:tx>
            <c:v>95%-interval Geen ouder in buitenland geboren,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500.31622751302</c:v>
                </c:pt>
                <c:pt idx="1">
                  <c:v>514.84560840928</c:v>
                </c:pt>
              </c:numCache>
            </c:numRef>
          </c:yVal>
        </c:ser>
        <c:ser>
          <c:idx val="8"/>
          <c:order val="8"/>
          <c:tx>
            <c:v>Minstens één ouder in buitenland geboren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Data'!$R$2:$R$8</c:f>
              <c:numCache>
                <c:formatCode>0</c:formatCode>
                <c:ptCount val="7"/>
                <c:pt idx="0">
                  <c:v>486.3850461783</c:v>
                </c:pt>
                <c:pt idx="1">
                  <c:v>486.5739272356</c:v>
                </c:pt>
                <c:pt idx="2">
                  <c:v>484.12734129259</c:v>
                </c:pt>
                <c:pt idx="3">
                  <c:v>477.29457751545</c:v>
                </c:pt>
                <c:pt idx="4">
                  <c:v>462.66522748017</c:v>
                </c:pt>
                <c:pt idx="5">
                  <c:v>463.0984302092</c:v>
                </c:pt>
                <c:pt idx="6">
                  <c:v>457.19401586525</c:v>
                </c:pt>
              </c:numCache>
            </c:numRef>
          </c:yVal>
        </c:ser>
        <c:ser>
          <c:idx val="9"/>
          <c:order val="9"/>
          <c:tx>
            <c:v>95%-interval Minstens één ouder in buitenland geboren,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446.54601861681</c:v>
                </c:pt>
                <c:pt idx="1">
                  <c:v>467.8420131137</c:v>
                </c:pt>
              </c:numCache>
            </c:numRef>
          </c:yVal>
        </c:ser>
        <c:ser>
          <c:idx val="10"/>
          <c:order val="10"/>
          <c:tx>
            <c:v>95%-interval Minstens één ouder in buitenland geboren,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470.23618658972</c:v>
                </c:pt>
                <c:pt idx="1">
                  <c:v>502.53390576688</c:v>
                </c:pt>
              </c:numCache>
            </c:numRef>
          </c:yVal>
        </c:ser>
        <c:ser>
          <c:idx val="11"/>
          <c:order val="11"/>
          <c:tx>
            <c:v>95%-interval Minstens één ouder in buitenland geboren,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467.10451261398</c:v>
                </c:pt>
                <c:pt idx="1">
                  <c:v>506.04334185723</c:v>
                </c:pt>
              </c:numCache>
            </c:numRef>
          </c:yVal>
        </c:ser>
        <c:ser>
          <c:idx val="12"/>
          <c:order val="12"/>
          <c:tx>
            <c:v>95%-interval Minstens één ouder in buitenland geboren,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471.34890694357</c:v>
                </c:pt>
                <c:pt idx="1">
                  <c:v>496.9057756416</c:v>
                </c:pt>
              </c:numCache>
            </c:numRef>
          </c:yVal>
        </c:ser>
        <c:ser>
          <c:idx val="13"/>
          <c:order val="13"/>
          <c:tx>
            <c:v>95%-interval Minstens één ouder in buitenland geboren,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465.64875435254</c:v>
                </c:pt>
                <c:pt idx="1">
                  <c:v>488.94040067837</c:v>
                </c:pt>
              </c:numCache>
            </c:numRef>
          </c:yVal>
        </c:ser>
        <c:ser>
          <c:idx val="14"/>
          <c:order val="14"/>
          <c:tx>
            <c:v>95%-interval Minstens één ouder in buitenland geboren,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451.88320136341</c:v>
                </c:pt>
                <c:pt idx="1">
                  <c:v>473.44725359692</c:v>
                </c:pt>
              </c:numCache>
            </c:numRef>
          </c:yVal>
        </c:ser>
        <c:ser>
          <c:idx val="15"/>
          <c:order val="15"/>
          <c:tx>
            <c:v>95%-interval Minstens één ouder in buitenland geboren,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451.52791998736</c:v>
                </c:pt>
                <c:pt idx="1">
                  <c:v>474.66894043104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42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559.33259377856</c:v>
                </c:pt>
                <c:pt idx="1">
                  <c:v>552.67242733331</c:v>
                </c:pt>
              </c:numCache>
            </c:numRef>
          </c:yVal>
        </c:ser>
        <c:ser>
          <c:idx val="1"/>
          <c:order val="1"/>
          <c:tx>
            <c:v>95%-interval Geen migratieachtergrond,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554.87828548015</c:v>
                </c:pt>
                <c:pt idx="1">
                  <c:v>563.78690207698</c:v>
                </c:pt>
              </c:numCache>
            </c:numRef>
          </c:yVal>
        </c:ser>
        <c:ser>
          <c:idx val="2"/>
          <c:order val="2"/>
          <c:tx>
            <c:v>95%-interval Geen migratieachtergrond,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549.56122255452</c:v>
                </c:pt>
                <c:pt idx="1">
                  <c:v>555.78363211211</c:v>
                </c:pt>
              </c:numCache>
            </c:numRef>
          </c:yVal>
        </c:ser>
        <c:ser>
          <c:idx val="3"/>
          <c:order val="3"/>
          <c:tx>
            <c:v>Eerste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526.27759291725</c:v>
                </c:pt>
                <c:pt idx="1">
                  <c:v>508.89735817974</c:v>
                </c:pt>
              </c:numCache>
            </c:numRef>
          </c:yVal>
        </c:ser>
        <c:ser>
          <c:idx val="4"/>
          <c:order val="4"/>
          <c:tx>
            <c:v>95%-interval Eerste generatie,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513.6932743591</c:v>
                </c:pt>
                <c:pt idx="1">
                  <c:v>538.8619114754</c:v>
                </c:pt>
              </c:numCache>
            </c:numRef>
          </c:yVal>
        </c:ser>
        <c:ser>
          <c:idx val="5"/>
          <c:order val="5"/>
          <c:tx>
            <c:v>95%-interval Eerste generatie,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492.77116734773</c:v>
                </c:pt>
                <c:pt idx="1">
                  <c:v>525.02354901174</c:v>
                </c:pt>
              </c:numCache>
            </c:numRef>
          </c:yVal>
        </c:ser>
        <c:ser>
          <c:idx val="6"/>
          <c:order val="6"/>
          <c:tx>
            <c:v>Tweede generatie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508.80905349105</c:v>
                </c:pt>
                <c:pt idx="1">
                  <c:v>513.74521706593</c:v>
                </c:pt>
              </c:numCache>
            </c:numRef>
          </c:yVal>
        </c:ser>
        <c:ser>
          <c:idx val="7"/>
          <c:order val="7"/>
          <c:tx>
            <c:v>95%-interval Tweede generatie, 2001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498.02592395282</c:v>
                </c:pt>
                <c:pt idx="1">
                  <c:v>519.59218302928</c:v>
                </c:pt>
              </c:numCache>
            </c:numRef>
          </c:yVal>
        </c:ser>
        <c:ser>
          <c:idx val="8"/>
          <c:order val="8"/>
          <c:tx>
            <c:v>95%-interval Tweede generatie,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505.76394348902</c:v>
                </c:pt>
                <c:pt idx="1">
                  <c:v>521.72649064284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80"/>
          <c:min val="48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548.04685376043</c:v>
                </c:pt>
                <c:pt idx="1">
                  <c:v>541.12971886892</c:v>
                </c:pt>
              </c:numCache>
            </c:numRef>
          </c:yVal>
        </c:ser>
        <c:ser>
          <c:idx val="1"/>
          <c:order val="1"/>
          <c:tx>
            <c:v>Geen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534.78117365715</c:v>
                </c:pt>
                <c:pt idx="1">
                  <c:v>543.23965746302</c:v>
                </c:pt>
                <c:pt idx="2">
                  <c:v>540.28932939317</c:v>
                </c:pt>
              </c:numCache>
            </c:numRef>
          </c:yVal>
        </c:ser>
        <c:ser>
          <c:idx val="2"/>
          <c:order val="2"/>
          <c:tx>
            <c:v>95%-interval Geen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531.42943153635</c:v>
                </c:pt>
                <c:pt idx="1">
                  <c:v>538.13291577795</c:v>
                </c:pt>
              </c:numCache>
            </c:numRef>
          </c:yVal>
        </c:ser>
        <c:ser>
          <c:idx val="3"/>
          <c:order val="3"/>
          <c:tx>
            <c:v>95%-interval Geen migratieachtergrond,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544.51388089928</c:v>
                </c:pt>
                <c:pt idx="1">
                  <c:v>551.57982662159</c:v>
                </c:pt>
              </c:numCache>
            </c:numRef>
          </c:yVal>
        </c:ser>
        <c:ser>
          <c:idx val="4"/>
          <c:order val="4"/>
          <c:tx>
            <c:v>95%-interval Geen migratieachtergrond,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536.90347112534</c:v>
                </c:pt>
                <c:pt idx="1">
                  <c:v>545.35596661249</c:v>
                </c:pt>
              </c:numCache>
            </c:numRef>
          </c:yVal>
        </c:ser>
        <c:ser>
          <c:idx val="5"/>
          <c:order val="5"/>
          <c:tx>
            <c:v>95%-interval Geen migratieachtergrond,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538.8534140587</c:v>
                </c:pt>
                <c:pt idx="1">
                  <c:v>547.62590086734</c:v>
                </c:pt>
              </c:numCache>
            </c:numRef>
          </c:yVal>
        </c:ser>
        <c:ser>
          <c:idx val="6"/>
          <c:order val="6"/>
          <c:tx>
            <c:v>95%-interval Geen migratieachtergrond,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536.18410369828</c:v>
                </c:pt>
                <c:pt idx="1">
                  <c:v>544.39455508805</c:v>
                </c:pt>
              </c:numCache>
            </c:numRef>
          </c:yVal>
        </c:ser>
        <c:ser>
          <c:idx val="7"/>
          <c:order val="7"/>
          <c:tx>
            <c:v>Eerste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500.95585590502</c:v>
                </c:pt>
                <c:pt idx="1">
                  <c:v>488.56260894911</c:v>
                </c:pt>
              </c:numCache>
            </c:numRef>
          </c:yVal>
        </c:ser>
        <c:ser>
          <c:idx val="8"/>
          <c:order val="8"/>
          <c:tx>
            <c:v>Eerste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Data'!$R$2:$R$4</c:f>
              <c:numCache>
                <c:formatCode>0</c:formatCode>
                <c:ptCount val="3"/>
                <c:pt idx="0">
                  <c:v>513.50305799905</c:v>
                </c:pt>
                <c:pt idx="1">
                  <c:v>515.5282442797</c:v>
                </c:pt>
                <c:pt idx="2">
                  <c:v>522.07031065014</c:v>
                </c:pt>
              </c:numCache>
            </c:numRef>
          </c:yVal>
        </c:ser>
        <c:ser>
          <c:idx val="9"/>
          <c:order val="9"/>
          <c:tx>
            <c:v>95%-interval Eerste generatie,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499.2724255562</c:v>
                </c:pt>
                <c:pt idx="1">
                  <c:v>527.73369044189</c:v>
                </c:pt>
              </c:numCache>
            </c:numRef>
          </c:yVal>
        </c:ser>
        <c:ser>
          <c:idx val="10"/>
          <c:order val="10"/>
          <c:tx>
            <c:v>95%-interval Eerste generatie,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485.70984985936</c:v>
                </c:pt>
                <c:pt idx="1">
                  <c:v>516.20186195067</c:v>
                </c:pt>
              </c:numCache>
            </c:numRef>
          </c:yVal>
        </c:ser>
        <c:ser>
          <c:idx val="11"/>
          <c:order val="11"/>
          <c:tx>
            <c:v>95%-interval Eerste generatie,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472.214484706</c:v>
                </c:pt>
                <c:pt idx="1">
                  <c:v>504.91073319223</c:v>
                </c:pt>
              </c:numCache>
            </c:numRef>
          </c:yVal>
        </c:ser>
        <c:ser>
          <c:idx val="12"/>
          <c:order val="12"/>
          <c:tx>
            <c:v>95%-interval Eerste generatie,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502.35933191455</c:v>
                </c:pt>
                <c:pt idx="1">
                  <c:v>528.69715664485</c:v>
                </c:pt>
              </c:numCache>
            </c:numRef>
          </c:yVal>
        </c:ser>
        <c:ser>
          <c:idx val="13"/>
          <c:order val="13"/>
          <c:tx>
            <c:v>95%-interval Eerste generatie,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503.52536423988</c:v>
                </c:pt>
                <c:pt idx="1">
                  <c:v>540.6152570604</c:v>
                </c:pt>
              </c:numCache>
            </c:numRef>
          </c:yVal>
        </c:ser>
        <c:ser>
          <c:idx val="14"/>
          <c:order val="14"/>
          <c:tx>
            <c:v>Tweede generatie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503.22623162958</c:v>
                </c:pt>
                <c:pt idx="1">
                  <c:v>501.09947298016</c:v>
                </c:pt>
              </c:numCache>
            </c:numRef>
          </c:yVal>
        </c:ser>
        <c:ser>
          <c:idx val="15"/>
          <c:order val="15"/>
          <c:tx>
            <c:v>Tweede generatie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Data'!$AE$2:$AE$4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Data'!$AF$2:$AF$4</c:f>
              <c:numCache>
                <c:formatCode>0</c:formatCode>
                <c:ptCount val="3"/>
                <c:pt idx="0">
                  <c:v>503.02180977474</c:v>
                </c:pt>
                <c:pt idx="1">
                  <c:v>518.17104115444</c:v>
                </c:pt>
                <c:pt idx="2">
                  <c:v>521.74133231081</c:v>
                </c:pt>
              </c:numCache>
            </c:numRef>
          </c:yVal>
        </c:ser>
        <c:ser>
          <c:idx val="16"/>
          <c:order val="16"/>
          <c:tx>
            <c:v>95%-interval Tweede generatie,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495.98363792114</c:v>
                </c:pt>
                <c:pt idx="1">
                  <c:v>510.05998162833</c:v>
                </c:pt>
              </c:numCache>
            </c:numRef>
          </c:yVal>
        </c:ser>
        <c:ser>
          <c:idx val="17"/>
          <c:order val="17"/>
          <c:tx>
            <c:v>95%-interval Tweede generatie,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493.47474135618</c:v>
                </c:pt>
                <c:pt idx="1">
                  <c:v>512.97772190298</c:v>
                </c:pt>
              </c:numCache>
            </c:numRef>
          </c:yVal>
        </c:ser>
        <c:ser>
          <c:idx val="18"/>
          <c:order val="18"/>
          <c:tx>
            <c:v>95%-interval Tweede generatie, 2007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485.47377032331</c:v>
                </c:pt>
                <c:pt idx="1">
                  <c:v>516.72517563701</c:v>
                </c:pt>
              </c:numCache>
            </c:numRef>
          </c:yVal>
        </c:ser>
        <c:ser>
          <c:idx val="19"/>
          <c:order val="19"/>
          <c:tx>
            <c:v>95%-interval Tweede generatie, 2019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510.53658144684</c:v>
                </c:pt>
                <c:pt idx="1">
                  <c:v>525.80550086204</c:v>
                </c:pt>
              </c:numCache>
            </c:numRef>
          </c:yVal>
        </c:ser>
        <c:ser>
          <c:idx val="20"/>
          <c:order val="20"/>
          <c:tx>
            <c:v>95%-interval Tweede generatie, 2023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510.25960987802</c:v>
                </c:pt>
                <c:pt idx="1">
                  <c:v>533.2230547436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60"/>
          <c:min val="46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532.51855277792</c:v>
                </c:pt>
                <c:pt idx="1">
                  <c:v>530.21435453763</c:v>
                </c:pt>
              </c:numCache>
            </c:numRef>
          </c:yVal>
        </c:ser>
        <c:ser>
          <c:idx val="1"/>
          <c:order val="1"/>
          <c:tx>
            <c:v>Geen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524.48787237446</c:v>
                </c:pt>
                <c:pt idx="1">
                  <c:v>527.48413879455</c:v>
                </c:pt>
                <c:pt idx="2">
                  <c:v>521.98664001749</c:v>
                </c:pt>
              </c:numCache>
            </c:numRef>
          </c:yVal>
        </c:ser>
        <c:ser>
          <c:idx val="2"/>
          <c:order val="2"/>
          <c:tx>
            <c:v>95%-interval Geen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519.59313093821</c:v>
                </c:pt>
                <c:pt idx="1">
                  <c:v>529.38261381072</c:v>
                </c:pt>
              </c:numCache>
            </c:numRef>
          </c:yVal>
        </c:ser>
        <c:ser>
          <c:idx val="3"/>
          <c:order val="3"/>
          <c:tx>
            <c:v>95%-interval Geen migratieachtergrond,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529.13801489385</c:v>
                </c:pt>
                <c:pt idx="1">
                  <c:v>535.89909066198</c:v>
                </c:pt>
              </c:numCache>
            </c:numRef>
          </c:yVal>
        </c:ser>
        <c:ser>
          <c:idx val="4"/>
          <c:order val="4"/>
          <c:tx>
            <c:v>95%-interval Geen migratieachtergrond,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525.0321506101</c:v>
                </c:pt>
                <c:pt idx="1">
                  <c:v>535.39655846515</c:v>
                </c:pt>
              </c:numCache>
            </c:numRef>
          </c:yVal>
        </c:ser>
        <c:ser>
          <c:idx val="5"/>
          <c:order val="5"/>
          <c:tx>
            <c:v>95%-interval Geen migratieachtergrond,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521.97882944847</c:v>
                </c:pt>
                <c:pt idx="1">
                  <c:v>532.98944814063</c:v>
                </c:pt>
              </c:numCache>
            </c:numRef>
          </c:yVal>
        </c:ser>
        <c:ser>
          <c:idx val="6"/>
          <c:order val="6"/>
          <c:tx>
            <c:v>95%-interval Geen migratieachtergrond,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516.53095316059</c:v>
                </c:pt>
                <c:pt idx="1">
                  <c:v>527.44232687439</c:v>
                </c:pt>
              </c:numCache>
            </c:numRef>
          </c:yVal>
        </c:ser>
        <c:ser>
          <c:idx val="7"/>
          <c:order val="7"/>
          <c:tx>
            <c:v>Eerste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480.55823126263</c:v>
                </c:pt>
                <c:pt idx="1">
                  <c:v>463.62004951065</c:v>
                </c:pt>
              </c:numCache>
            </c:numRef>
          </c:yVal>
        </c:ser>
        <c:ser>
          <c:idx val="8"/>
          <c:order val="8"/>
          <c:tx>
            <c:v>Eerste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Data'!$R$2:$R$4</c:f>
              <c:numCache>
                <c:formatCode>0</c:formatCode>
                <c:ptCount val="3"/>
                <c:pt idx="0">
                  <c:v>484.63486575927</c:v>
                </c:pt>
                <c:pt idx="1">
                  <c:v>471.49572903033</c:v>
                </c:pt>
                <c:pt idx="2">
                  <c:v>480.80125189918</c:v>
                </c:pt>
              </c:numCache>
            </c:numRef>
          </c:yVal>
        </c:ser>
        <c:ser>
          <c:idx val="9"/>
          <c:order val="9"/>
          <c:tx>
            <c:v>95%-interval Eerste generatie,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469.66730057852</c:v>
                </c:pt>
                <c:pt idx="1">
                  <c:v>499.60243094003</c:v>
                </c:pt>
              </c:numCache>
            </c:numRef>
          </c:yVal>
        </c:ser>
        <c:ser>
          <c:idx val="10"/>
          <c:order val="10"/>
          <c:tx>
            <c:v>95%-interval Eerste generatie,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466.13798178897</c:v>
                </c:pt>
                <c:pt idx="1">
                  <c:v>494.97848073628</c:v>
                </c:pt>
              </c:numCache>
            </c:numRef>
          </c:yVal>
        </c:ser>
        <c:ser>
          <c:idx val="11"/>
          <c:order val="11"/>
          <c:tx>
            <c:v>95%-interval Eerste generatie,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445.52247626883</c:v>
                </c:pt>
                <c:pt idx="1">
                  <c:v>481.71762275247</c:v>
                </c:pt>
              </c:numCache>
            </c:numRef>
          </c:yVal>
        </c:ser>
        <c:ser>
          <c:idx val="12"/>
          <c:order val="12"/>
          <c:tx>
            <c:v>95%-interval Eerste generatie,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456.40603677007</c:v>
                </c:pt>
                <c:pt idx="1">
                  <c:v>486.5854212906</c:v>
                </c:pt>
              </c:numCache>
            </c:numRef>
          </c:yVal>
        </c:ser>
        <c:ser>
          <c:idx val="13"/>
          <c:order val="13"/>
          <c:tx>
            <c:v>95%-interval Eerste generatie,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459.17068380846</c:v>
                </c:pt>
                <c:pt idx="1">
                  <c:v>502.43181998989</c:v>
                </c:pt>
              </c:numCache>
            </c:numRef>
          </c:yVal>
        </c:ser>
        <c:ser>
          <c:idx val="14"/>
          <c:order val="14"/>
          <c:tx>
            <c:v>Tweede generatie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489.97488531311</c:v>
                </c:pt>
                <c:pt idx="1">
                  <c:v>488.74729837155</c:v>
                </c:pt>
              </c:numCache>
            </c:numRef>
          </c:yVal>
        </c:ser>
        <c:ser>
          <c:idx val="15"/>
          <c:order val="15"/>
          <c:tx>
            <c:v>Tweede generatie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Data'!$AE$2:$AE$4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Data'!$AF$2:$AF$4</c:f>
              <c:numCache>
                <c:formatCode>0</c:formatCode>
                <c:ptCount val="3"/>
                <c:pt idx="0">
                  <c:v>476.47671347933</c:v>
                </c:pt>
                <c:pt idx="1">
                  <c:v>487.85554101821</c:v>
                </c:pt>
                <c:pt idx="2">
                  <c:v>490.71526288065</c:v>
                </c:pt>
              </c:numCache>
            </c:numRef>
          </c:yVal>
        </c:ser>
        <c:ser>
          <c:idx val="16"/>
          <c:order val="16"/>
          <c:tx>
            <c:v>95%-interval Tweede generatie,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467.5025065354</c:v>
                </c:pt>
                <c:pt idx="1">
                  <c:v>485.45092042326</c:v>
                </c:pt>
              </c:numCache>
            </c:numRef>
          </c:yVal>
        </c:ser>
        <c:ser>
          <c:idx val="17"/>
          <c:order val="17"/>
          <c:tx>
            <c:v>95%-interval Tweede generatie,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479.15702403073</c:v>
                </c:pt>
                <c:pt idx="1">
                  <c:v>500.79274659549</c:v>
                </c:pt>
              </c:numCache>
            </c:numRef>
          </c:yVal>
        </c:ser>
        <c:ser>
          <c:idx val="18"/>
          <c:order val="18"/>
          <c:tx>
            <c:v>95%-interval Tweede generatie, 2007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476.39057042786</c:v>
                </c:pt>
                <c:pt idx="1">
                  <c:v>501.10402631524</c:v>
                </c:pt>
              </c:numCache>
            </c:numRef>
          </c:yVal>
        </c:ser>
        <c:ser>
          <c:idx val="19"/>
          <c:order val="19"/>
          <c:tx>
            <c:v>95%-interval Tweede generatie, 2019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477.29463548542</c:v>
                </c:pt>
                <c:pt idx="1">
                  <c:v>498.416446551</c:v>
                </c:pt>
              </c:numCache>
            </c:numRef>
          </c:yVal>
        </c:ser>
        <c:ser>
          <c:idx val="20"/>
          <c:order val="20"/>
          <c:tx>
            <c:v>95%-interval Tweede generatie, 2023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475.91412346533</c:v>
                </c:pt>
                <c:pt idx="1">
                  <c:v>505.51640229597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42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524.43304368997</c:v>
                </c:pt>
                <c:pt idx="1">
                  <c:v>514.93301169886</c:v>
                </c:pt>
                <c:pt idx="2">
                  <c:v>515.24783503654</c:v>
                </c:pt>
                <c:pt idx="3">
                  <c:v>519.1824409375</c:v>
                </c:pt>
                <c:pt idx="4">
                  <c:v>510.26631855855</c:v>
                </c:pt>
                <c:pt idx="5">
                  <c:v>497.77469194366</c:v>
                </c:pt>
                <c:pt idx="6">
                  <c:v>475.65842169707</c:v>
                </c:pt>
                <c:pt idx="7">
                  <c:v>455.2880117753</c:v>
                </c:pt>
              </c:numCache>
            </c:numRef>
          </c:yVal>
        </c:ser>
        <c:ser>
          <c:idx val="1"/>
          <c:order val="1"/>
          <c:tx>
            <c:v>95%-interval Geen migratieachtergrond,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449.21869408651</c:v>
                </c:pt>
                <c:pt idx="1">
                  <c:v>461.3573294641</c:v>
                </c:pt>
              </c:numCache>
            </c:numRef>
          </c:yVal>
        </c:ser>
        <c:ser>
          <c:idx val="2"/>
          <c:order val="2"/>
          <c:tx>
            <c:v>95%-interval Geen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505.4687191507</c:v>
                </c:pt>
                <c:pt idx="1">
                  <c:v>515.0639179664</c:v>
                </c:pt>
              </c:numCache>
            </c:numRef>
          </c:yVal>
        </c:ser>
        <c:ser>
          <c:idx val="3"/>
          <c:order val="3"/>
          <c:tx>
            <c:v>95%-interval Geen migratieachtergrond,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492.04780255245</c:v>
                </c:pt>
                <c:pt idx="1">
                  <c:v>503.50158133487</c:v>
                </c:pt>
              </c:numCache>
            </c:numRef>
          </c:yVal>
        </c:ser>
        <c:ser>
          <c:idx val="4"/>
          <c:order val="4"/>
          <c:tx>
            <c:v>95%-interval Geen migratieachtergrond,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468.20421116791</c:v>
                </c:pt>
                <c:pt idx="1">
                  <c:v>483.11263222624</c:v>
                </c:pt>
              </c:numCache>
            </c:numRef>
          </c:yVal>
        </c:ser>
        <c:ser>
          <c:idx val="5"/>
          <c:order val="5"/>
          <c:tx>
            <c:v>95%-interval Geen migratieachtergrond,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509.71097165627</c:v>
                </c:pt>
                <c:pt idx="1">
                  <c:v>520.15505174146</c:v>
                </c:pt>
              </c:numCache>
            </c:numRef>
          </c:yVal>
        </c:ser>
        <c:ser>
          <c:idx val="6"/>
          <c:order val="6"/>
          <c:tx>
            <c:v>95%-interval Geen migratieachtergrond,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518.71444893071</c:v>
                </c:pt>
                <c:pt idx="1">
                  <c:v>530.15163844922</c:v>
                </c:pt>
              </c:numCache>
            </c:numRef>
          </c:yVal>
        </c:ser>
        <c:ser>
          <c:idx val="7"/>
          <c:order val="7"/>
          <c:tx>
            <c:v>95%-interval Geen migratieachtergrond,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505.00470816495</c:v>
                </c:pt>
                <c:pt idx="1">
                  <c:v>525.49096190813</c:v>
                </c:pt>
              </c:numCache>
            </c:numRef>
          </c:yVal>
        </c:ser>
        <c:ser>
          <c:idx val="8"/>
          <c:order val="8"/>
          <c:tx>
            <c:v>95%-interval Geen migratieachtergrond,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512.74067599547</c:v>
                </c:pt>
                <c:pt idx="1">
                  <c:v>525.62420587953</c:v>
                </c:pt>
              </c:numCache>
            </c:numRef>
          </c:yVal>
        </c:ser>
        <c:ser>
          <c:idx val="9"/>
          <c:order val="9"/>
          <c:tx>
            <c:v>Eerste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463.37528684936</c:v>
                </c:pt>
                <c:pt idx="1">
                  <c:v>449.46534448326</c:v>
                </c:pt>
                <c:pt idx="2">
                  <c:v>471.09334481508</c:v>
                </c:pt>
                <c:pt idx="3">
                  <c:v>459.70415467332</c:v>
                </c:pt>
                <c:pt idx="4">
                  <c:v>434.48507869809</c:v>
                </c:pt>
                <c:pt idx="5">
                  <c:v>398.65321845946</c:v>
                </c:pt>
                <c:pt idx="6">
                  <c:v>390.62697743096</c:v>
                </c:pt>
                <c:pt idx="7">
                  <c:v>390.98513149954</c:v>
                </c:pt>
              </c:numCache>
            </c:numRef>
          </c:yVal>
        </c:ser>
        <c:ser>
          <c:idx val="10"/>
          <c:order val="10"/>
          <c:tx>
            <c:v>95%-interval Eerste generatie,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375.39857714372</c:v>
                </c:pt>
                <c:pt idx="1">
                  <c:v>406.57168585536</c:v>
                </c:pt>
              </c:numCache>
            </c:numRef>
          </c:yVal>
        </c:ser>
        <c:ser>
          <c:idx val="11"/>
          <c:order val="11"/>
          <c:tx>
            <c:v>95%-interval Eerste generatie,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412.2882101621</c:v>
                </c:pt>
                <c:pt idx="1">
                  <c:v>456.68194723409</c:v>
                </c:pt>
              </c:numCache>
            </c:numRef>
          </c:yVal>
        </c:ser>
        <c:ser>
          <c:idx val="12"/>
          <c:order val="12"/>
          <c:tx>
            <c:v>95%-interval Eerste generatie,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373.11996289665</c:v>
                </c:pt>
                <c:pt idx="1">
                  <c:v>424.18647402228</c:v>
                </c:pt>
              </c:numCache>
            </c:numRef>
          </c:yVal>
        </c:ser>
        <c:ser>
          <c:idx val="13"/>
          <c:order val="13"/>
          <c:tx>
            <c:v>95%-interval Eerste generatie,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371.38436302876</c:v>
                </c:pt>
                <c:pt idx="1">
                  <c:v>409.86959183317</c:v>
                </c:pt>
              </c:numCache>
            </c:numRef>
          </c:yVal>
        </c:ser>
        <c:ser>
          <c:idx val="14"/>
          <c:order val="14"/>
          <c:tx>
            <c:v>95%-interval Eerste generatie,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427.71288395012</c:v>
                </c:pt>
                <c:pt idx="1">
                  <c:v>471.2178050164</c:v>
                </c:pt>
              </c:numCache>
            </c:numRef>
          </c:yVal>
        </c:ser>
        <c:ser>
          <c:idx val="15"/>
          <c:order val="15"/>
          <c:tx>
            <c:v>95%-interval Eerste generatie,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447.40365365094</c:v>
                </c:pt>
                <c:pt idx="1">
                  <c:v>479.34692004778</c:v>
                </c:pt>
              </c:numCache>
            </c:numRef>
          </c:yVal>
        </c:ser>
        <c:ser>
          <c:idx val="16"/>
          <c:order val="16"/>
          <c:tx>
            <c:v>95%-interval Eerste generatie,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446.60320451622</c:v>
                </c:pt>
                <c:pt idx="1">
                  <c:v>495.58348511395</c:v>
                </c:pt>
              </c:numCache>
            </c:numRef>
          </c:yVal>
        </c:ser>
        <c:ser>
          <c:idx val="17"/>
          <c:order val="17"/>
          <c:tx>
            <c:v>95%-interval Eerste generatie,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434.16006151707</c:v>
                </c:pt>
                <c:pt idx="1">
                  <c:v>485.24824782958</c:v>
                </c:pt>
              </c:numCache>
            </c:numRef>
          </c:yVal>
        </c:ser>
        <c:ser>
          <c:idx val="18"/>
          <c:order val="18"/>
          <c:tx>
            <c:v>Tweede generatie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Data'!$AK$2:$AK$9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Data'!$AL$2:$AL$9</c:f>
              <c:numCache>
                <c:formatCode>0</c:formatCode>
                <c:ptCount val="8"/>
                <c:pt idx="0">
                  <c:v>474.68810754449</c:v>
                </c:pt>
                <c:pt idx="1">
                  <c:v>454.40255328784</c:v>
                </c:pt>
                <c:pt idx="2">
                  <c:v>469.2257549481</c:v>
                </c:pt>
                <c:pt idx="3">
                  <c:v>464.674615332</c:v>
                </c:pt>
                <c:pt idx="4">
                  <c:v>470.19100802457</c:v>
                </c:pt>
                <c:pt idx="5">
                  <c:v>432.666322979</c:v>
                </c:pt>
                <c:pt idx="6">
                  <c:v>433.85456812418</c:v>
                </c:pt>
                <c:pt idx="7">
                  <c:v>408.79018845687</c:v>
                </c:pt>
              </c:numCache>
            </c:numRef>
          </c:yVal>
        </c:ser>
        <c:ser>
          <c:idx val="19"/>
          <c:order val="19"/>
          <c:tx>
            <c:v>95%-interval Tweede generatie,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394.7904072469</c:v>
                </c:pt>
                <c:pt idx="1">
                  <c:v>422.78996966685</c:v>
                </c:pt>
              </c:numCache>
            </c:numRef>
          </c:yVal>
        </c:ser>
        <c:ser>
          <c:idx val="20"/>
          <c:order val="20"/>
          <c:tx>
            <c:v>95%-interval Tweede generatie,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453.04023789367</c:v>
                </c:pt>
                <c:pt idx="1">
                  <c:v>487.34177815547</c:v>
                </c:pt>
              </c:numCache>
            </c:numRef>
          </c:yVal>
        </c:ser>
        <c:ser>
          <c:idx val="21"/>
          <c:order val="21"/>
          <c:tx>
            <c:v>95%-interval Tweede generatie,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419.60579853404</c:v>
                </c:pt>
                <c:pt idx="1">
                  <c:v>445.72684742396</c:v>
                </c:pt>
              </c:numCache>
            </c:numRef>
          </c:yVal>
        </c:ser>
        <c:ser>
          <c:idx val="22"/>
          <c:order val="22"/>
          <c:tx>
            <c:v>95%-interval Tweede generatie,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417.51826936926</c:v>
                </c:pt>
                <c:pt idx="1">
                  <c:v>450.19086687911</c:v>
                </c:pt>
              </c:numCache>
            </c:numRef>
          </c:yVal>
        </c:ser>
        <c:ser>
          <c:idx val="23"/>
          <c:order val="23"/>
          <c:tx>
            <c:v>95%-interval Tweede generatie,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432.21384191787</c:v>
                </c:pt>
                <c:pt idx="1">
                  <c:v>476.5912646578</c:v>
                </c:pt>
              </c:numCache>
            </c:numRef>
          </c:yVal>
        </c:ser>
        <c:ser>
          <c:idx val="24"/>
          <c:order val="24"/>
          <c:tx>
            <c:v>95%-interval Tweede generatie,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Data'!$AW$2:$AW$3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Data'!$AX$2:$AX$3</c:f>
              <c:numCache>
                <c:formatCode>0</c:formatCode>
                <c:ptCount val="2"/>
                <c:pt idx="0">
                  <c:v>458.68984213797</c:v>
                </c:pt>
                <c:pt idx="1">
                  <c:v>490.68637295101</c:v>
                </c:pt>
              </c:numCache>
            </c:numRef>
          </c:yVal>
        </c:ser>
        <c:ser>
          <c:idx val="25"/>
          <c:order val="25"/>
          <c:tx>
            <c:v>95%-interval Tweede generatie,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Data'!$AY$2:$AY$3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453.17707093964</c:v>
                </c:pt>
                <c:pt idx="1">
                  <c:v>485.27443895655</c:v>
                </c:pt>
              </c:numCache>
            </c:numRef>
          </c:yVal>
        </c:ser>
        <c:ser>
          <c:idx val="26"/>
          <c:order val="26"/>
          <c:tx>
            <c:v>95%-interval Tweede generatie,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Data'!$BA$2:$BA$3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446.12118066973</c:v>
                </c:pt>
                <c:pt idx="1">
                  <c:v>483.22804999426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3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551.23374102316</c:v>
                </c:pt>
                <c:pt idx="1">
                  <c:v>538.8018719729</c:v>
                </c:pt>
                <c:pt idx="2">
                  <c:v>533.90551982634</c:v>
                </c:pt>
                <c:pt idx="3">
                  <c:v>531.01635326239</c:v>
                </c:pt>
                <c:pt idx="4">
                  <c:v>519.50904876854</c:v>
                </c:pt>
                <c:pt idx="5">
                  <c:v>530.70180967762</c:v>
                </c:pt>
                <c:pt idx="6">
                  <c:v>508.49633259664</c:v>
                </c:pt>
                <c:pt idx="7">
                  <c:v>497.34542755364</c:v>
                </c:pt>
              </c:numCache>
            </c:numRef>
          </c:yVal>
        </c:ser>
        <c:ser>
          <c:idx val="1"/>
          <c:order val="1"/>
          <c:tx>
            <c:v>95%-interval Geen migratieachtergrond,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491.30412183665</c:v>
                </c:pt>
                <c:pt idx="1">
                  <c:v>503.38673327063</c:v>
                </c:pt>
              </c:numCache>
            </c:numRef>
          </c:yVal>
        </c:ser>
        <c:ser>
          <c:idx val="2"/>
          <c:order val="2"/>
          <c:tx>
            <c:v>95%-interval Geen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515.00420396016</c:v>
                </c:pt>
                <c:pt idx="1">
                  <c:v>524.01389357692</c:v>
                </c:pt>
              </c:numCache>
            </c:numRef>
          </c:yVal>
        </c:ser>
        <c:ser>
          <c:idx val="3"/>
          <c:order val="3"/>
          <c:tx>
            <c:v>95%-interval Geen migratieachtergrond,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525.434435926</c:v>
                </c:pt>
                <c:pt idx="1">
                  <c:v>535.96918342924</c:v>
                </c:pt>
              </c:numCache>
            </c:numRef>
          </c:yVal>
        </c:ser>
        <c:ser>
          <c:idx val="4"/>
          <c:order val="4"/>
          <c:tx>
            <c:v>95%-interval Geen migratieachtergrond,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502.03497039053</c:v>
                </c:pt>
                <c:pt idx="1">
                  <c:v>514.95769480274</c:v>
                </c:pt>
              </c:numCache>
            </c:numRef>
          </c:yVal>
        </c:ser>
        <c:ser>
          <c:idx val="5"/>
          <c:order val="5"/>
          <c:tx>
            <c:v>95%-interval Geen migratieachtergrond,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534.35015612347</c:v>
                </c:pt>
                <c:pt idx="1">
                  <c:v>543.25358782233</c:v>
                </c:pt>
              </c:numCache>
            </c:numRef>
          </c:yVal>
        </c:ser>
        <c:ser>
          <c:idx val="6"/>
          <c:order val="6"/>
          <c:tx>
            <c:v>95%-interval Geen migratieachtergrond,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545.33557109348</c:v>
                </c:pt>
                <c:pt idx="1">
                  <c:v>557.13191095285</c:v>
                </c:pt>
              </c:numCache>
            </c:numRef>
          </c:yVal>
        </c:ser>
        <c:ser>
          <c:idx val="7"/>
          <c:order val="7"/>
          <c:tx>
            <c:v>95%-interval Geen migratieachtergrond,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524.88288218104</c:v>
                </c:pt>
                <c:pt idx="1">
                  <c:v>542.92815747165</c:v>
                </c:pt>
              </c:numCache>
            </c:numRef>
          </c:yVal>
        </c:ser>
        <c:ser>
          <c:idx val="8"/>
          <c:order val="8"/>
          <c:tx>
            <c:v>95%-interval Geen migratieachtergrond,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524.35797910567</c:v>
                </c:pt>
                <c:pt idx="1">
                  <c:v>537.6747274191</c:v>
                </c:pt>
              </c:numCache>
            </c:numRef>
          </c:yVal>
        </c:ser>
        <c:ser>
          <c:idx val="9"/>
          <c:order val="9"/>
          <c:tx>
            <c:v>Eerste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472.33040841816</c:v>
                </c:pt>
                <c:pt idx="1">
                  <c:v>481.29553226994</c:v>
                </c:pt>
                <c:pt idx="2">
                  <c:v>478.79818394644</c:v>
                </c:pt>
                <c:pt idx="3">
                  <c:v>470.65541886337</c:v>
                </c:pt>
                <c:pt idx="4">
                  <c:v>452.10809952556</c:v>
                </c:pt>
                <c:pt idx="5">
                  <c:v>437.09265479412</c:v>
                </c:pt>
                <c:pt idx="6">
                  <c:v>430.68862773745</c:v>
                </c:pt>
                <c:pt idx="7">
                  <c:v>428.17494194996</c:v>
                </c:pt>
              </c:numCache>
            </c:numRef>
          </c:yVal>
        </c:ser>
        <c:ser>
          <c:idx val="10"/>
          <c:order val="10"/>
          <c:tx>
            <c:v>95%-interval Eerste generatie,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412.33053222627</c:v>
                </c:pt>
                <c:pt idx="1">
                  <c:v>444.01935167364</c:v>
                </c:pt>
              </c:numCache>
            </c:numRef>
          </c:yVal>
        </c:ser>
        <c:ser>
          <c:idx val="11"/>
          <c:order val="11"/>
          <c:tx>
            <c:v>95%-interval Eerste generatie,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431.23965427011</c:v>
                </c:pt>
                <c:pt idx="1">
                  <c:v>472.97654478102</c:v>
                </c:pt>
              </c:numCache>
            </c:numRef>
          </c:yVal>
        </c:ser>
        <c:ser>
          <c:idx val="12"/>
          <c:order val="12"/>
          <c:tx>
            <c:v>95%-interval Eerste generatie,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411.06630593166</c:v>
                </c:pt>
                <c:pt idx="1">
                  <c:v>463.11900365658</c:v>
                </c:pt>
              </c:numCache>
            </c:numRef>
          </c:yVal>
        </c:ser>
        <c:ser>
          <c:idx val="13"/>
          <c:order val="13"/>
          <c:tx>
            <c:v>95%-interval Eerste generatie,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410.89442023434</c:v>
                </c:pt>
                <c:pt idx="1">
                  <c:v>450.48283524056</c:v>
                </c:pt>
              </c:numCache>
            </c:numRef>
          </c:yVal>
        </c:ser>
        <c:ser>
          <c:idx val="14"/>
          <c:order val="14"/>
          <c:tx>
            <c:v>95%-interval Eerste generatie,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464.35830382658</c:v>
                </c:pt>
                <c:pt idx="1">
                  <c:v>498.2327607133</c:v>
                </c:pt>
              </c:numCache>
            </c:numRef>
          </c:yVal>
        </c:ser>
        <c:ser>
          <c:idx val="15"/>
          <c:order val="15"/>
          <c:tx>
            <c:v>95%-interval Eerste generatie,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455.93173776911</c:v>
                </c:pt>
                <c:pt idx="1">
                  <c:v>488.72907906721</c:v>
                </c:pt>
              </c:numCache>
            </c:numRef>
          </c:yVal>
        </c:ser>
        <c:ser>
          <c:idx val="16"/>
          <c:order val="16"/>
          <c:tx>
            <c:v>95%-interval Eerste generatie,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455.37561888622</c:v>
                </c:pt>
                <c:pt idx="1">
                  <c:v>502.22074900665</c:v>
                </c:pt>
              </c:numCache>
            </c:numRef>
          </c:yVal>
        </c:ser>
        <c:ser>
          <c:idx val="17"/>
          <c:order val="17"/>
          <c:tx>
            <c:v>95%-interval Eerste generatie,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451.63254672051</c:v>
                </c:pt>
                <c:pt idx="1">
                  <c:v>489.67829100622</c:v>
                </c:pt>
              </c:numCache>
            </c:numRef>
          </c:yVal>
        </c:ser>
        <c:ser>
          <c:idx val="18"/>
          <c:order val="18"/>
          <c:tx>
            <c:v>Tweede generatie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Data'!$AK$2:$AK$9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Data'!$AL$2:$AL$9</c:f>
              <c:numCache>
                <c:formatCode>0</c:formatCode>
                <c:ptCount val="8"/>
                <c:pt idx="0">
                  <c:v>491.79773610364</c:v>
                </c:pt>
                <c:pt idx="1">
                  <c:v>472.30733088032</c:v>
                </c:pt>
                <c:pt idx="2">
                  <c:v>476.99299676135</c:v>
                </c:pt>
                <c:pt idx="3">
                  <c:v>474.14477275288</c:v>
                </c:pt>
                <c:pt idx="4">
                  <c:v>474.17203742711</c:v>
                </c:pt>
                <c:pt idx="5">
                  <c:v>469.37325619212</c:v>
                </c:pt>
                <c:pt idx="6">
                  <c:v>459.88032369063</c:v>
                </c:pt>
                <c:pt idx="7">
                  <c:v>451.57687588662</c:v>
                </c:pt>
              </c:numCache>
            </c:numRef>
          </c:yVal>
        </c:ser>
        <c:ser>
          <c:idx val="19"/>
          <c:order val="19"/>
          <c:tx>
            <c:v>95%-interval Tweede generatie,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437.32741389887</c:v>
                </c:pt>
                <c:pt idx="1">
                  <c:v>465.82633787436</c:v>
                </c:pt>
              </c:numCache>
            </c:numRef>
          </c:yVal>
        </c:ser>
        <c:ser>
          <c:idx val="20"/>
          <c:order val="20"/>
          <c:tx>
            <c:v>95%-interval Tweede generatie,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458.55039268873</c:v>
                </c:pt>
                <c:pt idx="1">
                  <c:v>489.7936821655</c:v>
                </c:pt>
              </c:numCache>
            </c:numRef>
          </c:yVal>
        </c:ser>
        <c:ser>
          <c:idx val="21"/>
          <c:order val="21"/>
          <c:tx>
            <c:v>95%-interval Tweede generatie,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455.50754598886</c:v>
                </c:pt>
                <c:pt idx="1">
                  <c:v>483.23896639537</c:v>
                </c:pt>
              </c:numCache>
            </c:numRef>
          </c:yVal>
        </c:ser>
        <c:ser>
          <c:idx val="22"/>
          <c:order val="22"/>
          <c:tx>
            <c:v>95%-interval Tweede generatie,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444.47887968015</c:v>
                </c:pt>
                <c:pt idx="1">
                  <c:v>475.28176770111</c:v>
                </c:pt>
              </c:numCache>
            </c:numRef>
          </c:yVal>
        </c:ser>
        <c:ser>
          <c:idx val="23"/>
          <c:order val="23"/>
          <c:tx>
            <c:v>95%-interval Tweede generatie,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453.1771486846</c:v>
                </c:pt>
                <c:pt idx="1">
                  <c:v>491.43751307603</c:v>
                </c:pt>
              </c:numCache>
            </c:numRef>
          </c:yVal>
        </c:ser>
        <c:ser>
          <c:idx val="24"/>
          <c:order val="24"/>
          <c:tx>
            <c:v>95%-interval Tweede generatie,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Data'!$AW$2:$AW$3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Data'!$AX$2:$AX$3</c:f>
              <c:numCache>
                <c:formatCode>0</c:formatCode>
                <c:ptCount val="2"/>
                <c:pt idx="0">
                  <c:v>471.53509260317</c:v>
                </c:pt>
                <c:pt idx="1">
                  <c:v>512.0603796041</c:v>
                </c:pt>
              </c:numCache>
            </c:numRef>
          </c:yVal>
        </c:ser>
        <c:ser>
          <c:idx val="25"/>
          <c:order val="25"/>
          <c:tx>
            <c:v>95%-interval Tweede generatie,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Data'!$AY$2:$AY$3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459.5754719936</c:v>
                </c:pt>
                <c:pt idx="1">
                  <c:v>494.41052152909</c:v>
                </c:pt>
              </c:numCache>
            </c:numRef>
          </c:yVal>
        </c:ser>
        <c:ser>
          <c:idx val="26"/>
          <c:order val="26"/>
          <c:tx>
            <c:v>95%-interval Tweede generatie,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Data'!$BA$2:$BA$3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456.19202260972</c:v>
                </c:pt>
                <c:pt idx="1">
                  <c:v>492.09752289605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0"/>
          <c:min val="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Geen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534.42105944832</c:v>
                </c:pt>
                <c:pt idx="1">
                  <c:v>532.13575983747</c:v>
                </c:pt>
                <c:pt idx="2">
                  <c:v>531.52971035465</c:v>
                </c:pt>
                <c:pt idx="3">
                  <c:v>516.93601077177</c:v>
                </c:pt>
                <c:pt idx="4">
                  <c:v>517.10281978007</c:v>
                </c:pt>
                <c:pt idx="5">
                  <c:v>505.5030841931</c:v>
                </c:pt>
                <c:pt idx="6">
                  <c:v>500.41185443225</c:v>
                </c:pt>
              </c:numCache>
            </c:numRef>
          </c:yVal>
        </c:ser>
        <c:ser>
          <c:idx val="1"/>
          <c:order val="1"/>
          <c:tx>
            <c:v>95%-interval Geen migratieachtergrond,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494.46109911197</c:v>
                </c:pt>
                <c:pt idx="1">
                  <c:v>506.36260975253</c:v>
                </c:pt>
              </c:numCache>
            </c:numRef>
          </c:yVal>
        </c:ser>
        <c:ser>
          <c:idx val="2"/>
          <c:order val="2"/>
          <c:tx>
            <c:v>95%-interval Geen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512.32451087053</c:v>
                </c:pt>
                <c:pt idx="1">
                  <c:v>521.547510673</c:v>
                </c:pt>
              </c:numCache>
            </c:numRef>
          </c:yVal>
        </c:ser>
        <c:ser>
          <c:idx val="3"/>
          <c:order val="3"/>
          <c:tx>
            <c:v>95%-interval Geen migratieachtergrond,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511.4295448462</c:v>
                </c:pt>
                <c:pt idx="1">
                  <c:v>522.77609471393</c:v>
                </c:pt>
              </c:numCache>
            </c:numRef>
          </c:yVal>
        </c:ser>
        <c:ser>
          <c:idx val="4"/>
          <c:order val="4"/>
          <c:tx>
            <c:v>95%-interval Geen migratieachtergrond,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498.42920026732</c:v>
                </c:pt>
                <c:pt idx="1">
                  <c:v>512.57696811888</c:v>
                </c:pt>
              </c:numCache>
            </c:numRef>
          </c:yVal>
        </c:ser>
        <c:ser>
          <c:idx val="5"/>
          <c:order val="5"/>
          <c:tx>
            <c:v>95%-interval Geen migratieachtergrond,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529.85938269631</c:v>
                </c:pt>
                <c:pt idx="1">
                  <c:v>538.98273620033</c:v>
                </c:pt>
              </c:numCache>
            </c:numRef>
          </c:yVal>
        </c:ser>
        <c:ser>
          <c:idx val="6"/>
          <c:order val="6"/>
          <c:tx>
            <c:v>95%-interval Geen migratieachtergrond,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522.04743446272</c:v>
                </c:pt>
                <c:pt idx="1">
                  <c:v>542.22408521222</c:v>
                </c:pt>
              </c:numCache>
            </c:numRef>
          </c:yVal>
        </c:ser>
        <c:ser>
          <c:idx val="7"/>
          <c:order val="7"/>
          <c:tx>
            <c:v>95%-interval Geen migratieachtergrond,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525.00767064699</c:v>
                </c:pt>
                <c:pt idx="1">
                  <c:v>538.05175006231</c:v>
                </c:pt>
              </c:numCache>
            </c:numRef>
          </c:yVal>
        </c:ser>
        <c:ser>
          <c:idx val="8"/>
          <c:order val="8"/>
          <c:tx>
            <c:v>Eerste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Data'!$R$2:$R$8</c:f>
              <c:numCache>
                <c:formatCode>0</c:formatCode>
                <c:ptCount val="7"/>
                <c:pt idx="0">
                  <c:v>466.89930763403</c:v>
                </c:pt>
                <c:pt idx="1">
                  <c:v>457.07350716171</c:v>
                </c:pt>
                <c:pt idx="2">
                  <c:v>473.78146942058</c:v>
                </c:pt>
                <c:pt idx="3">
                  <c:v>437.81366231457</c:v>
                </c:pt>
                <c:pt idx="4">
                  <c:v>414.66870941616</c:v>
                </c:pt>
                <c:pt idx="5">
                  <c:v>426.511369207</c:v>
                </c:pt>
                <c:pt idx="6">
                  <c:v>417.64043312915</c:v>
                </c:pt>
              </c:numCache>
            </c:numRef>
          </c:yVal>
        </c:ser>
        <c:ser>
          <c:idx val="9"/>
          <c:order val="9"/>
          <c:tx>
            <c:v>95%-interval Eerste generatie,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401.69239723187</c:v>
                </c:pt>
                <c:pt idx="1">
                  <c:v>433.58846902644</c:v>
                </c:pt>
              </c:numCache>
            </c:numRef>
          </c:yVal>
        </c:ser>
        <c:ser>
          <c:idx val="10"/>
          <c:order val="10"/>
          <c:tx>
            <c:v>95%-interval Eerste generatie,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413.81838269279</c:v>
                </c:pt>
                <c:pt idx="1">
                  <c:v>461.80894193636</c:v>
                </c:pt>
              </c:numCache>
            </c:numRef>
          </c:yVal>
        </c:ser>
        <c:ser>
          <c:idx val="11"/>
          <c:order val="11"/>
          <c:tx>
            <c:v>95%-interval Eerste generatie,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386.15699928764</c:v>
                </c:pt>
                <c:pt idx="1">
                  <c:v>443.18041954468</c:v>
                </c:pt>
              </c:numCache>
            </c:numRef>
          </c:yVal>
        </c:ser>
        <c:ser>
          <c:idx val="12"/>
          <c:order val="12"/>
          <c:tx>
            <c:v>95%-interval Eerste generatie,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406.89253100096</c:v>
                </c:pt>
                <c:pt idx="1">
                  <c:v>446.13020741304</c:v>
                </c:pt>
              </c:numCache>
            </c:numRef>
          </c:yVal>
        </c:ser>
        <c:ser>
          <c:idx val="13"/>
          <c:order val="13"/>
          <c:tx>
            <c:v>95%-interval Eerste generatie,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446.9898806956</c:v>
                </c:pt>
                <c:pt idx="1">
                  <c:v>486.80873457245</c:v>
                </c:pt>
              </c:numCache>
            </c:numRef>
          </c:yVal>
        </c:ser>
        <c:ser>
          <c:idx val="14"/>
          <c:order val="14"/>
          <c:tx>
            <c:v>95%-interval Eerste generatie,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430.18943135782</c:v>
                </c:pt>
                <c:pt idx="1">
                  <c:v>483.95758296561</c:v>
                </c:pt>
              </c:numCache>
            </c:numRef>
          </c:yVal>
        </c:ser>
        <c:ser>
          <c:idx val="15"/>
          <c:order val="15"/>
          <c:tx>
            <c:v>95%-interval Eerste generatie,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452.56426052842</c:v>
                </c:pt>
                <c:pt idx="1">
                  <c:v>494.99867831274</c:v>
                </c:pt>
              </c:numCache>
            </c:numRef>
          </c:yVal>
        </c:ser>
        <c:ser>
          <c:idx val="16"/>
          <c:order val="16"/>
          <c:tx>
            <c:v>Tweede generatie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Data'!$AG$2:$AG$8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Data'!$AH$2:$AH$8</c:f>
              <c:numCache>
                <c:formatCode>0</c:formatCode>
                <c:ptCount val="7"/>
                <c:pt idx="0">
                  <c:v>455.41853292357</c:v>
                </c:pt>
                <c:pt idx="1">
                  <c:v>466.17777145962</c:v>
                </c:pt>
                <c:pt idx="2">
                  <c:v>459.62307160447</c:v>
                </c:pt>
                <c:pt idx="3">
                  <c:v>462.24739451687</c:v>
                </c:pt>
                <c:pt idx="4">
                  <c:v>441.94917798932</c:v>
                </c:pt>
                <c:pt idx="5">
                  <c:v>451.87819156895</c:v>
                </c:pt>
                <c:pt idx="6">
                  <c:v>452.65048250727</c:v>
                </c:pt>
              </c:numCache>
            </c:numRef>
          </c:yVal>
        </c:ser>
        <c:ser>
          <c:idx val="17"/>
          <c:order val="17"/>
          <c:tx>
            <c:v>95%-interval Tweede generatie,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437.62549472852</c:v>
                </c:pt>
                <c:pt idx="1">
                  <c:v>467.67547028602</c:v>
                </c:pt>
              </c:numCache>
            </c:numRef>
          </c:yVal>
        </c:ser>
        <c:ser>
          <c:idx val="18"/>
          <c:order val="18"/>
          <c:tx>
            <c:v>95%-interval Tweede generatie,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446.17810238704</c:v>
                </c:pt>
                <c:pt idx="1">
                  <c:v>478.3166866467</c:v>
                </c:pt>
              </c:numCache>
            </c:numRef>
          </c:yVal>
        </c:ser>
        <c:ser>
          <c:idx val="19"/>
          <c:order val="19"/>
          <c:tx>
            <c:v>95%-interval Tweede generatie,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426.97048205665</c:v>
                </c:pt>
                <c:pt idx="1">
                  <c:v>456.92787392199</c:v>
                </c:pt>
              </c:numCache>
            </c:numRef>
          </c:yVal>
        </c:ser>
        <c:ser>
          <c:idx val="20"/>
          <c:order val="20"/>
          <c:tx>
            <c:v>95%-interval Tweede generatie,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435.47588170819</c:v>
                </c:pt>
                <c:pt idx="1">
                  <c:v>468.28050142971</c:v>
                </c:pt>
              </c:numCache>
            </c:numRef>
          </c:yVal>
        </c:ser>
        <c:ser>
          <c:idx val="21"/>
          <c:order val="21"/>
          <c:tx>
            <c:v>95%-interval Tweede generatie,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433.47024648862</c:v>
                </c:pt>
                <c:pt idx="1">
                  <c:v>477.36681935853</c:v>
                </c:pt>
              </c:numCache>
            </c:numRef>
          </c:yVal>
        </c:ser>
        <c:ser>
          <c:idx val="22"/>
          <c:order val="22"/>
          <c:tx>
            <c:v>95%-interval Tweede generatie,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442.71715864991</c:v>
                </c:pt>
                <c:pt idx="1">
                  <c:v>489.63838426934</c:v>
                </c:pt>
              </c:numCache>
            </c:numRef>
          </c:yVal>
        </c:ser>
        <c:ser>
          <c:idx val="23"/>
          <c:order val="23"/>
          <c:tx>
            <c:v>95%-interval Tweede generatie,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442.43955409969</c:v>
                </c:pt>
                <c:pt idx="1">
                  <c:v>476.80658910924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550"/>
          <c:min val="3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Eerste min zonder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-33.055000861309</c:v>
                </c:pt>
                <c:pt idx="1">
                  <c:v>-43.77506915358</c:v>
                </c:pt>
              </c:numCache>
            </c:numRef>
          </c:yVal>
        </c:ser>
        <c:ser>
          <c:idx val="1"/>
          <c:order val="1"/>
          <c:tx>
            <c:v>95%-interval Eerste min zonder migratieachtergrond,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-45.446557402758</c:v>
                </c:pt>
                <c:pt idx="1">
                  <c:v>-20.66344431986</c:v>
                </c:pt>
              </c:numCache>
            </c:numRef>
          </c:yVal>
        </c:ser>
        <c:ser>
          <c:idx val="2"/>
          <c:order val="2"/>
          <c:tx>
            <c:v>95%-interval Eerste min zonder migratieachtergrond,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-59.418647624657</c:v>
                </c:pt>
                <c:pt idx="1">
                  <c:v>-28.131490682503</c:v>
                </c:pt>
              </c:numCache>
            </c:numRef>
          </c:yVal>
        </c:ser>
        <c:ser>
          <c:idx val="3"/>
          <c:order val="3"/>
          <c:tx>
            <c:v>Tweede min zonder migratieachtergrond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-50.523540287512</c:v>
                </c:pt>
                <c:pt idx="1">
                  <c:v>-38.927210267385</c:v>
                </c:pt>
              </c:numCache>
            </c:numRef>
          </c:yVal>
        </c:ser>
        <c:ser>
          <c:idx val="4"/>
          <c:order val="4"/>
          <c:tx>
            <c:v>95%-interval Tweede min zonder migratieachtergrond,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-61.369291947257</c:v>
                </c:pt>
                <c:pt idx="1">
                  <c:v>-39.677788627766</c:v>
                </c:pt>
              </c:numCache>
            </c:numRef>
          </c:yVal>
        </c:ser>
        <c:ser>
          <c:idx val="5"/>
          <c:order val="5"/>
          <c:tx>
            <c:v>95%-interval Tweede min zonder migratieachtergrond,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-48.265140843036</c:v>
                </c:pt>
                <c:pt idx="1">
                  <c:v>-29.589279691734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-0"/>
          <c:min val="-8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Eerste min zonder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-47.090997855417</c:v>
                </c:pt>
                <c:pt idx="1">
                  <c:v>-52.567109919805</c:v>
                </c:pt>
              </c:numCache>
            </c:numRef>
          </c:yVal>
        </c:ser>
        <c:ser>
          <c:idx val="1"/>
          <c:order val="1"/>
          <c:tx>
            <c:v>Eerste min zonder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-21.278115658107</c:v>
                </c:pt>
                <c:pt idx="1">
                  <c:v>-27.71141318332</c:v>
                </c:pt>
                <c:pt idx="2">
                  <c:v>-18.219018743027</c:v>
                </c:pt>
              </c:numCache>
            </c:numRef>
          </c:yVal>
        </c:ser>
        <c:ser>
          <c:idx val="2"/>
          <c:order val="2"/>
          <c:tx>
            <c:v>95%-interval Eerste min zonder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-34.993044432915</c:v>
                </c:pt>
                <c:pt idx="1">
                  <c:v>-7.5631868832991</c:v>
                </c:pt>
              </c:numCache>
            </c:numRef>
          </c:yVal>
        </c:ser>
        <c:ser>
          <c:idx val="3"/>
          <c:order val="3"/>
          <c:tx>
            <c:v>95%-interval Eerste min zonder migratieachtergrond,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-62.027859643107</c:v>
                </c:pt>
                <c:pt idx="1">
                  <c:v>-32.154136067727</c:v>
                </c:pt>
              </c:numCache>
            </c:numRef>
          </c:yVal>
        </c:ser>
        <c:ser>
          <c:idx val="4"/>
          <c:order val="4"/>
          <c:tx>
            <c:v>95%-interval Eerste min zonder migratieachtergrond,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-69.829674007016</c:v>
                </c:pt>
                <c:pt idx="1">
                  <c:v>-35.304545832594</c:v>
                </c:pt>
              </c:numCache>
            </c:numRef>
          </c:yVal>
        </c:ser>
        <c:ser>
          <c:idx val="5"/>
          <c:order val="5"/>
          <c:tx>
            <c:v>95%-interval Eerste min zonder migratieachtergrond,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-41.401034078008</c:v>
                </c:pt>
                <c:pt idx="1">
                  <c:v>-14.021792288632</c:v>
                </c:pt>
              </c:numCache>
            </c:numRef>
          </c:yVal>
        </c:ser>
        <c:ser>
          <c:idx val="6"/>
          <c:order val="6"/>
          <c:tx>
            <c:v>95%-interval Eerste min zonder migratieachtergrond,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-37.347744346258</c:v>
                </c:pt>
                <c:pt idx="1">
                  <c:v>0.90970686020292</c:v>
                </c:pt>
              </c:numCache>
            </c:numRef>
          </c:yVal>
        </c:ser>
        <c:ser>
          <c:idx val="7"/>
          <c:order val="7"/>
          <c:tx>
            <c:v>Tweede min zonder migratieachtergrond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-44.820622130851</c:v>
                </c:pt>
                <c:pt idx="1">
                  <c:v>-40.030245888757</c:v>
                </c:pt>
              </c:numCache>
            </c:numRef>
          </c:yVal>
        </c:ser>
        <c:ser>
          <c:idx val="8"/>
          <c:order val="8"/>
          <c:tx>
            <c:v>Tweede min zonder migratieachtergrond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Data'!$R$2:$R$4</c:f>
              <c:numCache>
                <c:formatCode>0</c:formatCode>
                <c:ptCount val="3"/>
                <c:pt idx="0">
                  <c:v>-31.759363882416</c:v>
                </c:pt>
                <c:pt idx="1">
                  <c:v>-25.06861630858</c:v>
                </c:pt>
                <c:pt idx="2">
                  <c:v>-18.547997082354</c:v>
                </c:pt>
              </c:numCache>
            </c:numRef>
          </c:yVal>
        </c:ser>
        <c:ser>
          <c:idx val="9"/>
          <c:order val="9"/>
          <c:tx>
            <c:v>95%-interval Tweede min zonder migratieachtergrond,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-39.027230802251</c:v>
                </c:pt>
                <c:pt idx="1">
                  <c:v>-24.491496962582</c:v>
                </c:pt>
              </c:numCache>
            </c:numRef>
          </c:yVal>
        </c:ser>
        <c:ser>
          <c:idx val="10"/>
          <c:order val="10"/>
          <c:tx>
            <c:v>95%-interval Tweede min zonder migratieachtergrond,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-54.421287104729</c:v>
                </c:pt>
                <c:pt idx="1">
                  <c:v>-35.219957156974</c:v>
                </c:pt>
              </c:numCache>
            </c:numRef>
          </c:yVal>
        </c:ser>
        <c:ser>
          <c:idx val="11"/>
          <c:order val="11"/>
          <c:tx>
            <c:v>95%-interval Tweede min zonder migratieachtergrond,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-55.358055729981</c:v>
                </c:pt>
                <c:pt idx="1">
                  <c:v>-24.702436047534</c:v>
                </c:pt>
              </c:numCache>
            </c:numRef>
          </c:yVal>
        </c:ser>
        <c:ser>
          <c:idx val="12"/>
          <c:order val="12"/>
          <c:tx>
            <c:v>95%-interval Tweede min zonder migratieachtergrond,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-33.299276711216</c:v>
                </c:pt>
                <c:pt idx="1">
                  <c:v>-16.837955905944</c:v>
                </c:pt>
              </c:numCache>
            </c:numRef>
          </c:yVal>
        </c:ser>
        <c:ser>
          <c:idx val="13"/>
          <c:order val="13"/>
          <c:tx>
            <c:v>95%-interval Tweede min zonder migratieachtergrond,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-30.241186111829</c:v>
                </c:pt>
                <c:pt idx="1">
                  <c:v>-6.8548080528797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20"/>
          <c:min val="-8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Eerste min zonder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-51.960321515289</c:v>
                </c:pt>
                <c:pt idx="1">
                  <c:v>-66.594305026975</c:v>
                </c:pt>
              </c:numCache>
            </c:numRef>
          </c:yVal>
        </c:ser>
        <c:ser>
          <c:idx val="1"/>
          <c:order val="1"/>
          <c:tx>
            <c:v>Eerste min zonder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-39.853006615186</c:v>
                </c:pt>
                <c:pt idx="1">
                  <c:v>-55.98840976422</c:v>
                </c:pt>
                <c:pt idx="2">
                  <c:v>-41.185388118311</c:v>
                </c:pt>
              </c:numCache>
            </c:numRef>
          </c:yVal>
        </c:ser>
        <c:ser>
          <c:idx val="2"/>
          <c:order val="2"/>
          <c:tx>
            <c:v>95%-interval Eerste min zonder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-53.735451193111</c:v>
                </c:pt>
                <c:pt idx="1">
                  <c:v>-25.970562037261</c:v>
                </c:pt>
              </c:numCache>
            </c:numRef>
          </c:yVal>
        </c:ser>
        <c:ser>
          <c:idx val="3"/>
          <c:order val="3"/>
          <c:tx>
            <c:v>95%-interval Eerste min zonder migratieachtergrond,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-66.155109393711</c:v>
                </c:pt>
                <c:pt idx="1">
                  <c:v>-37.765533636867</c:v>
                </c:pt>
              </c:numCache>
            </c:numRef>
          </c:yVal>
        </c:ser>
        <c:ser>
          <c:idx val="4"/>
          <c:order val="4"/>
          <c:tx>
            <c:v>95%-interval Eerste min zonder migratieachtergrond,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-84.156020167047</c:v>
                </c:pt>
                <c:pt idx="1">
                  <c:v>-49.032589886903</c:v>
                </c:pt>
              </c:numCache>
            </c:numRef>
          </c:yVal>
        </c:ser>
        <c:ser>
          <c:idx val="5"/>
          <c:order val="5"/>
          <c:tx>
            <c:v>95%-interval Eerste min zonder migratieachtergrond,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-70.937452765567</c:v>
                </c:pt>
                <c:pt idx="1">
                  <c:v>-41.039366762873</c:v>
                </c:pt>
              </c:numCache>
            </c:numRef>
          </c:yVal>
        </c:ser>
        <c:ser>
          <c:idx val="6"/>
          <c:order val="6"/>
          <c:tx>
            <c:v>95%-interval Eerste min zonder migratieachtergrond,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-61.105542160758</c:v>
                </c:pt>
                <c:pt idx="1">
                  <c:v>-21.265234075864</c:v>
                </c:pt>
              </c:numCache>
            </c:numRef>
          </c:yVal>
        </c:ser>
        <c:ser>
          <c:idx val="7"/>
          <c:order val="7"/>
          <c:tx>
            <c:v>Tweede min zonder migratieachtergrond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-42.543667464809</c:v>
                </c:pt>
                <c:pt idx="1">
                  <c:v>-41.467056166079</c:v>
                </c:pt>
              </c:numCache>
            </c:numRef>
          </c:yVal>
        </c:ser>
        <c:ser>
          <c:idx val="8"/>
          <c:order val="8"/>
          <c:tx>
            <c:v>Tweede min zonder migratieachtergrond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Data'!$R$2:$R$4</c:f>
              <c:numCache>
                <c:formatCode>0</c:formatCode>
                <c:ptCount val="3"/>
                <c:pt idx="0">
                  <c:v>-48.011158895134</c:v>
                </c:pt>
                <c:pt idx="1">
                  <c:v>-39.628597776342</c:v>
                </c:pt>
                <c:pt idx="2">
                  <c:v>-31.271377136839</c:v>
                </c:pt>
              </c:numCache>
            </c:numRef>
          </c:yVal>
        </c:ser>
        <c:ser>
          <c:idx val="9"/>
          <c:order val="9"/>
          <c:tx>
            <c:v>95%-interval Tweede min zonder migratieachtergrond,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-55.856463824134</c:v>
                </c:pt>
                <c:pt idx="1">
                  <c:v>-40.165853966134</c:v>
                </c:pt>
              </c:numCache>
            </c:numRef>
          </c:yVal>
        </c:ser>
        <c:ser>
          <c:idx val="10"/>
          <c:order val="10"/>
          <c:tx>
            <c:v>95%-interval Tweede min zonder migratieachtergrond,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-53.271971325446</c:v>
                </c:pt>
                <c:pt idx="1">
                  <c:v>-31.815363604171</c:v>
                </c:pt>
              </c:numCache>
            </c:numRef>
          </c:yVal>
        </c:ser>
        <c:ser>
          <c:idx val="11"/>
          <c:order val="11"/>
          <c:tx>
            <c:v>95%-interval Tweede min zonder migratieachtergrond,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-54.476736161744</c:v>
                </c:pt>
                <c:pt idx="1">
                  <c:v>-28.457376170413</c:v>
                </c:pt>
              </c:numCache>
            </c:numRef>
          </c:yVal>
        </c:ser>
        <c:ser>
          <c:idx val="12"/>
          <c:order val="12"/>
          <c:tx>
            <c:v>95%-interval Tweede min zonder migratieachtergrond,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-50.520889242609</c:v>
                </c:pt>
                <c:pt idx="1">
                  <c:v>-28.736306310076</c:v>
                </c:pt>
              </c:numCache>
            </c:numRef>
          </c:yVal>
        </c:ser>
        <c:ser>
          <c:idx val="13"/>
          <c:order val="13"/>
          <c:tx>
            <c:v>95%-interval Tweede min zonder migratieachtergrond,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-45.488193731253</c:v>
                </c:pt>
                <c:pt idx="1">
                  <c:v>-17.054560542425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-0"/>
          <c:min val="-1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Eerste min zonder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-61.057756840604</c:v>
                </c:pt>
                <c:pt idx="1">
                  <c:v>-65.467667215605</c:v>
                </c:pt>
                <c:pt idx="2">
                  <c:v>-44.154490221457</c:v>
                </c:pt>
                <c:pt idx="3">
                  <c:v>-59.478286264177</c:v>
                </c:pt>
                <c:pt idx="4">
                  <c:v>-75.781239860461</c:v>
                </c:pt>
                <c:pt idx="5">
                  <c:v>-99.121473484197</c:v>
                </c:pt>
                <c:pt idx="6">
                  <c:v>-85.03144426611</c:v>
                </c:pt>
                <c:pt idx="7">
                  <c:v>-64.302880275761</c:v>
                </c:pt>
              </c:numCache>
            </c:numRef>
          </c:yVal>
        </c:ser>
        <c:ser>
          <c:idx val="1"/>
          <c:order val="1"/>
          <c:tx>
            <c:v>95%-interval Eerste min zonder migratieachtergrond,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-80.563517340041</c:v>
                </c:pt>
                <c:pt idx="1">
                  <c:v>-48.042243211482</c:v>
                </c:pt>
              </c:numCache>
            </c:numRef>
          </c:yVal>
        </c:ser>
        <c:ser>
          <c:idx val="2"/>
          <c:order val="2"/>
          <c:tx>
            <c:v>95%-interval Eerste min zonder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-98.773398396012</c:v>
                </c:pt>
                <c:pt idx="1">
                  <c:v>-52.78908132491</c:v>
                </c:pt>
              </c:numCache>
            </c:numRef>
          </c:yVal>
        </c:ser>
        <c:ser>
          <c:idx val="3"/>
          <c:order val="3"/>
          <c:tx>
            <c:v>95%-interval Eerste min zonder migratieachtergrond,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-125.46672102959</c:v>
                </c:pt>
                <c:pt idx="1">
                  <c:v>-72.776225938805</c:v>
                </c:pt>
              </c:numCache>
            </c:numRef>
          </c:yVal>
        </c:ser>
        <c:ser>
          <c:idx val="4"/>
          <c:order val="4"/>
          <c:tx>
            <c:v>95%-interval Eerste min zonder migratieachtergrond,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-103.81186185792</c:v>
                </c:pt>
                <c:pt idx="1">
                  <c:v>-66.251026674297</c:v>
                </c:pt>
              </c:numCache>
            </c:numRef>
          </c:yVal>
        </c:ser>
        <c:ser>
          <c:idx val="5"/>
          <c:order val="5"/>
          <c:tx>
            <c:v>95%-interval Eerste min zonder migratieachtergrond,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-85.95420808399</c:v>
                </c:pt>
                <c:pt idx="1">
                  <c:v>-44.981126347219</c:v>
                </c:pt>
              </c:numCache>
            </c:numRef>
          </c:yVal>
        </c:ser>
        <c:ser>
          <c:idx val="6"/>
          <c:order val="6"/>
          <c:tx>
            <c:v>95%-interval Eerste min zonder migratieachtergrond,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-78.281619572548</c:v>
                </c:pt>
                <c:pt idx="1">
                  <c:v>-43.83389410866</c:v>
                </c:pt>
              </c:numCache>
            </c:numRef>
          </c:yVal>
        </c:ser>
        <c:ser>
          <c:idx val="7"/>
          <c:order val="7"/>
          <c:tx>
            <c:v>95%-interval Eerste min zonder migratieachtergrond,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-65.48036162848</c:v>
                </c:pt>
                <c:pt idx="1">
                  <c:v>-22.828618814435</c:v>
                </c:pt>
              </c:numCache>
            </c:numRef>
          </c:yVal>
        </c:ser>
        <c:ser>
          <c:idx val="8"/>
          <c:order val="8"/>
          <c:tx>
            <c:v>95%-interval Eerste min zonder migratieachtergrond,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-83.97272834354</c:v>
                </c:pt>
                <c:pt idx="1">
                  <c:v>-34.983844184813</c:v>
                </c:pt>
              </c:numCache>
            </c:numRef>
          </c:yVal>
        </c:ser>
        <c:ser>
          <c:idx val="9"/>
          <c:order val="9"/>
          <c:tx>
            <c:v>Tweede min zonder migratieachtergrond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-49.744936145476</c:v>
                </c:pt>
                <c:pt idx="1">
                  <c:v>-60.530458411026</c:v>
                </c:pt>
                <c:pt idx="2">
                  <c:v>-46.022080088443</c:v>
                </c:pt>
                <c:pt idx="3">
                  <c:v>-54.507825605505</c:v>
                </c:pt>
                <c:pt idx="4">
                  <c:v>-40.075310533984</c:v>
                </c:pt>
                <c:pt idx="5">
                  <c:v>-65.108368964662</c:v>
                </c:pt>
                <c:pt idx="6">
                  <c:v>-41.803853572888</c:v>
                </c:pt>
                <c:pt idx="7">
                  <c:v>-46.497823318429</c:v>
                </c:pt>
              </c:numCache>
            </c:numRef>
          </c:yVal>
        </c:ser>
        <c:ser>
          <c:idx val="10"/>
          <c:order val="10"/>
          <c:tx>
            <c:v>95%-interval Tweede min zonder migratieachtergrond,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-61.617608317713</c:v>
                </c:pt>
                <c:pt idx="1">
                  <c:v>-31.378038319145</c:v>
                </c:pt>
              </c:numCache>
            </c:numRef>
          </c:yVal>
        </c:ser>
        <c:ser>
          <c:idx val="11"/>
          <c:order val="11"/>
          <c:tx>
            <c:v>95%-interval Tweede min zonder migratieachtergrond,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-57.748426609155</c:v>
                </c:pt>
                <c:pt idx="1">
                  <c:v>-22.402194458814</c:v>
                </c:pt>
              </c:numCache>
            </c:numRef>
          </c:yVal>
        </c:ser>
        <c:ser>
          <c:idx val="12"/>
          <c:order val="12"/>
          <c:tx>
            <c:v>95%-interval Tweede min zonder migratieachtergrond,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-80.223946234705</c:v>
                </c:pt>
                <c:pt idx="1">
                  <c:v>-49.992791694619</c:v>
                </c:pt>
              </c:numCache>
            </c:numRef>
          </c:yVal>
        </c:ser>
        <c:ser>
          <c:idx val="13"/>
          <c:order val="13"/>
          <c:tx>
            <c:v>95%-interval Tweede min zonder migratieachtergrond,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-58.890364030797</c:v>
                </c:pt>
                <c:pt idx="1">
                  <c:v>-24.717343114979</c:v>
                </c:pt>
              </c:numCache>
            </c:numRef>
          </c:yVal>
        </c:ser>
        <c:ser>
          <c:idx val="14"/>
          <c:order val="14"/>
          <c:tx>
            <c:v>95%-interval Tweede min zonder migratieachtergrond,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-83.607226456215</c:v>
                </c:pt>
                <c:pt idx="1">
                  <c:v>-37.453690365838</c:v>
                </c:pt>
              </c:numCache>
            </c:numRef>
          </c:yVal>
        </c:ser>
        <c:ser>
          <c:idx val="15"/>
          <c:order val="15"/>
          <c:tx>
            <c:v>95%-interval Tweede min zonder migratieachtergrond,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-66.770853626494</c:v>
                </c:pt>
                <c:pt idx="1">
                  <c:v>-32.719018664458</c:v>
                </c:pt>
              </c:numCache>
            </c:numRef>
          </c:yVal>
        </c:ser>
        <c:ser>
          <c:idx val="16"/>
          <c:order val="16"/>
          <c:tx>
            <c:v>95%-interval Tweede min zonder migratieachtergrond,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-64.201502007266</c:v>
                </c:pt>
                <c:pt idx="1">
                  <c:v>-27.84265816962</c:v>
                </c:pt>
              </c:numCache>
            </c:numRef>
          </c:yVal>
        </c:ser>
        <c:ser>
          <c:idx val="17"/>
          <c:order val="17"/>
          <c:tx>
            <c:v>95%-interval Tweede min zonder migratieachtergrond,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-73.121254660283</c:v>
                </c:pt>
                <c:pt idx="1">
                  <c:v>-35.894396550726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-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Eerste min zonder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-78.903332605003</c:v>
                </c:pt>
                <c:pt idx="1">
                  <c:v>-57.506339702957</c:v>
                </c:pt>
                <c:pt idx="2">
                  <c:v>-55.107335879909</c:v>
                </c:pt>
                <c:pt idx="3">
                  <c:v>-60.360934399022</c:v>
                </c:pt>
                <c:pt idx="4">
                  <c:v>-67.400949242979</c:v>
                </c:pt>
                <c:pt idx="5">
                  <c:v>-93.609154883496</c:v>
                </c:pt>
                <c:pt idx="6">
                  <c:v>-77.807704859189</c:v>
                </c:pt>
                <c:pt idx="7">
                  <c:v>-69.170485603679</c:v>
                </c:pt>
              </c:numCache>
            </c:numRef>
          </c:yVal>
        </c:ser>
        <c:ser>
          <c:idx val="1"/>
          <c:order val="1"/>
          <c:tx>
            <c:v>95%-interval Eerste min zonder migratieachtergrond,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-85.970358091106</c:v>
                </c:pt>
                <c:pt idx="1">
                  <c:v>-52.370613116252</c:v>
                </c:pt>
              </c:numCache>
            </c:numRef>
          </c:yVal>
        </c:ser>
        <c:ser>
          <c:idx val="2"/>
          <c:order val="2"/>
          <c:tx>
            <c:v>95%-interval Eerste min zonder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-89.052889418904</c:v>
                </c:pt>
                <c:pt idx="1">
                  <c:v>-45.749009067054</c:v>
                </c:pt>
              </c:numCache>
            </c:numRef>
          </c:yVal>
        </c:ser>
        <c:ser>
          <c:idx val="3"/>
          <c:order val="3"/>
          <c:tx>
            <c:v>95%-interval Eerste min zonder migratieachtergrond,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-119.55864916323</c:v>
                </c:pt>
                <c:pt idx="1">
                  <c:v>-67.659660603761</c:v>
                </c:pt>
              </c:numCache>
            </c:numRef>
          </c:yVal>
        </c:ser>
        <c:ser>
          <c:idx val="4"/>
          <c:order val="4"/>
          <c:tx>
            <c:v>95%-interval Eerste min zonder migratieachtergrond,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-97.841254344441</c:v>
                </c:pt>
                <c:pt idx="1">
                  <c:v>-57.774155373936</c:v>
                </c:pt>
              </c:numCache>
            </c:numRef>
          </c:yVal>
        </c:ser>
        <c:ser>
          <c:idx val="5"/>
          <c:order val="5"/>
          <c:tx>
            <c:v>95%-interval Eerste min zonder migratieachtergrond,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-73.76201097214</c:v>
                </c:pt>
                <c:pt idx="1">
                  <c:v>-41.250668433775</c:v>
                </c:pt>
              </c:numCache>
            </c:numRef>
          </c:yVal>
        </c:ser>
        <c:ser>
          <c:idx val="6"/>
          <c:order val="6"/>
          <c:tx>
            <c:v>95%-interval Eerste min zonder migratieachtergrond,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-96.243678816987</c:v>
                </c:pt>
                <c:pt idx="1">
                  <c:v>-61.562986393018</c:v>
                </c:pt>
              </c:numCache>
            </c:numRef>
          </c:yVal>
        </c:ser>
        <c:ser>
          <c:idx val="7"/>
          <c:order val="7"/>
          <c:tx>
            <c:v>95%-interval Eerste min zonder migratieachtergrond,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-76.236258985574</c:v>
                </c:pt>
                <c:pt idx="1">
                  <c:v>-33.978412774245</c:v>
                </c:pt>
              </c:numCache>
            </c:numRef>
          </c:yVal>
        </c:ser>
        <c:ser>
          <c:idx val="8"/>
          <c:order val="8"/>
          <c:tx>
            <c:v>95%-interval Eerste min zonder migratieachtergrond,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-79.733568521213</c:v>
                </c:pt>
                <c:pt idx="1">
                  <c:v>-40.988300276831</c:v>
                </c:pt>
              </c:numCache>
            </c:numRef>
          </c:yVal>
        </c:ser>
        <c:ser>
          <c:idx val="9"/>
          <c:order val="9"/>
          <c:tx>
            <c:v>Tweede min zonder migratieachtergrond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-59.436004919525</c:v>
                </c:pt>
                <c:pt idx="1">
                  <c:v>-66.494541092584</c:v>
                </c:pt>
                <c:pt idx="2">
                  <c:v>-56.912523064998</c:v>
                </c:pt>
                <c:pt idx="3">
                  <c:v>-56.871580509505</c:v>
                </c:pt>
                <c:pt idx="4">
                  <c:v>-45.337011341428</c:v>
                </c:pt>
                <c:pt idx="5">
                  <c:v>-61.328553485503</c:v>
                </c:pt>
                <c:pt idx="6">
                  <c:v>-48.616008906005</c:v>
                </c:pt>
                <c:pt idx="7">
                  <c:v>-45.768551667022</c:v>
                </c:pt>
              </c:numCache>
            </c:numRef>
          </c:yVal>
        </c:ser>
        <c:ser>
          <c:idx val="10"/>
          <c:order val="10"/>
          <c:tx>
            <c:v>95%-interval Tweede min zonder migratieachtergrond,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-61.282212272073</c:v>
                </c:pt>
                <c:pt idx="1">
                  <c:v>-30.254891061971</c:v>
                </c:pt>
              </c:numCache>
            </c:numRef>
          </c:yVal>
        </c:ser>
        <c:ser>
          <c:idx val="11"/>
          <c:order val="11"/>
          <c:tx>
            <c:v>95%-interval Tweede min zonder migratieachtergrond,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-61.953682380531</c:v>
                </c:pt>
                <c:pt idx="1">
                  <c:v>-28.720340302325</c:v>
                </c:pt>
              </c:numCache>
            </c:numRef>
          </c:yVal>
        </c:ser>
        <c:ser>
          <c:idx val="12"/>
          <c:order val="12"/>
          <c:tx>
            <c:v>95%-interval Tweede min zonder migratieachtergrond,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-76.219532138516</c:v>
                </c:pt>
                <c:pt idx="1">
                  <c:v>-46.437574832489</c:v>
                </c:pt>
              </c:numCache>
            </c:numRef>
          </c:yVal>
        </c:ser>
        <c:ser>
          <c:idx val="13"/>
          <c:order val="13"/>
          <c:tx>
            <c:v>95%-interval Tweede min zonder migratieachtergrond,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-65.101163312182</c:v>
                </c:pt>
                <c:pt idx="1">
                  <c:v>-32.130854499829</c:v>
                </c:pt>
              </c:numCache>
            </c:numRef>
          </c:yVal>
        </c:ser>
        <c:ser>
          <c:idx val="14"/>
          <c:order val="14"/>
          <c:tx>
            <c:v>95%-interval Tweede min zonder migratieachtergrond,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-86.156797429664</c:v>
                </c:pt>
                <c:pt idx="1">
                  <c:v>-46.832284755504</c:v>
                </c:pt>
              </c:numCache>
            </c:numRef>
          </c:yVal>
        </c:ser>
        <c:ser>
          <c:idx val="15"/>
          <c:order val="15"/>
          <c:tx>
            <c:v>95%-interval Tweede min zonder migratieachtergrond,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-81.151150322669</c:v>
                </c:pt>
                <c:pt idx="1">
                  <c:v>-37.72085951638</c:v>
                </c:pt>
              </c:numCache>
            </c:numRef>
          </c:yVal>
        </c:ser>
        <c:ser>
          <c:idx val="16"/>
          <c:order val="16"/>
          <c:tx>
            <c:v>95%-interval Tweede min zonder migratieachtergrond,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-74.68278260293</c:v>
                </c:pt>
                <c:pt idx="1">
                  <c:v>-39.142263527066</c:v>
                </c:pt>
              </c:numCache>
            </c:numRef>
          </c:yVal>
        </c:ser>
        <c:ser>
          <c:idx val="17"/>
          <c:order val="17"/>
          <c:tx>
            <c:v>95%-interval Tweede min zonder migratieachtergrond,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-73.763583825336</c:v>
                </c:pt>
                <c:pt idx="1">
                  <c:v>-39.979577193674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-25"/>
          <c:min val="-12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Eerste min zonder migratieachtergrond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-67.52175181429</c:v>
                </c:pt>
                <c:pt idx="1">
                  <c:v>-75.062252675756</c:v>
                </c:pt>
                <c:pt idx="2">
                  <c:v>-57.748240934069</c:v>
                </c:pt>
                <c:pt idx="3">
                  <c:v>-79.122348457194</c:v>
                </c:pt>
                <c:pt idx="4">
                  <c:v>-102.43411036391</c:v>
                </c:pt>
                <c:pt idx="5">
                  <c:v>-78.991714986098</c:v>
                </c:pt>
                <c:pt idx="6">
                  <c:v>-82.771421303094</c:v>
                </c:pt>
              </c:numCache>
            </c:numRef>
          </c:yVal>
        </c:ser>
        <c:ser>
          <c:idx val="1"/>
          <c:order val="1"/>
          <c:tx>
            <c:v>95%-interval Eerste min zonder migratieachtergrond,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-99.859935340397</c:v>
                </c:pt>
                <c:pt idx="1">
                  <c:v>-65.68290726579</c:v>
                </c:pt>
              </c:numCache>
            </c:numRef>
          </c:yVal>
        </c:ser>
        <c:ser>
          <c:idx val="2"/>
          <c:order val="2"/>
          <c:tx>
            <c:v>95%-interval Eerste min zonder migratieachtergrond,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-103.83597471272</c:v>
                </c:pt>
                <c:pt idx="1">
                  <c:v>-54.408722201666</c:v>
                </c:pt>
              </c:numCache>
            </c:numRef>
          </c:yVal>
        </c:ser>
        <c:ser>
          <c:idx val="3"/>
          <c:order val="3"/>
          <c:tx>
            <c:v>95%-interval Eerste min zonder migratieachtergrond,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-131.29322134892</c:v>
                </c:pt>
                <c:pt idx="1">
                  <c:v>-73.574999378897</c:v>
                </c:pt>
              </c:numCache>
            </c:numRef>
          </c:yVal>
        </c:ser>
        <c:ser>
          <c:idx val="4"/>
          <c:order val="4"/>
          <c:tx>
            <c:v>95%-interval Eerste min zonder migratieachtergrond,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-99.257691802585</c:v>
                </c:pt>
                <c:pt idx="1">
                  <c:v>-58.725738169611</c:v>
                </c:pt>
              </c:numCache>
            </c:numRef>
          </c:yVal>
        </c:ser>
        <c:ser>
          <c:idx val="5"/>
          <c:order val="5"/>
          <c:tx>
            <c:v>95%-interval Eerste min zonder migratieachtergrond,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-86.896420250593</c:v>
                </c:pt>
                <c:pt idx="1">
                  <c:v>-48.147083377987</c:v>
                </c:pt>
              </c:numCache>
            </c:numRef>
          </c:yVal>
        </c:ser>
        <c:ser>
          <c:idx val="6"/>
          <c:order val="6"/>
          <c:tx>
            <c:v>95%-interval Eerste min zonder migratieachtergrond,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-99.528612530039</c:v>
                </c:pt>
                <c:pt idx="1">
                  <c:v>-50.595892821474</c:v>
                </c:pt>
              </c:numCache>
            </c:numRef>
          </c:yVal>
        </c:ser>
        <c:ser>
          <c:idx val="7"/>
          <c:order val="7"/>
          <c:tx>
            <c:v>95%-interval Eerste min zonder migratieachtergrond,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-79.173654340565</c:v>
                </c:pt>
                <c:pt idx="1">
                  <c:v>-36.322827527574</c:v>
                </c:pt>
              </c:numCache>
            </c:numRef>
          </c:yVal>
        </c:ser>
        <c:ser>
          <c:idx val="8"/>
          <c:order val="8"/>
          <c:tx>
            <c:v>Tweede min zonder migratieachtergrond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Data'!$R$2:$R$8</c:f>
              <c:numCache>
                <c:formatCode>0</c:formatCode>
                <c:ptCount val="7"/>
                <c:pt idx="0">
                  <c:v>-79.002526524746</c:v>
                </c:pt>
                <c:pt idx="1">
                  <c:v>-65.957988377849</c:v>
                </c:pt>
                <c:pt idx="2">
                  <c:v>-71.906638750183</c:v>
                </c:pt>
                <c:pt idx="3">
                  <c:v>-54.688616254892</c:v>
                </c:pt>
                <c:pt idx="4">
                  <c:v>-75.153641790744</c:v>
                </c:pt>
                <c:pt idx="5">
                  <c:v>-53.624892624148</c:v>
                </c:pt>
                <c:pt idx="6">
                  <c:v>-47.761371924974</c:v>
                </c:pt>
              </c:numCache>
            </c:numRef>
          </c:yVal>
        </c:ser>
        <c:ser>
          <c:idx val="9"/>
          <c:order val="9"/>
          <c:tx>
            <c:v>95%-interval Tweede min zonder migratieachtergrond,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-63.908652102715</c:v>
                </c:pt>
                <c:pt idx="1">
                  <c:v>-31.614091747233</c:v>
                </c:pt>
              </c:numCache>
            </c:numRef>
          </c:yVal>
        </c:ser>
        <c:ser>
          <c:idx val="10"/>
          <c:order val="10"/>
          <c:tx>
            <c:v>95%-interval Tweede min zonder migratieachtergrond,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-71.973012947157</c:v>
                </c:pt>
                <c:pt idx="1">
                  <c:v>-37.404219562627</c:v>
                </c:pt>
              </c:numCache>
            </c:numRef>
          </c:yVal>
        </c:ser>
        <c:ser>
          <c:idx val="11"/>
          <c:order val="11"/>
          <c:tx>
            <c:v>95%-interval Tweede min zonder migratieachtergrond,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-91.640646424488</c:v>
                </c:pt>
                <c:pt idx="1">
                  <c:v>-58.666637157</c:v>
                </c:pt>
              </c:numCache>
            </c:numRef>
          </c:yVal>
        </c:ser>
        <c:ser>
          <c:idx val="12"/>
          <c:order val="12"/>
          <c:tx>
            <c:v>95%-interval Tweede min zonder migratieachtergrond,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-70.549124872025</c:v>
                </c:pt>
                <c:pt idx="1">
                  <c:v>-36.700660376272</c:v>
                </c:pt>
              </c:numCache>
            </c:numRef>
          </c:yVal>
        </c:ser>
        <c:ser>
          <c:idx val="13"/>
          <c:order val="13"/>
          <c:tx>
            <c:v>95%-interval Tweede min zonder migratieachtergrond,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-101.54632708649</c:v>
                </c:pt>
                <c:pt idx="1">
                  <c:v>-56.458725962999</c:v>
                </c:pt>
              </c:numCache>
            </c:numRef>
          </c:yVal>
        </c:ser>
        <c:ser>
          <c:idx val="14"/>
          <c:order val="14"/>
          <c:tx>
            <c:v>95%-interval Tweede min zonder migratieachtergrond,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-90.273506010333</c:v>
                </c:pt>
                <c:pt idx="1">
                  <c:v>-41.642470745366</c:v>
                </c:pt>
              </c:numCache>
            </c:numRef>
          </c:yVal>
        </c:ser>
        <c:ser>
          <c:idx val="15"/>
          <c:order val="15"/>
          <c:tx>
            <c:v>95%-interval Tweede min zonder migratieachtergrond,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-87.99186387883</c:v>
                </c:pt>
                <c:pt idx="1">
                  <c:v>-55.821413621536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-25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Landelijk aandeel Q4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</c:numCache>
            </c:numRef>
          </c:yVal>
        </c:ser>
        <c:ser>
          <c:idx val="1"/>
          <c:order val="1"/>
          <c:tx>
            <c:v>95%-interval Landelijk aandeel Q4, 2001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2"/>
          <c:order val="2"/>
          <c:tx>
            <c:v>95%-interval Landelijk aandeel Q4, 2006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3"/>
          <c:order val="3"/>
          <c:tx>
            <c:v>95%-interval Landelijk aandeel Q4,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4"/>
          <c:order val="4"/>
          <c:tx>
            <c:v>95%-interval Landelijk aandeel Q4, 2016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5"/>
          <c:order val="5"/>
          <c:tx>
            <c:v>95%-interval Landelijk aandeel Q4, 2021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6"/>
          <c:order val="6"/>
          <c:tx>
            <c:v>Bij Q1: aandeel Q4-peers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20.393463876836</c:v>
                </c:pt>
                <c:pt idx="1">
                  <c:v>20.287168214652</c:v>
                </c:pt>
                <c:pt idx="2">
                  <c:v>19.215965245484</c:v>
                </c:pt>
                <c:pt idx="3">
                  <c:v>20.994768396562</c:v>
                </c:pt>
                <c:pt idx="4">
                  <c:v>20.513371032516</c:v>
                </c:pt>
              </c:numCache>
            </c:numRef>
          </c:yVal>
        </c:ser>
        <c:ser>
          <c:idx val="7"/>
          <c:order val="7"/>
          <c:tx>
            <c:v>95%-interval Bij Q1: aandeel Q4-peers, 2001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19.100087843879</c:v>
                </c:pt>
                <c:pt idx="1">
                  <c:v>21.686839909793</c:v>
                </c:pt>
              </c:numCache>
            </c:numRef>
          </c:yVal>
        </c:ser>
        <c:ser>
          <c:idx val="8"/>
          <c:order val="8"/>
          <c:tx>
            <c:v>95%-interval Bij Q1: aandeel Q4-peers, 2006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18.719090560203</c:v>
                </c:pt>
                <c:pt idx="1">
                  <c:v>21.855245869102</c:v>
                </c:pt>
              </c:numCache>
            </c:numRef>
          </c:yVal>
        </c:ser>
        <c:ser>
          <c:idx val="9"/>
          <c:order val="9"/>
          <c:tx>
            <c:v>95%-interval Bij Q1: aandeel Q4-peers,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17.49110138476</c:v>
                </c:pt>
                <c:pt idx="1">
                  <c:v>20.940829106209</c:v>
                </c:pt>
              </c:numCache>
            </c:numRef>
          </c:yVal>
        </c:ser>
        <c:ser>
          <c:idx val="10"/>
          <c:order val="10"/>
          <c:tx>
            <c:v>95%-interval Bij Q1: aandeel Q4-peers, 2016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19.667461632859</c:v>
                </c:pt>
                <c:pt idx="1">
                  <c:v>22.322075160266</c:v>
                </c:pt>
              </c:numCache>
            </c:numRef>
          </c:yVal>
        </c:ser>
        <c:ser>
          <c:idx val="11"/>
          <c:order val="11"/>
          <c:tx>
            <c:v>95%-interval Bij Q1: aandeel Q4-peers, 2021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19.209521543293</c:v>
                </c:pt>
                <c:pt idx="1">
                  <c:v>21.817220521739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Landelijk aandeel Q4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</c:numCache>
            </c:numRef>
          </c:yVal>
        </c:ser>
        <c:ser>
          <c:idx val="1"/>
          <c:order val="1"/>
          <c:tx>
            <c:v>95%-interval Landelijk aandeel Q4,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2"/>
          <c:order val="2"/>
          <c:tx>
            <c:v>95%-interval Landelijk aandeel Q4, 2003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3"/>
          <c:order val="3"/>
          <c:tx>
            <c:v>95%-interval Landelijk aandeel Q4, 2007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4"/>
          <c:order val="4"/>
          <c:tx>
            <c:v>95%-interval Landelijk aandeel Q4,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5"/>
          <c:order val="5"/>
          <c:tx>
            <c:v>95%-interval Landelijk aandeel Q4, 2019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6"/>
          <c:order val="6"/>
          <c:tx>
            <c:v>95%-interval Landelijk aandeel Q4, 2023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7"/>
          <c:order val="7"/>
          <c:tx>
            <c:v>Bij Q1: aandeel Q4-peers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18.670371105785</c:v>
                </c:pt>
                <c:pt idx="1">
                  <c:v>20.216925732219</c:v>
                </c:pt>
                <c:pt idx="2">
                  <c:v>21.153155078283</c:v>
                </c:pt>
                <c:pt idx="3">
                  <c:v>21.075309947595</c:v>
                </c:pt>
                <c:pt idx="4">
                  <c:v>22.022186689834</c:v>
                </c:pt>
                <c:pt idx="5">
                  <c:v>22.201090347503</c:v>
                </c:pt>
              </c:numCache>
            </c:numRef>
          </c:yVal>
        </c:ser>
        <c:ser>
          <c:idx val="8"/>
          <c:order val="8"/>
          <c:tx>
            <c:v>95%-interval Bij Q1: aandeel Q4-peers,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19.807853147593</c:v>
                </c:pt>
                <c:pt idx="1">
                  <c:v>22.342766747598</c:v>
                </c:pt>
              </c:numCache>
            </c:numRef>
          </c:yVal>
        </c:ser>
        <c:ser>
          <c:idx val="9"/>
          <c:order val="9"/>
          <c:tx>
            <c:v>95%-interval Bij Q1: aandeel Q4-peers, 2003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16.761102305869</c:v>
                </c:pt>
                <c:pt idx="1">
                  <c:v>20.579639905702</c:v>
                </c:pt>
              </c:numCache>
            </c:numRef>
          </c:yVal>
        </c:ser>
        <c:ser>
          <c:idx val="10"/>
          <c:order val="10"/>
          <c:tx>
            <c:v>95%-interval Bij Q1: aandeel Q4-peers, 2007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18.449241030873</c:v>
                </c:pt>
                <c:pt idx="1">
                  <c:v>21.984610433566</c:v>
                </c:pt>
              </c:numCache>
            </c:numRef>
          </c:yVal>
        </c:ser>
        <c:ser>
          <c:idx val="11"/>
          <c:order val="11"/>
          <c:tx>
            <c:v>95%-interval Bij Q1: aandeel Q4-peers,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19.679271140243</c:v>
                </c:pt>
                <c:pt idx="1">
                  <c:v>22.627039016323</c:v>
                </c:pt>
              </c:numCache>
            </c:numRef>
          </c:yVal>
        </c:ser>
        <c:ser>
          <c:idx val="12"/>
          <c:order val="12"/>
          <c:tx>
            <c:v>95%-interval Bij Q1: aandeel Q4-peers, 2019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20.693008953071</c:v>
                </c:pt>
                <c:pt idx="1">
                  <c:v>23.351364426598</c:v>
                </c:pt>
              </c:numCache>
            </c:numRef>
          </c:yVal>
        </c:ser>
        <c:ser>
          <c:idx val="13"/>
          <c:order val="13"/>
          <c:tx>
            <c:v>95%-interval Bij Q1: aandeel Q4-peers, 2023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21.189633243151</c:v>
                </c:pt>
                <c:pt idx="1">
                  <c:v>23.212547451856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Landelijk aandeel Q4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24.99333554792</c:v>
                </c:pt>
                <c:pt idx="1">
                  <c:v>24.998950936312</c:v>
                </c:pt>
                <c:pt idx="2">
                  <c:v>24.999968951311</c:v>
                </c:pt>
                <c:pt idx="3">
                  <c:v>24.998021220589</c:v>
                </c:pt>
              </c:numCache>
            </c:numRef>
          </c:yVal>
        </c:ser>
        <c:ser>
          <c:idx val="1"/>
          <c:order val="1"/>
          <c:tx>
            <c:v>95%-interval Landelijk aandeel Q4, 2025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24.952699822791</c:v>
                </c:pt>
                <c:pt idx="1">
                  <c:v>25.043342618388</c:v>
                </c:pt>
              </c:numCache>
            </c:numRef>
          </c:yVal>
        </c:ser>
        <c:ser>
          <c:idx val="2"/>
          <c:order val="2"/>
          <c:tx>
            <c:v>95%-interval Landelijk aandeel Q4,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24.950574394313</c:v>
                </c:pt>
                <c:pt idx="1">
                  <c:v>25.036096701526</c:v>
                </c:pt>
              </c:numCache>
            </c:numRef>
          </c:yVal>
        </c:ser>
        <c:ser>
          <c:idx val="3"/>
          <c:order val="3"/>
          <c:tx>
            <c:v>95%-interval Landelijk aandeel Q4, 2018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24.910729262403</c:v>
                </c:pt>
                <c:pt idx="1">
                  <c:v>25.087172610221</c:v>
                </c:pt>
              </c:numCache>
            </c:numRef>
          </c:yVal>
        </c:ser>
        <c:ser>
          <c:idx val="4"/>
          <c:order val="4"/>
          <c:tx>
            <c:v>95%-interval Landelijk aandeel Q4, 2022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24.929886879868</c:v>
                </c:pt>
                <c:pt idx="1">
                  <c:v>25.070051022754</c:v>
                </c:pt>
              </c:numCache>
            </c:numRef>
          </c:yVal>
        </c:ser>
        <c:ser>
          <c:idx val="5"/>
          <c:order val="5"/>
          <c:tx>
            <c:v>Bij Q1: aandeel Q4-peers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17.028581354419</c:v>
                </c:pt>
                <c:pt idx="1">
                  <c:v>17.249944742173</c:v>
                </c:pt>
                <c:pt idx="2">
                  <c:v>16.170435765235</c:v>
                </c:pt>
                <c:pt idx="3">
                  <c:v>15.178219304273</c:v>
                </c:pt>
              </c:numCache>
            </c:numRef>
          </c:yVal>
        </c:ser>
        <c:ser>
          <c:idx val="6"/>
          <c:order val="6"/>
          <c:tx>
            <c:v>95%-interval Bij Q1: aandeel Q4-peers,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13.62466612036</c:v>
                </c:pt>
                <c:pt idx="1">
                  <c:v>16.731772488187</c:v>
                </c:pt>
              </c:numCache>
            </c:numRef>
          </c:yVal>
        </c:ser>
        <c:ser>
          <c:idx val="7"/>
          <c:order val="7"/>
          <c:tx>
            <c:v>95%-interval Bij Q1: aandeel Q4-peers,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15.609099078997</c:v>
                </c:pt>
                <c:pt idx="1">
                  <c:v>18.448063629841</c:v>
                </c:pt>
              </c:numCache>
            </c:numRef>
          </c:yVal>
        </c:ser>
        <c:ser>
          <c:idx val="8"/>
          <c:order val="8"/>
          <c:tx>
            <c:v>95%-interval Bij Q1: aandeel Q4-peers,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15.77143288351</c:v>
                </c:pt>
                <c:pt idx="1">
                  <c:v>18.728456600836</c:v>
                </c:pt>
              </c:numCache>
            </c:numRef>
          </c:yVal>
        </c:ser>
        <c:ser>
          <c:idx val="9"/>
          <c:order val="9"/>
          <c:tx>
            <c:v>95%-interval Bij Q1: aandeel Q4-peers,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14.55202220658</c:v>
                </c:pt>
                <c:pt idx="1">
                  <c:v>17.78884932389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Landelijk aandeel Q1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</c:numCache>
            </c:numRef>
          </c:yVal>
        </c:ser>
        <c:ser>
          <c:idx val="1"/>
          <c:order val="1"/>
          <c:tx>
            <c:v>95%-interval Landelijk aandeel Q1, 2001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2"/>
          <c:order val="2"/>
          <c:tx>
            <c:v>95%-interval Landelijk aandeel Q1, 2006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3"/>
          <c:order val="3"/>
          <c:tx>
            <c:v>95%-interval Landelijk aandeel Q1,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4"/>
          <c:order val="4"/>
          <c:tx>
            <c:v>95%-interval Landelijk aandeel Q1, 2016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5"/>
          <c:order val="5"/>
          <c:tx>
            <c:v>95%-interval Landelijk aandeel Q1, 2021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6"/>
          <c:order val="6"/>
          <c:tx>
            <c:v>Bij Q4: aandeel Q1-peers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20.393463876836</c:v>
                </c:pt>
                <c:pt idx="1">
                  <c:v>20.287168214653</c:v>
                </c:pt>
                <c:pt idx="2">
                  <c:v>19.215965245484</c:v>
                </c:pt>
                <c:pt idx="3">
                  <c:v>20.994768396562</c:v>
                </c:pt>
                <c:pt idx="4">
                  <c:v>20.513371032516</c:v>
                </c:pt>
              </c:numCache>
            </c:numRef>
          </c:yVal>
        </c:ser>
        <c:ser>
          <c:idx val="7"/>
          <c:order val="7"/>
          <c:tx>
            <c:v>95%-interval Bij Q4: aandeel Q1-peers,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19.100087843879</c:v>
                </c:pt>
                <c:pt idx="1">
                  <c:v>21.686839909793</c:v>
                </c:pt>
              </c:numCache>
            </c:numRef>
          </c:yVal>
        </c:ser>
        <c:ser>
          <c:idx val="8"/>
          <c:order val="8"/>
          <c:tx>
            <c:v>95%-interval Bij Q4: aandeel Q1-peers,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18.719090560203</c:v>
                </c:pt>
                <c:pt idx="1">
                  <c:v>21.855245869102</c:v>
                </c:pt>
              </c:numCache>
            </c:numRef>
          </c:yVal>
        </c:ser>
        <c:ser>
          <c:idx val="9"/>
          <c:order val="9"/>
          <c:tx>
            <c:v>95%-interval Bij Q4: aandeel Q1-peers,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17.49110138476</c:v>
                </c:pt>
                <c:pt idx="1">
                  <c:v>20.940829106209</c:v>
                </c:pt>
              </c:numCache>
            </c:numRef>
          </c:yVal>
        </c:ser>
        <c:ser>
          <c:idx val="10"/>
          <c:order val="10"/>
          <c:tx>
            <c:v>95%-interval Bij Q4: aandeel Q1-peers,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19.667461632859</c:v>
                </c:pt>
                <c:pt idx="1">
                  <c:v>22.322075160266</c:v>
                </c:pt>
              </c:numCache>
            </c:numRef>
          </c:yVal>
        </c:ser>
        <c:ser>
          <c:idx val="11"/>
          <c:order val="11"/>
          <c:tx>
            <c:v>95%-interval Bij Q4: aandeel Q1-peers,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19.213039256226</c:v>
                </c:pt>
                <c:pt idx="1">
                  <c:v>21.813702808806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Landelijk aandeel Q1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</c:numCache>
            </c:numRef>
          </c:yVal>
        </c:ser>
        <c:ser>
          <c:idx val="1"/>
          <c:order val="1"/>
          <c:tx>
            <c:v>95%-interval Landelijk aandeel Q1,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2"/>
          <c:order val="2"/>
          <c:tx>
            <c:v>95%-interval Landelijk aandeel Q1, 2003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3"/>
          <c:order val="3"/>
          <c:tx>
            <c:v>95%-interval Landelijk aandeel Q1, 2007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4"/>
          <c:order val="4"/>
          <c:tx>
            <c:v>95%-interval Landelijk aandeel Q1,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5"/>
          <c:order val="5"/>
          <c:tx>
            <c:v>95%-interval Landelijk aandeel Q1, 2019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6"/>
          <c:order val="6"/>
          <c:tx>
            <c:v>95%-interval Landelijk aandeel Q1, 2023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ser>
          <c:idx val="7"/>
          <c:order val="7"/>
          <c:tx>
            <c:v>Bij Q4: aandeel Q1-peers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18.670371105785</c:v>
                </c:pt>
                <c:pt idx="1">
                  <c:v>20.216925732219</c:v>
                </c:pt>
                <c:pt idx="2">
                  <c:v>21.153155078283</c:v>
                </c:pt>
                <c:pt idx="3">
                  <c:v>21.075309947595</c:v>
                </c:pt>
                <c:pt idx="4">
                  <c:v>22.022186689834</c:v>
                </c:pt>
                <c:pt idx="5">
                  <c:v>22.201090347503</c:v>
                </c:pt>
              </c:numCache>
            </c:numRef>
          </c:yVal>
        </c:ser>
        <c:ser>
          <c:idx val="8"/>
          <c:order val="8"/>
          <c:tx>
            <c:v>95%-interval Bij Q4: aandeel Q1-peers,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19.807853147593</c:v>
                </c:pt>
                <c:pt idx="1">
                  <c:v>22.342766747598</c:v>
                </c:pt>
              </c:numCache>
            </c:numRef>
          </c:yVal>
        </c:ser>
        <c:ser>
          <c:idx val="9"/>
          <c:order val="9"/>
          <c:tx>
            <c:v>95%-interval Bij Q4: aandeel Q1-peers,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16.761102305869</c:v>
                </c:pt>
                <c:pt idx="1">
                  <c:v>20.579639905702</c:v>
                </c:pt>
              </c:numCache>
            </c:numRef>
          </c:yVal>
        </c:ser>
        <c:ser>
          <c:idx val="10"/>
          <c:order val="10"/>
          <c:tx>
            <c:v>95%-interval Bij Q4: aandeel Q1-peers,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18.455979297786</c:v>
                </c:pt>
                <c:pt idx="1">
                  <c:v>21.977872166652</c:v>
                </c:pt>
              </c:numCache>
            </c:numRef>
          </c:yVal>
        </c:ser>
        <c:ser>
          <c:idx val="11"/>
          <c:order val="11"/>
          <c:tx>
            <c:v>95%-interval Bij Q4: aandeel Q1-peers,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19.679271140243</c:v>
                </c:pt>
                <c:pt idx="1">
                  <c:v>22.627039016323</c:v>
                </c:pt>
              </c:numCache>
            </c:numRef>
          </c:yVal>
        </c:ser>
        <c:ser>
          <c:idx val="12"/>
          <c:order val="12"/>
          <c:tx>
            <c:v>95%-interval Bij Q4: aandeel Q1-peers,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20.693008953071</c:v>
                </c:pt>
                <c:pt idx="1">
                  <c:v>23.351364426598</c:v>
                </c:pt>
              </c:numCache>
            </c:numRef>
          </c:yVal>
        </c:ser>
        <c:ser>
          <c:idx val="13"/>
          <c:order val="13"/>
          <c:tx>
            <c:v>95%-interval Bij Q4: aandeel Q1-peers,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21.189633243151</c:v>
                </c:pt>
                <c:pt idx="1">
                  <c:v>23.212547451856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Landelijk aandeel Q1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25.01959160533</c:v>
                </c:pt>
                <c:pt idx="1">
                  <c:v>25.00310240976</c:v>
                </c:pt>
                <c:pt idx="2">
                  <c:v>25.032498447659</c:v>
                </c:pt>
                <c:pt idx="3">
                  <c:v>25.002686631501</c:v>
                </c:pt>
              </c:numCache>
            </c:numRef>
          </c:yVal>
        </c:ser>
        <c:ser>
          <c:idx val="1"/>
          <c:order val="1"/>
          <c:tx>
            <c:v>95%-interval Landelijk aandeel Q1, 2025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24.95502063268</c:v>
                </c:pt>
                <c:pt idx="1">
                  <c:v>25.050352630322</c:v>
                </c:pt>
              </c:numCache>
            </c:numRef>
          </c:yVal>
        </c:ser>
        <c:ser>
          <c:idx val="2"/>
          <c:order val="2"/>
          <c:tx>
            <c:v>95%-interval Landelijk aandeel Q1,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24.961781476372</c:v>
                </c:pt>
                <c:pt idx="1">
                  <c:v>25.077401734288</c:v>
                </c:pt>
              </c:numCache>
            </c:numRef>
          </c:yVal>
        </c:ser>
        <c:ser>
          <c:idx val="3"/>
          <c:order val="3"/>
          <c:tx>
            <c:v>95%-interval Landelijk aandeel Q1, 2018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24.936364826246</c:v>
                </c:pt>
                <c:pt idx="1">
                  <c:v>25.069839993273</c:v>
                </c:pt>
              </c:numCache>
            </c:numRef>
          </c:yVal>
        </c:ser>
        <c:ser>
          <c:idx val="4"/>
          <c:order val="4"/>
          <c:tx>
            <c:v>95%-interval Landelijk aandeel Q1, 2022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24.945134589333</c:v>
                </c:pt>
                <c:pt idx="1">
                  <c:v>25.119862305986</c:v>
                </c:pt>
              </c:numCache>
            </c:numRef>
          </c:yVal>
        </c:ser>
        <c:ser>
          <c:idx val="5"/>
          <c:order val="5"/>
          <c:tx>
            <c:v>Bij Q4: aandeel Q1-peers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16.996402574332</c:v>
                </c:pt>
                <c:pt idx="1">
                  <c:v>17.217575684314</c:v>
                </c:pt>
                <c:pt idx="2">
                  <c:v>15.93558273975</c:v>
                </c:pt>
                <c:pt idx="3">
                  <c:v>15.056683273746</c:v>
                </c:pt>
              </c:numCache>
            </c:numRef>
          </c:yVal>
        </c:ser>
        <c:ser>
          <c:idx val="6"/>
          <c:order val="6"/>
          <c:tx>
            <c:v>95%-interval Bij Q4: aandeel Q1-peers,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13.494224585215</c:v>
                </c:pt>
                <c:pt idx="1">
                  <c:v>16.619141962276</c:v>
                </c:pt>
              </c:numCache>
            </c:numRef>
          </c:yVal>
        </c:ser>
        <c:ser>
          <c:idx val="7"/>
          <c:order val="7"/>
          <c:tx>
            <c:v>95%-interval Bij Q4: aandeel Q1-peers,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15.567967396751</c:v>
                </c:pt>
                <c:pt idx="1">
                  <c:v>18.424837751914</c:v>
                </c:pt>
              </c:numCache>
            </c:numRef>
          </c:yVal>
        </c:ser>
        <c:ser>
          <c:idx val="8"/>
          <c:order val="8"/>
          <c:tx>
            <c:v>95%-interval Bij Q4: aandeel Q1-peers,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15.754231347184</c:v>
                </c:pt>
                <c:pt idx="1">
                  <c:v>18.680920021444</c:v>
                </c:pt>
              </c:numCache>
            </c:numRef>
          </c:yVal>
        </c:ser>
        <c:ser>
          <c:idx val="9"/>
          <c:order val="9"/>
          <c:tx>
            <c:v>95%-interval Bij Q4: aandeel Q1-peers,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14.38289824126</c:v>
                </c:pt>
                <c:pt idx="1">
                  <c:v>17.488267238241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Bij soms/nooit: aandeel altijd/bijna altijd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2001</c:v>
                </c:pt>
              </c:numCache>
            </c:numRef>
          </c:xVal>
          <c:yVal>
            <c:numRef>
              <c:f>'Chart Data'!$B$2:$B$2</c:f>
              <c:numCache>
                <c:formatCode>0</c:formatCode>
                <c:ptCount val="1"/>
                <c:pt idx="0">
                  <c:v>70.352358195826</c:v>
                </c:pt>
              </c:numCache>
            </c:numRef>
          </c:yVal>
        </c:ser>
        <c:ser>
          <c:idx val="1"/>
          <c:order val="1"/>
          <c:tx>
            <c:v>Bij soms/nooit: aandeel altijd/bijna altijd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2011</c:v>
                </c:pt>
                <c:pt idx="1">
                  <c:v>2016</c:v>
                </c:pt>
                <c:pt idx="2">
                  <c:v>2021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68.025936267119</c:v>
                </c:pt>
                <c:pt idx="1">
                  <c:v>69.567322410876</c:v>
                </c:pt>
                <c:pt idx="2">
                  <c:v>71.509008841826</c:v>
                </c:pt>
              </c:numCache>
            </c:numRef>
          </c:yVal>
        </c:ser>
        <c:ser>
          <c:idx val="2"/>
          <c:order val="2"/>
          <c:tx>
            <c:v>95%-interval Bij soms/nooit: aandeel altijd/bijna altijd,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62.851103505478</c:v>
                </c:pt>
                <c:pt idx="1">
                  <c:v>77.853612886175</c:v>
                </c:pt>
              </c:numCache>
            </c:numRef>
          </c:yVal>
        </c:ser>
        <c:ser>
          <c:idx val="3"/>
          <c:order val="3"/>
          <c:tx>
            <c:v>95%-interval Bij soms/nooit: aandeel altijd/bijna altijd,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65.161011794228</c:v>
                </c:pt>
                <c:pt idx="1">
                  <c:v>70.890860740009</c:v>
                </c:pt>
              </c:numCache>
            </c:numRef>
          </c:yVal>
        </c:ser>
        <c:ser>
          <c:idx val="4"/>
          <c:order val="4"/>
          <c:tx>
            <c:v>95%-interval Bij soms/nooit: aandeel altijd/bijna altijd, 2016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64.161627090069</c:v>
                </c:pt>
                <c:pt idx="1">
                  <c:v>74.973017731684</c:v>
                </c:pt>
              </c:numCache>
            </c:numRef>
          </c:yVal>
        </c:ser>
        <c:ser>
          <c:idx val="5"/>
          <c:order val="5"/>
          <c:tx>
            <c:v>95%-interval Bij soms/nooit: aandeel altijd/bijna altijd, 2021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66.69657956576</c:v>
                </c:pt>
                <c:pt idx="1">
                  <c:v>76.321438117892</c:v>
                </c:pt>
              </c:numCache>
            </c:numRef>
          </c:yVal>
        </c:ser>
        <c:ser>
          <c:idx val="6"/>
          <c:order val="6"/>
          <c:tx>
            <c:v>Landelijk aandeel toetstaal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2001</c:v>
                </c:pt>
              </c:numCache>
            </c:numRef>
          </c:xVal>
          <c:yVal>
            <c:numRef>
              <c:f>'Chart Data'!$N$2:$N$2</c:f>
              <c:numCache>
                <c:formatCode>0</c:formatCode>
                <c:ptCount val="1"/>
                <c:pt idx="0">
                  <c:v>85.546781514381</c:v>
                </c:pt>
              </c:numCache>
            </c:numRef>
          </c:yVal>
        </c:ser>
        <c:ser>
          <c:idx val="7"/>
          <c:order val="7"/>
          <c:tx>
            <c:v>Landelijk aandeel toetstaal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Data'!$O$2:$O$4</c:f>
              <c:numCache>
                <c:formatCode>General</c:formatCode>
                <c:ptCount val="3"/>
                <c:pt idx="0">
                  <c:v>2011</c:v>
                </c:pt>
                <c:pt idx="1">
                  <c:v>2016</c:v>
                </c:pt>
                <c:pt idx="2">
                  <c:v>2021</c:v>
                </c:pt>
              </c:numCache>
            </c:numRef>
          </c:xVal>
          <c:yVal>
            <c:numRef>
              <c:f>'Chart Data'!$P$2:$P$4</c:f>
              <c:numCache>
                <c:formatCode>0</c:formatCode>
                <c:ptCount val="3"/>
                <c:pt idx="0">
                  <c:v>77.852828783959</c:v>
                </c:pt>
                <c:pt idx="1">
                  <c:v>82.566931585967</c:v>
                </c:pt>
                <c:pt idx="2">
                  <c:v>81.846930382911</c:v>
                </c:pt>
              </c:numCache>
            </c:numRef>
          </c:yVal>
        </c:ser>
        <c:ser>
          <c:idx val="8"/>
          <c:order val="8"/>
          <c:tx>
            <c:v>95%-interval Landelijk aandeel toetstaal, 2001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82.578294258491</c:v>
                </c:pt>
                <c:pt idx="1">
                  <c:v>88.515268770271</c:v>
                </c:pt>
              </c:numCache>
            </c:numRef>
          </c:yVal>
        </c:ser>
        <c:ser>
          <c:idx val="9"/>
          <c:order val="9"/>
          <c:tx>
            <c:v>95%-interval Landelijk aandeel toetstaal,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76.242109849772</c:v>
                </c:pt>
                <c:pt idx="1">
                  <c:v>79.463547718146</c:v>
                </c:pt>
              </c:numCache>
            </c:numRef>
          </c:yVal>
        </c:ser>
        <c:ser>
          <c:idx val="10"/>
          <c:order val="10"/>
          <c:tx>
            <c:v>95%-interval Landelijk aandeel toetstaal, 2016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80.336859437882</c:v>
                </c:pt>
                <c:pt idx="1">
                  <c:v>84.797003734052</c:v>
                </c:pt>
              </c:numCache>
            </c:numRef>
          </c:yVal>
        </c:ser>
        <c:ser>
          <c:idx val="11"/>
          <c:order val="11"/>
          <c:tx>
            <c:v>95%-interval Landelijk aandeel toetstaal, 2021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80.112563873292</c:v>
                </c:pt>
                <c:pt idx="1">
                  <c:v>83.581296892529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Bij soms/nooit: aandeel altijd/bijna altijd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75.589524197526</c:v>
                </c:pt>
                <c:pt idx="1">
                  <c:v>73.164568899936</c:v>
                </c:pt>
                <c:pt idx="2">
                  <c:v>70.209215469297</c:v>
                </c:pt>
                <c:pt idx="3">
                  <c:v>66.594209395386</c:v>
                </c:pt>
                <c:pt idx="4">
                  <c:v>71.235700002284</c:v>
                </c:pt>
                <c:pt idx="5">
                  <c:v>68.215124214457</c:v>
                </c:pt>
              </c:numCache>
            </c:numRef>
          </c:yVal>
        </c:ser>
        <c:ser>
          <c:idx val="1"/>
          <c:order val="1"/>
          <c:tx>
            <c:v>95%-interval Bij soms/nooit: aandeel altijd/bijna altijd,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60.767321452695</c:v>
                </c:pt>
                <c:pt idx="1">
                  <c:v>72.421097338076</c:v>
                </c:pt>
              </c:numCache>
            </c:numRef>
          </c:yVal>
        </c:ser>
        <c:ser>
          <c:idx val="2"/>
          <c:order val="2"/>
          <c:tx>
            <c:v>95%-interval Bij soms/nooit: aandeel altijd/bijna altijd,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69.409365221731</c:v>
                </c:pt>
                <c:pt idx="1">
                  <c:v>81.769683173321</c:v>
                </c:pt>
              </c:numCache>
            </c:numRef>
          </c:yVal>
        </c:ser>
        <c:ser>
          <c:idx val="3"/>
          <c:order val="3"/>
          <c:tx>
            <c:v>95%-interval Bij soms/nooit: aandeel altijd/bijna altijd,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62.170028556824</c:v>
                </c:pt>
                <c:pt idx="1">
                  <c:v>84.159109243048</c:v>
                </c:pt>
              </c:numCache>
            </c:numRef>
          </c:yVal>
        </c:ser>
        <c:ser>
          <c:idx val="4"/>
          <c:order val="4"/>
          <c:tx>
            <c:v>95%-interval Bij soms/nooit: aandeel altijd/bijna altijd,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67.459251343556</c:v>
                </c:pt>
                <c:pt idx="1">
                  <c:v>72.959179595038</c:v>
                </c:pt>
              </c:numCache>
            </c:numRef>
          </c:yVal>
        </c:ser>
        <c:ser>
          <c:idx val="5"/>
          <c:order val="5"/>
          <c:tx>
            <c:v>95%-interval Bij soms/nooit: aandeel altijd/bijna altijd,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67.524989848086</c:v>
                </c:pt>
                <c:pt idx="1">
                  <c:v>74.946410156482</c:v>
                </c:pt>
              </c:numCache>
            </c:numRef>
          </c:yVal>
        </c:ser>
        <c:ser>
          <c:idx val="6"/>
          <c:order val="6"/>
          <c:tx>
            <c:v>95%-interval Bij soms/nooit: aandeel altijd/bijna altijd,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64.735867517112</c:v>
                </c:pt>
                <c:pt idx="1">
                  <c:v>71.694380911801</c:v>
                </c:pt>
              </c:numCache>
            </c:numRef>
          </c:yVal>
        </c:ser>
        <c:ser>
          <c:idx val="7"/>
          <c:order val="7"/>
          <c:tx>
            <c:v>Landelijk aandeel toetstaal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92.180847371125</c:v>
                </c:pt>
                <c:pt idx="1">
                  <c:v>89.354695255985</c:v>
                </c:pt>
                <c:pt idx="2">
                  <c:v>80.941150800714</c:v>
                </c:pt>
                <c:pt idx="3">
                  <c:v>80.10718014174</c:v>
                </c:pt>
                <c:pt idx="4">
                  <c:v>81.036642263697</c:v>
                </c:pt>
                <c:pt idx="5">
                  <c:v>78.785180098873</c:v>
                </c:pt>
              </c:numCache>
            </c:numRef>
          </c:yVal>
        </c:ser>
        <c:ser>
          <c:idx val="8"/>
          <c:order val="8"/>
          <c:tx>
            <c:v>95%-interval Landelijk aandeel toetstaal,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76.999350777971</c:v>
                </c:pt>
                <c:pt idx="1">
                  <c:v>83.215009505509</c:v>
                </c:pt>
              </c:numCache>
            </c:numRef>
          </c:yVal>
        </c:ser>
        <c:ser>
          <c:idx val="9"/>
          <c:order val="9"/>
          <c:tx>
            <c:v>95%-interval Landelijk aandeel toetstaal, 2003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90.672778506007</c:v>
                </c:pt>
                <c:pt idx="1">
                  <c:v>93.688916236243</c:v>
                </c:pt>
              </c:numCache>
            </c:numRef>
          </c:yVal>
        </c:ser>
        <c:ser>
          <c:idx val="10"/>
          <c:order val="10"/>
          <c:tx>
            <c:v>95%-interval Landelijk aandeel toetstaal, 2007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86.977398589574</c:v>
                </c:pt>
                <c:pt idx="1">
                  <c:v>91.731991922395</c:v>
                </c:pt>
              </c:numCache>
            </c:numRef>
          </c:yVal>
        </c:ser>
        <c:ser>
          <c:idx val="11"/>
          <c:order val="11"/>
          <c:tx>
            <c:v>95%-interval Landelijk aandeel toetstaal,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79.06951797898</c:v>
                </c:pt>
                <c:pt idx="1">
                  <c:v>82.812783622449</c:v>
                </c:pt>
              </c:numCache>
            </c:numRef>
          </c:yVal>
        </c:ser>
        <c:ser>
          <c:idx val="12"/>
          <c:order val="12"/>
          <c:tx>
            <c:v>95%-interval Landelijk aandeel toetstaal, 2019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78.479126072857</c:v>
                </c:pt>
                <c:pt idx="1">
                  <c:v>83.594158454536</c:v>
                </c:pt>
              </c:numCache>
            </c:numRef>
          </c:yVal>
        </c:ser>
        <c:ser>
          <c:idx val="13"/>
          <c:order val="13"/>
          <c:tx>
            <c:v>95%-interval Landelijk aandeel toetstaal, 2023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76.52955182211</c:v>
                </c:pt>
                <c:pt idx="1">
                  <c:v>81.040808375636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Bij andere thuistaal: aandeel toetstaal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69.222489667463</c:v>
                </c:pt>
                <c:pt idx="1">
                  <c:v>85.251120219221</c:v>
                </c:pt>
                <c:pt idx="2">
                  <c:v>79.622781029601</c:v>
                </c:pt>
                <c:pt idx="3">
                  <c:v>86.192700873083</c:v>
                </c:pt>
                <c:pt idx="4">
                  <c:v>82.845544442405</c:v>
                </c:pt>
                <c:pt idx="5">
                  <c:v>79.394827224736</c:v>
                </c:pt>
                <c:pt idx="6">
                  <c:v>77.12580088631</c:v>
                </c:pt>
                <c:pt idx="7">
                  <c:v>71.529862701764</c:v>
                </c:pt>
              </c:numCache>
            </c:numRef>
          </c:yVal>
        </c:ser>
        <c:ser>
          <c:idx val="1"/>
          <c:order val="1"/>
          <c:tx>
            <c:v>95%-interval Bij andere thuistaal: aandeel toetstaal,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66.003552186678</c:v>
                </c:pt>
                <c:pt idx="1">
                  <c:v>77.056173216849</c:v>
                </c:pt>
              </c:numCache>
            </c:numRef>
          </c:yVal>
        </c:ser>
        <c:ser>
          <c:idx val="2"/>
          <c:order val="2"/>
          <c:tx>
            <c:v>95%-interval Bij andere thuistaal: aandeel toetstaal,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62.807260292429</c:v>
                </c:pt>
                <c:pt idx="1">
                  <c:v>75.637719042497</c:v>
                </c:pt>
              </c:numCache>
            </c:numRef>
          </c:yVal>
        </c:ser>
        <c:ser>
          <c:idx val="3"/>
          <c:order val="3"/>
          <c:tx>
            <c:v>95%-interval Bij andere thuistaal: aandeel toetstaal,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79.598432337386</c:v>
                </c:pt>
                <c:pt idx="1">
                  <c:v>90.903808101056</c:v>
                </c:pt>
              </c:numCache>
            </c:numRef>
          </c:yVal>
        </c:ser>
        <c:ser>
          <c:idx val="4"/>
          <c:order val="4"/>
          <c:tx>
            <c:v>95%-interval Bij andere thuistaal: aandeel toetstaal,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72.660975404827</c:v>
                </c:pt>
                <c:pt idx="1">
                  <c:v>86.584586654375</c:v>
                </c:pt>
              </c:numCache>
            </c:numRef>
          </c:yVal>
        </c:ser>
        <c:ser>
          <c:idx val="5"/>
          <c:order val="5"/>
          <c:tx>
            <c:v>95%-interval Bij andere thuistaal: aandeel toetstaal,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81.387156851926</c:v>
                </c:pt>
                <c:pt idx="1">
                  <c:v>90.998244894241</c:v>
                </c:pt>
              </c:numCache>
            </c:numRef>
          </c:yVal>
        </c:ser>
        <c:ser>
          <c:idx val="6"/>
          <c:order val="6"/>
          <c:tx>
            <c:v>95%-interval Bij andere thuistaal: aandeel toetstaal,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78.31586503174</c:v>
                </c:pt>
                <c:pt idx="1">
                  <c:v>87.37522385307</c:v>
                </c:pt>
              </c:numCache>
            </c:numRef>
          </c:yVal>
        </c:ser>
        <c:ser>
          <c:idx val="7"/>
          <c:order val="7"/>
          <c:tx>
            <c:v>95%-interval Bij andere thuistaal: aandeel toetstaal,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75.474927425293</c:v>
                </c:pt>
                <c:pt idx="1">
                  <c:v>83.314727024179</c:v>
                </c:pt>
              </c:numCache>
            </c:numRef>
          </c:yVal>
        </c:ser>
        <c:ser>
          <c:idx val="8"/>
          <c:order val="8"/>
          <c:tx>
            <c:v>95%-interval Bij andere thuistaal: aandeel toetstaal,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72.737536772657</c:v>
                </c:pt>
                <c:pt idx="1">
                  <c:v>81.514064999964</c:v>
                </c:pt>
              </c:numCache>
            </c:numRef>
          </c:yVal>
        </c:ser>
        <c:ser>
          <c:idx val="9"/>
          <c:order val="9"/>
          <c:tx>
            <c:v>Landelijk aandeel toetstaal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85.427091564122</c:v>
                </c:pt>
                <c:pt idx="1">
                  <c:v>94.103502217021</c:v>
                </c:pt>
                <c:pt idx="2">
                  <c:v>93.55883466889</c:v>
                </c:pt>
                <c:pt idx="3">
                  <c:v>93.607263952452</c:v>
                </c:pt>
                <c:pt idx="4">
                  <c:v>92.784058422478</c:v>
                </c:pt>
                <c:pt idx="5">
                  <c:v>90.21721274605</c:v>
                </c:pt>
                <c:pt idx="6">
                  <c:v>86.791020352438</c:v>
                </c:pt>
                <c:pt idx="7">
                  <c:v>87.103081199164</c:v>
                </c:pt>
              </c:numCache>
            </c:numRef>
          </c:yVal>
        </c:ser>
        <c:ser>
          <c:idx val="10"/>
          <c:order val="10"/>
          <c:tx>
            <c:v>95%-interval Landelijk aandeel toetstaal, 2025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85.350674877222</c:v>
                </c:pt>
                <c:pt idx="1">
                  <c:v>88.855487521105</c:v>
                </c:pt>
              </c:numCache>
            </c:numRef>
          </c:yVal>
        </c:ser>
        <c:ser>
          <c:idx val="11"/>
          <c:order val="11"/>
          <c:tx>
            <c:v>95%-interval Landelijk aandeel toetstaal, 2003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82.917806195227</c:v>
                </c:pt>
                <c:pt idx="1">
                  <c:v>87.936376933017</c:v>
                </c:pt>
              </c:numCache>
            </c:numRef>
          </c:yVal>
        </c:ser>
        <c:ser>
          <c:idx val="12"/>
          <c:order val="12"/>
          <c:tx>
            <c:v>95%-interval Landelijk aandeel toetstaal, 2006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92.74913370499</c:v>
                </c:pt>
                <c:pt idx="1">
                  <c:v>95.457870729052</c:v>
                </c:pt>
              </c:numCache>
            </c:numRef>
          </c:yVal>
        </c:ser>
        <c:ser>
          <c:idx val="13"/>
          <c:order val="13"/>
          <c:tx>
            <c:v>95%-interval Landelijk aandeel toetstaal, 2009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91.975908249794</c:v>
                </c:pt>
                <c:pt idx="1">
                  <c:v>95.141761087985</c:v>
                </c:pt>
              </c:numCache>
            </c:numRef>
          </c:yVal>
        </c:ser>
        <c:ser>
          <c:idx val="14"/>
          <c:order val="14"/>
          <c:tx>
            <c:v>95%-interval Landelijk aandeel toetstaal, 2012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92.542423116708</c:v>
                </c:pt>
                <c:pt idx="1">
                  <c:v>94.672104788195</c:v>
                </c:pt>
              </c:numCache>
            </c:numRef>
          </c:yVal>
        </c:ser>
        <c:ser>
          <c:idx val="15"/>
          <c:order val="15"/>
          <c:tx>
            <c:v>95%-interval Landelijk aandeel toetstaal,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91.584059265958</c:v>
                </c:pt>
                <c:pt idx="1">
                  <c:v>93.984057578999</c:v>
                </c:pt>
              </c:numCache>
            </c:numRef>
          </c:yVal>
        </c:ser>
        <c:ser>
          <c:idx val="16"/>
          <c:order val="16"/>
          <c:tx>
            <c:v>95%-interval Landelijk aandeel toetstaal, 2018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88.724298870058</c:v>
                </c:pt>
                <c:pt idx="1">
                  <c:v>91.710126622042</c:v>
                </c:pt>
              </c:numCache>
            </c:numRef>
          </c:yVal>
        </c:ser>
        <c:ser>
          <c:idx val="17"/>
          <c:order val="17"/>
          <c:tx>
            <c:v>95%-interval Landelijk aandeel toetstaal, 2022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85.186000469835</c:v>
                </c:pt>
                <c:pt idx="1">
                  <c:v>88.39604023504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Bij eerste generatie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71.227118313532</c:v>
                </c:pt>
                <c:pt idx="1">
                  <c:v>70.497361610997</c:v>
                </c:pt>
              </c:numCache>
            </c:numRef>
          </c:yVal>
        </c:ser>
        <c:ser>
          <c:idx val="1"/>
          <c:order val="1"/>
          <c:tx>
            <c:v>95%-interval Bij eerste generatie,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60.696343699318</c:v>
                </c:pt>
                <c:pt idx="1">
                  <c:v>81.757892927746</c:v>
                </c:pt>
              </c:numCache>
            </c:numRef>
          </c:yVal>
        </c:ser>
        <c:ser>
          <c:idx val="2"/>
          <c:order val="2"/>
          <c:tx>
            <c:v>95%-interval Bij eerste generatie,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60.105848669181</c:v>
                </c:pt>
                <c:pt idx="1">
                  <c:v>80.888874552812</c:v>
                </c:pt>
              </c:numCache>
            </c:numRef>
          </c:yVal>
        </c:ser>
        <c:ser>
          <c:idx val="3"/>
          <c:order val="3"/>
          <c:tx>
            <c:v>Bij tweede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2001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62.72196716114</c:v>
                </c:pt>
                <c:pt idx="1">
                  <c:v>57.378579812198</c:v>
                </c:pt>
              </c:numCache>
            </c:numRef>
          </c:yVal>
        </c:ser>
        <c:ser>
          <c:idx val="4"/>
          <c:order val="4"/>
          <c:tx>
            <c:v>95%-interval Bij tweede generatie,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49.98736897505</c:v>
                </c:pt>
                <c:pt idx="1">
                  <c:v>75.45656534723</c:v>
                </c:pt>
              </c:numCache>
            </c:numRef>
          </c:yVal>
        </c:ser>
        <c:ser>
          <c:idx val="5"/>
          <c:order val="5"/>
          <c:tx>
            <c:v>95%-interval Bij tweede generatie,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45.5523676258</c:v>
                </c:pt>
                <c:pt idx="1">
                  <c:v>69.204791998596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Bij eerste generatie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48.791137950367</c:v>
                </c:pt>
                <c:pt idx="1">
                  <c:v>64.37555216161</c:v>
                </c:pt>
              </c:numCache>
            </c:numRef>
          </c:yVal>
        </c:ser>
        <c:ser>
          <c:idx val="1"/>
          <c:order val="1"/>
          <c:tx>
            <c:v>Bij eerste generatie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68.017574688788</c:v>
                </c:pt>
                <c:pt idx="1">
                  <c:v>64.171216089444</c:v>
                </c:pt>
                <c:pt idx="2">
                  <c:v>77.996577435597</c:v>
                </c:pt>
              </c:numCache>
            </c:numRef>
          </c:yVal>
        </c:ser>
        <c:ser>
          <c:idx val="2"/>
          <c:order val="2"/>
          <c:tx>
            <c:v>95%-interval Bij eerste generatie,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56.106724237156</c:v>
                </c:pt>
                <c:pt idx="1">
                  <c:v>79.928425140421</c:v>
                </c:pt>
              </c:numCache>
            </c:numRef>
          </c:yVal>
        </c:ser>
        <c:ser>
          <c:idx val="3"/>
          <c:order val="3"/>
          <c:tx>
            <c:v>95%-interval Bij eerste generatie,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38.443818018334</c:v>
                </c:pt>
                <c:pt idx="1">
                  <c:v>59.1384578824</c:v>
                </c:pt>
              </c:numCache>
            </c:numRef>
          </c:yVal>
        </c:ser>
        <c:ser>
          <c:idx val="4"/>
          <c:order val="4"/>
          <c:tx>
            <c:v>95%-interval Bij eerste generatie,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51.72349344542</c:v>
                </c:pt>
                <c:pt idx="1">
                  <c:v>77.027610877799</c:v>
                </c:pt>
              </c:numCache>
            </c:numRef>
          </c:yVal>
        </c:ser>
        <c:ser>
          <c:idx val="5"/>
          <c:order val="5"/>
          <c:tx>
            <c:v>95%-interval Bij eerste generatie,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53.146487441566</c:v>
                </c:pt>
                <c:pt idx="1">
                  <c:v>75.195944737321</c:v>
                </c:pt>
              </c:numCache>
            </c:numRef>
          </c:yVal>
        </c:ser>
        <c:ser>
          <c:idx val="6"/>
          <c:order val="6"/>
          <c:tx>
            <c:v>95%-interval Bij eerste generatie,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64.332143742236</c:v>
                </c:pt>
                <c:pt idx="1">
                  <c:v>91.661011128957</c:v>
                </c:pt>
              </c:numCache>
            </c:numRef>
          </c:yVal>
        </c:ser>
        <c:ser>
          <c:idx val="7"/>
          <c:order val="7"/>
          <c:tx>
            <c:v>Bij tweede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2003</c:v>
                </c:pt>
                <c:pt idx="1">
                  <c:v>2007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52.986190719829</c:v>
                </c:pt>
                <c:pt idx="1">
                  <c:v>63.199804819674</c:v>
                </c:pt>
              </c:numCache>
            </c:numRef>
          </c:yVal>
        </c:ser>
        <c:ser>
          <c:idx val="8"/>
          <c:order val="8"/>
          <c:tx>
            <c:v>Bij tweede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Data'!$Q$2:$Q$4</c:f>
              <c:numCache>
                <c:formatCode>General</c:formatCode>
                <c:ptCount val="3"/>
                <c:pt idx="0">
                  <c:v>2015</c:v>
                </c:pt>
                <c:pt idx="1">
                  <c:v>2019</c:v>
                </c:pt>
                <c:pt idx="2">
                  <c:v>2023</c:v>
                </c:pt>
              </c:numCache>
            </c:numRef>
          </c:xVal>
          <c:yVal>
            <c:numRef>
              <c:f>'Chart Data'!$R$2:$R$4</c:f>
              <c:numCache>
                <c:formatCode>0</c:formatCode>
                <c:ptCount val="3"/>
                <c:pt idx="0">
                  <c:v>58.769198985986</c:v>
                </c:pt>
                <c:pt idx="1">
                  <c:v>64.801509708079</c:v>
                </c:pt>
                <c:pt idx="2">
                  <c:v>82.265805046906</c:v>
                </c:pt>
              </c:numCache>
            </c:numRef>
          </c:yVal>
        </c:ser>
        <c:ser>
          <c:idx val="9"/>
          <c:order val="9"/>
          <c:tx>
            <c:v>95%-interval Bij tweede generatie,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51.640156787648</c:v>
                </c:pt>
                <c:pt idx="1">
                  <c:v>65.898241184323</c:v>
                </c:pt>
              </c:numCache>
            </c:numRef>
          </c:yVal>
        </c:ser>
        <c:ser>
          <c:idx val="10"/>
          <c:order val="10"/>
          <c:tx>
            <c:v>95%-interval Bij tweede generatie,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41.567353290598</c:v>
                </c:pt>
                <c:pt idx="1">
                  <c:v>64.40502814906</c:v>
                </c:pt>
              </c:numCache>
            </c:numRef>
          </c:yVal>
        </c:ser>
        <c:ser>
          <c:idx val="11"/>
          <c:order val="11"/>
          <c:tx>
            <c:v>95%-interval Bij tweede generatie,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51.518856163116</c:v>
                </c:pt>
                <c:pt idx="1">
                  <c:v>74.880753476232</c:v>
                </c:pt>
              </c:numCache>
            </c:numRef>
          </c:yVal>
        </c:ser>
        <c:ser>
          <c:idx val="12"/>
          <c:order val="12"/>
          <c:tx>
            <c:v>95%-interval Bij tweede generatie,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58.124434548331</c:v>
                </c:pt>
                <c:pt idx="1">
                  <c:v>71.478584867826</c:v>
                </c:pt>
              </c:numCache>
            </c:numRef>
          </c:yVal>
        </c:ser>
        <c:ser>
          <c:idx val="13"/>
          <c:order val="13"/>
          <c:tx>
            <c:v>95%-interval Bij tweede generatie,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76.585509700862</c:v>
                </c:pt>
                <c:pt idx="1">
                  <c:v>87.946100392951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Bij eerste generatie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71.38903838751</c:v>
                </c:pt>
                <c:pt idx="1">
                  <c:v>75.770774431979</c:v>
                </c:pt>
                <c:pt idx="2">
                  <c:v>67.912916737882</c:v>
                </c:pt>
                <c:pt idx="3">
                  <c:v>76.534988780752</c:v>
                </c:pt>
                <c:pt idx="4">
                  <c:v>72.311895666859</c:v>
                </c:pt>
                <c:pt idx="5">
                  <c:v>68.786258922557</c:v>
                </c:pt>
                <c:pt idx="6">
                  <c:v>72.221893550483</c:v>
                </c:pt>
                <c:pt idx="7">
                  <c:v>66.793427663553</c:v>
                </c:pt>
              </c:numCache>
            </c:numRef>
          </c:yVal>
        </c:ser>
        <c:ser>
          <c:idx val="1"/>
          <c:order val="1"/>
          <c:tx>
            <c:v>95%-interval Bij eerste generatie,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57.574987208509</c:v>
                </c:pt>
                <c:pt idx="1">
                  <c:v>76.011868118598</c:v>
                </c:pt>
              </c:numCache>
            </c:numRef>
          </c:yVal>
        </c:ser>
        <c:ser>
          <c:idx val="2"/>
          <c:order val="2"/>
          <c:tx>
            <c:v>95%-interval Bij eerste generatie,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60.720337698159</c:v>
                </c:pt>
                <c:pt idx="1">
                  <c:v>82.05773907686</c:v>
                </c:pt>
              </c:numCache>
            </c:numRef>
          </c:yVal>
        </c:ser>
        <c:ser>
          <c:idx val="3"/>
          <c:order val="3"/>
          <c:tx>
            <c:v>95%-interval Bij eerste generatie,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66.143320900536</c:v>
                </c:pt>
                <c:pt idx="1">
                  <c:v>85.398227963421</c:v>
                </c:pt>
              </c:numCache>
            </c:numRef>
          </c:yVal>
        </c:ser>
        <c:ser>
          <c:idx val="4"/>
          <c:order val="4"/>
          <c:tx>
            <c:v>95%-interval Bij eerste generatie,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54.519211994193</c:v>
                </c:pt>
                <c:pt idx="1">
                  <c:v>81.30662148157</c:v>
                </c:pt>
              </c:numCache>
            </c:numRef>
          </c:yVal>
        </c:ser>
        <c:ser>
          <c:idx val="5"/>
          <c:order val="5"/>
          <c:tx>
            <c:v>95%-interval Bij eerste generatie,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68.038276661281</c:v>
                </c:pt>
                <c:pt idx="1">
                  <c:v>85.031700900223</c:v>
                </c:pt>
              </c:numCache>
            </c:numRef>
          </c:yVal>
        </c:ser>
        <c:ser>
          <c:idx val="6"/>
          <c:order val="6"/>
          <c:tx>
            <c:v>95%-interval Bij eerste generatie,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62.523163901139</c:v>
                </c:pt>
                <c:pt idx="1">
                  <c:v>82.100627432579</c:v>
                </c:pt>
              </c:numCache>
            </c:numRef>
          </c:yVal>
        </c:ser>
        <c:ser>
          <c:idx val="7"/>
          <c:order val="7"/>
          <c:tx>
            <c:v>95%-interval Bij eerste generatie,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60.761046691217</c:v>
                </c:pt>
                <c:pt idx="1">
                  <c:v>76.811471153898</c:v>
                </c:pt>
              </c:numCache>
            </c:numRef>
          </c:yVal>
        </c:ser>
        <c:ser>
          <c:idx val="8"/>
          <c:order val="8"/>
          <c:tx>
            <c:v>95%-interval Bij eerste generatie,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63.980159878059</c:v>
                </c:pt>
                <c:pt idx="1">
                  <c:v>80.463627222906</c:v>
                </c:pt>
              </c:numCache>
            </c:numRef>
          </c:yVal>
        </c:ser>
        <c:ser>
          <c:idx val="9"/>
          <c:order val="9"/>
          <c:tx>
            <c:v>Bij tweede generatie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61.962295979751</c:v>
                </c:pt>
                <c:pt idx="1">
                  <c:v>65.814024384635</c:v>
                </c:pt>
                <c:pt idx="2">
                  <c:v>58.190165473275</c:v>
                </c:pt>
                <c:pt idx="3">
                  <c:v>71.645267638923</c:v>
                </c:pt>
                <c:pt idx="4">
                  <c:v>69.616539299657</c:v>
                </c:pt>
                <c:pt idx="5">
                  <c:v>66.574623246553</c:v>
                </c:pt>
                <c:pt idx="6">
                  <c:v>74.981370367981</c:v>
                </c:pt>
                <c:pt idx="7">
                  <c:v>72.439732913226</c:v>
                </c:pt>
              </c:numCache>
            </c:numRef>
          </c:yVal>
        </c:ser>
        <c:ser>
          <c:idx val="10"/>
          <c:order val="10"/>
          <c:tx>
            <c:v>95%-interval Bij tweede generatie,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65.835590017094</c:v>
                </c:pt>
                <c:pt idx="1">
                  <c:v>79.043875809358</c:v>
                </c:pt>
              </c:numCache>
            </c:numRef>
          </c:yVal>
        </c:ser>
        <c:ser>
          <c:idx val="11"/>
          <c:order val="11"/>
          <c:tx>
            <c:v>95%-interval Bij tweede generatie,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50.004965046566</c:v>
                </c:pt>
                <c:pt idx="1">
                  <c:v>73.919626912935</c:v>
                </c:pt>
              </c:numCache>
            </c:numRef>
          </c:yVal>
        </c:ser>
        <c:ser>
          <c:idx val="12"/>
          <c:order val="12"/>
          <c:tx>
            <c:v>95%-interval Bij tweede generatie,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57.389550311514</c:v>
                </c:pt>
                <c:pt idx="1">
                  <c:v>74.238498457757</c:v>
                </c:pt>
              </c:numCache>
            </c:numRef>
          </c:yVal>
        </c:ser>
        <c:ser>
          <c:idx val="13"/>
          <c:order val="13"/>
          <c:tx>
            <c:v>95%-interval Bij tweede generatie,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46.307912895221</c:v>
                </c:pt>
                <c:pt idx="1">
                  <c:v>70.07241805133</c:v>
                </c:pt>
              </c:numCache>
            </c:numRef>
          </c:yVal>
        </c:ser>
        <c:ser>
          <c:idx val="14"/>
          <c:order val="14"/>
          <c:tx>
            <c:v>95%-interval Bij tweede generatie,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63.900454130303</c:v>
                </c:pt>
                <c:pt idx="1">
                  <c:v>79.390081147543</c:v>
                </c:pt>
              </c:numCache>
            </c:numRef>
          </c:yVal>
        </c:ser>
        <c:ser>
          <c:idx val="15"/>
          <c:order val="15"/>
          <c:tx>
            <c:v>95%-interval Bij tweede generatie,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62.656798642378</c:v>
                </c:pt>
                <c:pt idx="1">
                  <c:v>76.576279956937</c:v>
                </c:pt>
              </c:numCache>
            </c:numRef>
          </c:yVal>
        </c:ser>
        <c:ser>
          <c:idx val="16"/>
          <c:order val="16"/>
          <c:tx>
            <c:v>95%-interval Bij tweede generatie,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57.823165435419</c:v>
                </c:pt>
                <c:pt idx="1">
                  <c:v>75.326081057686</c:v>
                </c:pt>
              </c:numCache>
            </c:numRef>
          </c:yVal>
        </c:ser>
        <c:ser>
          <c:idx val="17"/>
          <c:order val="17"/>
          <c:tx>
            <c:v>95%-interval Bij tweede generatie,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69.92679927068</c:v>
                </c:pt>
                <c:pt idx="1">
                  <c:v>80.035941465281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Alle leerlingen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8.2725108899197</c:v>
                </c:pt>
                <c:pt idx="1">
                  <c:v>8.9941204216083</c:v>
                </c:pt>
                <c:pt idx="2">
                  <c:v>9.9161115666897</c:v>
                </c:pt>
                <c:pt idx="3">
                  <c:v>12.309527440309</c:v>
                </c:pt>
                <c:pt idx="4">
                  <c:v>21.043816866856</c:v>
                </c:pt>
              </c:numCache>
            </c:numRef>
          </c:yVal>
        </c:ser>
        <c:ser>
          <c:idx val="1"/>
          <c:order val="1"/>
          <c:tx>
            <c:v>95%-interval Alle leerlingen,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6.2249780749052</c:v>
                </c:pt>
                <c:pt idx="1">
                  <c:v>10.320043704934</c:v>
                </c:pt>
              </c:numCache>
            </c:numRef>
          </c:yVal>
        </c:ser>
        <c:ser>
          <c:idx val="2"/>
          <c:order val="2"/>
          <c:tx>
            <c:v>95%-interval Alle leerlingen,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7.6202153894053</c:v>
                </c:pt>
                <c:pt idx="1">
                  <c:v>10.368025453811</c:v>
                </c:pt>
              </c:numCache>
            </c:numRef>
          </c:yVal>
        </c:ser>
        <c:ser>
          <c:idx val="3"/>
          <c:order val="3"/>
          <c:tx>
            <c:v>95%-interval Alle leerlingen,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8.1711985821203</c:v>
                </c:pt>
                <c:pt idx="1">
                  <c:v>11.661024551259</c:v>
                </c:pt>
              </c:numCache>
            </c:numRef>
          </c:yVal>
        </c:ser>
        <c:ser>
          <c:idx val="4"/>
          <c:order val="4"/>
          <c:tx>
            <c:v>95%-interval Alle leerlingen, 2016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10.572915960998</c:v>
                </c:pt>
                <c:pt idx="1">
                  <c:v>14.04613891962</c:v>
                </c:pt>
              </c:numCache>
            </c:numRef>
          </c:yVal>
        </c:ser>
        <c:ser>
          <c:idx val="5"/>
          <c:order val="5"/>
          <c:tx>
            <c:v>95%-interval Alle leerlingen, 2021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18.480143670375</c:v>
                </c:pt>
                <c:pt idx="1">
                  <c:v>23.607490063338</c:v>
                </c:pt>
              </c:numCache>
            </c:numRef>
          </c:yVal>
        </c:ser>
        <c:ser>
          <c:idx val="6"/>
          <c:order val="6"/>
          <c:tx>
            <c:v>Zelf onder basisniveau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17.773001360119</c:v>
                </c:pt>
                <c:pt idx="1">
                  <c:v>15.7865556988</c:v>
                </c:pt>
                <c:pt idx="2">
                  <c:v>16.868223577001</c:v>
                </c:pt>
                <c:pt idx="3">
                  <c:v>18.784021461431</c:v>
                </c:pt>
                <c:pt idx="4">
                  <c:v>28.579966667876</c:v>
                </c:pt>
              </c:numCache>
            </c:numRef>
          </c:yVal>
        </c:ser>
        <c:ser>
          <c:idx val="7"/>
          <c:order val="7"/>
          <c:tx>
            <c:v>95%-interval Zelf onder basisniveau,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9.757255298163</c:v>
                </c:pt>
                <c:pt idx="1">
                  <c:v>25.788747422074</c:v>
                </c:pt>
              </c:numCache>
            </c:numRef>
          </c:yVal>
        </c:ser>
        <c:ser>
          <c:idx val="8"/>
          <c:order val="8"/>
          <c:tx>
            <c:v>95%-interval Zelf onder basisniveau,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10.296557854669</c:v>
                </c:pt>
                <c:pt idx="1">
                  <c:v>21.276553542931</c:v>
                </c:pt>
              </c:numCache>
            </c:numRef>
          </c:yVal>
        </c:ser>
        <c:ser>
          <c:idx val="9"/>
          <c:order val="9"/>
          <c:tx>
            <c:v>95%-interval Zelf onder basisniveau,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12.911322167414</c:v>
                </c:pt>
                <c:pt idx="1">
                  <c:v>20.825124986587</c:v>
                </c:pt>
              </c:numCache>
            </c:numRef>
          </c:yVal>
        </c:ser>
        <c:ser>
          <c:idx val="10"/>
          <c:order val="10"/>
          <c:tx>
            <c:v>95%-interval Zelf onder basisniveau,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14.122791994588</c:v>
                </c:pt>
                <c:pt idx="1">
                  <c:v>23.445250928273</c:v>
                </c:pt>
              </c:numCache>
            </c:numRef>
          </c:yVal>
        </c:ser>
        <c:ser>
          <c:idx val="11"/>
          <c:order val="11"/>
          <c:tx>
            <c:v>95%-interval Zelf onder basisniveau,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23.883614140493</c:v>
                </c:pt>
                <c:pt idx="1">
                  <c:v>33.27631919526</c:v>
                </c:pt>
              </c:numCache>
            </c:numRef>
          </c:yVal>
        </c:ser>
        <c:ser>
          <c:idx val="12"/>
          <c:order val="12"/>
          <c:tx>
            <c:v>Zelf op/boven basisniveau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Data'!$Y$2:$Y$6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Data'!$Z$2:$Z$6</c:f>
              <c:numCache>
                <c:formatCode>0</c:formatCode>
                <c:ptCount val="5"/>
                <c:pt idx="0">
                  <c:v>7.4127463394142</c:v>
                </c:pt>
                <c:pt idx="1">
                  <c:v>8.3187061136399</c:v>
                </c:pt>
                <c:pt idx="2">
                  <c:v>9.1500899947834</c:v>
                </c:pt>
                <c:pt idx="3">
                  <c:v>11.399643522868</c:v>
                </c:pt>
                <c:pt idx="4">
                  <c:v>19.036596891699</c:v>
                </c:pt>
              </c:numCache>
            </c:numRef>
          </c:yVal>
        </c:ser>
        <c:ser>
          <c:idx val="13"/>
          <c:order val="13"/>
          <c:tx>
            <c:v>95%-interval Zelf op/boven basisniveau, 2001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5.8136261419551</c:v>
                </c:pt>
                <c:pt idx="1">
                  <c:v>9.0118665368733</c:v>
                </c:pt>
              </c:numCache>
            </c:numRef>
          </c:yVal>
        </c:ser>
        <c:ser>
          <c:idx val="14"/>
          <c:order val="14"/>
          <c:tx>
            <c:v>95%-interval Zelf op/boven basisniveau,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7.1820621982565</c:v>
                </c:pt>
                <c:pt idx="1">
                  <c:v>9.4553500290233</c:v>
                </c:pt>
              </c:numCache>
            </c:numRef>
          </c:yVal>
        </c:ser>
        <c:ser>
          <c:idx val="15"/>
          <c:order val="15"/>
          <c:tx>
            <c:v>95%-interval Zelf op/boven basisniveau, 2011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7.6074650208169</c:v>
                </c:pt>
                <c:pt idx="1">
                  <c:v>10.69271496875</c:v>
                </c:pt>
              </c:numCache>
            </c:numRef>
          </c:yVal>
        </c:ser>
        <c:ser>
          <c:idx val="16"/>
          <c:order val="16"/>
          <c:tx>
            <c:v>95%-interval Zelf op/boven basisniveau, 2016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9.9203722229199</c:v>
                </c:pt>
                <c:pt idx="1">
                  <c:v>12.878914822816</c:v>
                </c:pt>
              </c:numCache>
            </c:numRef>
          </c:yVal>
        </c:ser>
        <c:ser>
          <c:idx val="17"/>
          <c:order val="17"/>
          <c:tx>
            <c:v>95%-interval Zelf op/boven basisniveau, 2021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16.763080260151</c:v>
                </c:pt>
                <c:pt idx="1">
                  <c:v>21.310113523246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Alle leerlingen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11.282946279051</c:v>
                </c:pt>
                <c:pt idx="1">
                  <c:v>16.219800441725</c:v>
                </c:pt>
                <c:pt idx="2">
                  <c:v>11.573197088322</c:v>
                </c:pt>
                <c:pt idx="3">
                  <c:v>17.017802407983</c:v>
                </c:pt>
                <c:pt idx="4">
                  <c:v>15.892520057611</c:v>
                </c:pt>
                <c:pt idx="5">
                  <c:v>16.883533277768</c:v>
                </c:pt>
              </c:numCache>
            </c:numRef>
          </c:yVal>
        </c:ser>
        <c:ser>
          <c:idx val="1"/>
          <c:order val="1"/>
          <c:tx>
            <c:v>95%-interval Alle leerlingen,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15.027691923884</c:v>
                </c:pt>
                <c:pt idx="1">
                  <c:v>19.007912892083</c:v>
                </c:pt>
              </c:numCache>
            </c:numRef>
          </c:yVal>
        </c:ser>
        <c:ser>
          <c:idx val="2"/>
          <c:order val="2"/>
          <c:tx>
            <c:v>95%-interval Alle leerlingen,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9.0497816057323</c:v>
                </c:pt>
                <c:pt idx="1">
                  <c:v>13.51611095237</c:v>
                </c:pt>
              </c:numCache>
            </c:numRef>
          </c:yVal>
        </c:ser>
        <c:ser>
          <c:idx val="3"/>
          <c:order val="3"/>
          <c:tx>
            <c:v>95%-interval Alle leerlingen,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13.841048854501</c:v>
                </c:pt>
                <c:pt idx="1">
                  <c:v>18.598552028948</c:v>
                </c:pt>
              </c:numCache>
            </c:numRef>
          </c:yVal>
        </c:ser>
        <c:ser>
          <c:idx val="4"/>
          <c:order val="4"/>
          <c:tx>
            <c:v>95%-interval Alle leerlingen,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9.995570933625</c:v>
                </c:pt>
                <c:pt idx="1">
                  <c:v>13.15082324302</c:v>
                </c:pt>
              </c:numCache>
            </c:numRef>
          </c:yVal>
        </c:ser>
        <c:ser>
          <c:idx val="5"/>
          <c:order val="5"/>
          <c:tx>
            <c:v>95%-interval Alle leerlingen,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13.640346254081</c:v>
                </c:pt>
                <c:pt idx="1">
                  <c:v>18.144693861141</c:v>
                </c:pt>
              </c:numCache>
            </c:numRef>
          </c:yVal>
        </c:ser>
        <c:ser>
          <c:idx val="6"/>
          <c:order val="6"/>
          <c:tx>
            <c:v>95%-interval Alle leerlingen,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14.654605519852</c:v>
                </c:pt>
                <c:pt idx="1">
                  <c:v>19.112461035684</c:v>
                </c:pt>
              </c:numCache>
            </c:numRef>
          </c:yVal>
        </c:ser>
        <c:ser>
          <c:idx val="7"/>
          <c:order val="7"/>
          <c:tx>
            <c:v>Zelf onder basisniveau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20.833327582788</c:v>
                </c:pt>
                <c:pt idx="1">
                  <c:v>26.670592404537</c:v>
                </c:pt>
                <c:pt idx="2">
                  <c:v>20.936844005579</c:v>
                </c:pt>
                <c:pt idx="3">
                  <c:v>22.323964607205</c:v>
                </c:pt>
                <c:pt idx="4">
                  <c:v>19.665456508275</c:v>
                </c:pt>
                <c:pt idx="5">
                  <c:v>23.962373606898</c:v>
                </c:pt>
              </c:numCache>
            </c:numRef>
          </c:yVal>
        </c:ser>
        <c:ser>
          <c:idx val="8"/>
          <c:order val="8"/>
          <c:tx>
            <c:v>95%-interval Zelf onder basisniveau,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18.386711023003</c:v>
                </c:pt>
                <c:pt idx="1">
                  <c:v>26.261218191407</c:v>
                </c:pt>
              </c:numCache>
            </c:numRef>
          </c:yVal>
        </c:ser>
        <c:ser>
          <c:idx val="9"/>
          <c:order val="9"/>
          <c:tx>
            <c:v>95%-interval Zelf onder basisniveau,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14.456045451607</c:v>
                </c:pt>
                <c:pt idx="1">
                  <c:v>27.210609713969</c:v>
                </c:pt>
              </c:numCache>
            </c:numRef>
          </c:yVal>
        </c:ser>
        <c:ser>
          <c:idx val="10"/>
          <c:order val="10"/>
          <c:tx>
            <c:v>95%-interval Zelf onder basisniveau,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21.763207302974</c:v>
                </c:pt>
                <c:pt idx="1">
                  <c:v>31.5779775061</c:v>
                </c:pt>
              </c:numCache>
            </c:numRef>
          </c:yVal>
        </c:ser>
        <c:ser>
          <c:idx val="11"/>
          <c:order val="11"/>
          <c:tx>
            <c:v>95%-interval Zelf onder basisniveau,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16.450222070749</c:v>
                </c:pt>
                <c:pt idx="1">
                  <c:v>25.423465940409</c:v>
                </c:pt>
              </c:numCache>
            </c:numRef>
          </c:yVal>
        </c:ser>
        <c:ser>
          <c:idx val="12"/>
          <c:order val="12"/>
          <c:tx>
            <c:v>95%-interval Zelf onder basisniveau,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16.303110934831</c:v>
                </c:pt>
                <c:pt idx="1">
                  <c:v>23.027802081718</c:v>
                </c:pt>
              </c:numCache>
            </c:numRef>
          </c:yVal>
        </c:ser>
        <c:ser>
          <c:idx val="13"/>
          <c:order val="13"/>
          <c:tx>
            <c:v>95%-interval Zelf onder basisniveau,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20.145391824812</c:v>
                </c:pt>
                <c:pt idx="1">
                  <c:v>27.779355388983</c:v>
                </c:pt>
              </c:numCache>
            </c:numRef>
          </c:yVal>
        </c:ser>
        <c:ser>
          <c:idx val="14"/>
          <c:order val="14"/>
          <c:tx>
            <c:v>Zelf op/boven basisniveau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Data'!$AC$2:$AC$7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Data'!$AD$2:$AD$7</c:f>
              <c:numCache>
                <c:formatCode>0</c:formatCode>
                <c:ptCount val="6"/>
                <c:pt idx="0">
                  <c:v>10.069111706429</c:v>
                </c:pt>
                <c:pt idx="1">
                  <c:v>14.19737299775</c:v>
                </c:pt>
                <c:pt idx="2">
                  <c:v>10.346603369794</c:v>
                </c:pt>
                <c:pt idx="3">
                  <c:v>15.930889959005</c:v>
                </c:pt>
                <c:pt idx="4">
                  <c:v>15.181108799406</c:v>
                </c:pt>
                <c:pt idx="5">
                  <c:v>15.445124280553</c:v>
                </c:pt>
              </c:numCache>
            </c:numRef>
          </c:yVal>
        </c:ser>
        <c:ser>
          <c:idx val="15"/>
          <c:order val="15"/>
          <c:tx>
            <c:v>95%-interval Zelf op/boven basisniveau,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14.144490869012</c:v>
                </c:pt>
                <c:pt idx="1">
                  <c:v>17.717289048997</c:v>
                </c:pt>
              </c:numCache>
            </c:numRef>
          </c:yVal>
        </c:ser>
        <c:ser>
          <c:idx val="16"/>
          <c:order val="16"/>
          <c:tx>
            <c:v>95%-interval Zelf op/boven basisniveau,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8.3329915515948</c:v>
                </c:pt>
                <c:pt idx="1">
                  <c:v>11.805231861264</c:v>
                </c:pt>
              </c:numCache>
            </c:numRef>
          </c:yVal>
        </c:ser>
        <c:ser>
          <c:idx val="17"/>
          <c:order val="17"/>
          <c:tx>
            <c:v>95%-interval Zelf op/boven basisniveau, 2007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12.133776280984</c:v>
                </c:pt>
                <c:pt idx="1">
                  <c:v>16.260969714517</c:v>
                </c:pt>
              </c:numCache>
            </c:numRef>
          </c:yVal>
        </c:ser>
        <c:ser>
          <c:idx val="18"/>
          <c:order val="18"/>
          <c:tx>
            <c:v>95%-interval Zelf op/boven basisniveau, 2011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8.9641006038026</c:v>
                </c:pt>
                <c:pt idx="1">
                  <c:v>11.729106135786</c:v>
                </c:pt>
              </c:numCache>
            </c:numRef>
          </c:yVal>
        </c:ser>
        <c:ser>
          <c:idx val="19"/>
          <c:order val="19"/>
          <c:tx>
            <c:v>95%-interval Zelf op/boven basisniveau, 2019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12.996178120159</c:v>
                </c:pt>
                <c:pt idx="1">
                  <c:v>17.366039478652</c:v>
                </c:pt>
              </c:numCache>
            </c:numRef>
          </c:yVal>
        </c:ser>
        <c:ser>
          <c:idx val="20"/>
          <c:order val="20"/>
          <c:tx>
            <c:v>95%-interval Zelf op/boven basisniveau, 2023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13.442034738951</c:v>
                </c:pt>
                <c:pt idx="1">
                  <c:v>17.448213822154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Alle leerlingen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16.734541144944</c:v>
                </c:pt>
                <c:pt idx="1">
                  <c:v>20.674208206913</c:v>
                </c:pt>
                <c:pt idx="2">
                  <c:v>14.064084231044</c:v>
                </c:pt>
                <c:pt idx="3">
                  <c:v>23.778027145859</c:v>
                </c:pt>
                <c:pt idx="4">
                  <c:v>24.263024958468</c:v>
                </c:pt>
                <c:pt idx="5">
                  <c:v>25.679513097797</c:v>
                </c:pt>
              </c:numCache>
            </c:numRef>
          </c:yVal>
        </c:ser>
        <c:ser>
          <c:idx val="1"/>
          <c:order val="1"/>
          <c:tx>
            <c:v>95%-interval Alle leerlingen,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21.052282114364</c:v>
                </c:pt>
                <c:pt idx="1">
                  <c:v>26.503772177355</c:v>
                </c:pt>
              </c:numCache>
            </c:numRef>
          </c:yVal>
        </c:ser>
        <c:ser>
          <c:idx val="2"/>
          <c:order val="2"/>
          <c:tx>
            <c:v>95%-interval Alle leerlingen,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14.377662938528</c:v>
                </c:pt>
                <c:pt idx="1">
                  <c:v>19.09141935136</c:v>
                </c:pt>
              </c:numCache>
            </c:numRef>
          </c:yVal>
        </c:ser>
        <c:ser>
          <c:idx val="3"/>
          <c:order val="3"/>
          <c:tx>
            <c:v>95%-interval Alle leerlingen,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18.03934094168</c:v>
                </c:pt>
                <c:pt idx="1">
                  <c:v>23.309075472146</c:v>
                </c:pt>
              </c:numCache>
            </c:numRef>
          </c:yVal>
        </c:ser>
        <c:ser>
          <c:idx val="4"/>
          <c:order val="4"/>
          <c:tx>
            <c:v>95%-interval Alle leerlingen,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11.223614103852</c:v>
                </c:pt>
                <c:pt idx="1">
                  <c:v>16.904554358236</c:v>
                </c:pt>
              </c:numCache>
            </c:numRef>
          </c:yVal>
        </c:ser>
        <c:ser>
          <c:idx val="5"/>
          <c:order val="5"/>
          <c:tx>
            <c:v>95%-interval Alle leerlingen,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21.006485418818</c:v>
                </c:pt>
                <c:pt idx="1">
                  <c:v>27.519564498118</c:v>
                </c:pt>
              </c:numCache>
            </c:numRef>
          </c:yVal>
        </c:ser>
        <c:ser>
          <c:idx val="6"/>
          <c:order val="6"/>
          <c:tx>
            <c:v>95%-interval Alle leerlingen,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22.386042371986</c:v>
                </c:pt>
                <c:pt idx="1">
                  <c:v>28.972983823609</c:v>
                </c:pt>
              </c:numCache>
            </c:numRef>
          </c:yVal>
        </c:ser>
        <c:ser>
          <c:idx val="7"/>
          <c:order val="7"/>
          <c:tx>
            <c:v>Zelf onder basisniveau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24.669736315097</c:v>
                </c:pt>
                <c:pt idx="1">
                  <c:v>31.568090968799</c:v>
                </c:pt>
                <c:pt idx="2">
                  <c:v>25.693731104629</c:v>
                </c:pt>
                <c:pt idx="3">
                  <c:v>35.567496409148</c:v>
                </c:pt>
                <c:pt idx="4">
                  <c:v>31.749844034238</c:v>
                </c:pt>
                <c:pt idx="5">
                  <c:v>35.278089577039</c:v>
                </c:pt>
              </c:numCache>
            </c:numRef>
          </c:yVal>
        </c:ser>
        <c:ser>
          <c:idx val="8"/>
          <c:order val="8"/>
          <c:tx>
            <c:v>95%-interval Zelf onder basisniveau,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30.555539117489</c:v>
                </c:pt>
                <c:pt idx="1">
                  <c:v>40.579453700807</c:v>
                </c:pt>
              </c:numCache>
            </c:numRef>
          </c:yVal>
        </c:ser>
        <c:ser>
          <c:idx val="9"/>
          <c:order val="9"/>
          <c:tx>
            <c:v>95%-interval Zelf onder basisniveau,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19.532135153937</c:v>
                </c:pt>
                <c:pt idx="1">
                  <c:v>29.807337476256</c:v>
                </c:pt>
              </c:numCache>
            </c:numRef>
          </c:yVal>
        </c:ser>
        <c:ser>
          <c:idx val="10"/>
          <c:order val="10"/>
          <c:tx>
            <c:v>95%-interval Zelf onder basisniveau,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25.778832313733</c:v>
                </c:pt>
                <c:pt idx="1">
                  <c:v>37.357349623865</c:v>
                </c:pt>
              </c:numCache>
            </c:numRef>
          </c:yVal>
        </c:ser>
        <c:ser>
          <c:idx val="11"/>
          <c:order val="11"/>
          <c:tx>
            <c:v>95%-interval Zelf onder basisniveau,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19.954811200572</c:v>
                </c:pt>
                <c:pt idx="1">
                  <c:v>31.432651008686</c:v>
                </c:pt>
              </c:numCache>
            </c:numRef>
          </c:yVal>
        </c:ser>
        <c:ser>
          <c:idx val="12"/>
          <c:order val="12"/>
          <c:tx>
            <c:v>95%-interval Zelf onder basisniveau,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27.11146607924</c:v>
                </c:pt>
                <c:pt idx="1">
                  <c:v>36.388221989235</c:v>
                </c:pt>
              </c:numCache>
            </c:numRef>
          </c:yVal>
        </c:ser>
        <c:ser>
          <c:idx val="13"/>
          <c:order val="13"/>
          <c:tx>
            <c:v>95%-interval Zelf onder basisniveau,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30.096186442517</c:v>
                </c:pt>
                <c:pt idx="1">
                  <c:v>40.45999271156</c:v>
                </c:pt>
              </c:numCache>
            </c:numRef>
          </c:yVal>
        </c:ser>
        <c:ser>
          <c:idx val="14"/>
          <c:order val="14"/>
          <c:tx>
            <c:v>Zelf op/boven basisniveau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Data'!$AC$2:$AC$7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Data'!$AD$2:$AD$7</c:f>
              <c:numCache>
                <c:formatCode>0</c:formatCode>
                <c:ptCount val="6"/>
                <c:pt idx="0">
                  <c:v>15.144836240624</c:v>
                </c:pt>
                <c:pt idx="1">
                  <c:v>17.83770616734</c:v>
                </c:pt>
                <c:pt idx="2">
                  <c:v>12.153410216478</c:v>
                </c:pt>
                <c:pt idx="3">
                  <c:v>20.098066513816</c:v>
                </c:pt>
                <c:pt idx="4">
                  <c:v>21.869186847133</c:v>
                </c:pt>
                <c:pt idx="5">
                  <c:v>22.3529789802</c:v>
                </c:pt>
              </c:numCache>
            </c:numRef>
          </c:yVal>
        </c:ser>
        <c:ser>
          <c:idx val="15"/>
          <c:order val="15"/>
          <c:tx>
            <c:v>95%-interval Zelf op/boven basisniveau,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17.909506383961</c:v>
                </c:pt>
                <c:pt idx="1">
                  <c:v>22.28662664367</c:v>
                </c:pt>
              </c:numCache>
            </c:numRef>
          </c:yVal>
        </c:ser>
        <c:ser>
          <c:idx val="16"/>
          <c:order val="16"/>
          <c:tx>
            <c:v>95%-interval Zelf op/boven basisniveau,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12.93625492201</c:v>
                </c:pt>
                <c:pt idx="1">
                  <c:v>17.353417559238</c:v>
                </c:pt>
              </c:numCache>
            </c:numRef>
          </c:yVal>
        </c:ser>
        <c:ser>
          <c:idx val="17"/>
          <c:order val="17"/>
          <c:tx>
            <c:v>95%-interval Zelf op/boven basisniveau, 2007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15.494614675668</c:v>
                </c:pt>
                <c:pt idx="1">
                  <c:v>20.180797659012</c:v>
                </c:pt>
              </c:numCache>
            </c:numRef>
          </c:yVal>
        </c:ser>
        <c:ser>
          <c:idx val="18"/>
          <c:order val="18"/>
          <c:tx>
            <c:v>95%-interval Zelf op/boven basisniveau, 2011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9.8581170175714</c:v>
                </c:pt>
                <c:pt idx="1">
                  <c:v>14.448703415385</c:v>
                </c:pt>
              </c:numCache>
            </c:numRef>
          </c:yVal>
        </c:ser>
        <c:ser>
          <c:idx val="19"/>
          <c:order val="19"/>
          <c:tx>
            <c:v>95%-interval Zelf op/boven basisniveau, 2019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18.737468978607</c:v>
                </c:pt>
                <c:pt idx="1">
                  <c:v>25.000904715659</c:v>
                </c:pt>
              </c:numCache>
            </c:numRef>
          </c:yVal>
        </c:ser>
        <c:ser>
          <c:idx val="20"/>
          <c:order val="20"/>
          <c:tx>
            <c:v>95%-interval Zelf op/boven basisniveau, 2023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19.846462264347</c:v>
                </c:pt>
                <c:pt idx="1">
                  <c:v>24.859495696052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Alle leerlingen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11.244590074815</c:v>
                </c:pt>
                <c:pt idx="1">
                  <c:v>14.835796533705</c:v>
                </c:pt>
                <c:pt idx="2">
                  <c:v>14.063277326158</c:v>
                </c:pt>
                <c:pt idx="3">
                  <c:v>13.959180297205</c:v>
                </c:pt>
                <c:pt idx="4">
                  <c:v>17.748744708389</c:v>
                </c:pt>
                <c:pt idx="5">
                  <c:v>23.989672386219</c:v>
                </c:pt>
                <c:pt idx="6">
                  <c:v>34.617668157018</c:v>
                </c:pt>
                <c:pt idx="7">
                  <c:v>38.547968731896</c:v>
                </c:pt>
              </c:numCache>
            </c:numRef>
          </c:yVal>
        </c:ser>
        <c:ser>
          <c:idx val="1"/>
          <c:order val="1"/>
          <c:tx>
            <c:v>95%-interval Alle leerlingen,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36.08848786038</c:v>
                </c:pt>
                <c:pt idx="1">
                  <c:v>41.007449603412</c:v>
                </c:pt>
              </c:numCache>
            </c:numRef>
          </c:yVal>
        </c:ser>
        <c:ser>
          <c:idx val="2"/>
          <c:order val="2"/>
          <c:tx>
            <c:v>95%-interval Alle leerlingen,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9.1058227975977</c:v>
                </c:pt>
                <c:pt idx="1">
                  <c:v>13.383357352033</c:v>
                </c:pt>
              </c:numCache>
            </c:numRef>
          </c:yVal>
        </c:ser>
        <c:ser>
          <c:idx val="3"/>
          <c:order val="3"/>
          <c:tx>
            <c:v>95%-interval Alle leerlingen,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12.465674877761</c:v>
                </c:pt>
                <c:pt idx="1">
                  <c:v>17.205918189649</c:v>
                </c:pt>
              </c:numCache>
            </c:numRef>
          </c:yVal>
        </c:ser>
        <c:ser>
          <c:idx val="4"/>
          <c:order val="4"/>
          <c:tx>
            <c:v>95%-interval Alle leerlingen,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11.003755409712</c:v>
                </c:pt>
                <c:pt idx="1">
                  <c:v>17.122799242604</c:v>
                </c:pt>
              </c:numCache>
            </c:numRef>
          </c:yVal>
        </c:ser>
        <c:ser>
          <c:idx val="5"/>
          <c:order val="5"/>
          <c:tx>
            <c:v>95%-interval Alle leerlingen,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11.518050331361</c:v>
                </c:pt>
                <c:pt idx="1">
                  <c:v>16.40031026305</c:v>
                </c:pt>
              </c:numCache>
            </c:numRef>
          </c:yVal>
        </c:ser>
        <c:ser>
          <c:idx val="6"/>
          <c:order val="6"/>
          <c:tx>
            <c:v>95%-interval Alle leerlingen,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15.758659048086</c:v>
                </c:pt>
                <c:pt idx="1">
                  <c:v>19.738830368691</c:v>
                </c:pt>
              </c:numCache>
            </c:numRef>
          </c:yVal>
        </c:ser>
        <c:ser>
          <c:idx val="7"/>
          <c:order val="7"/>
          <c:tx>
            <c:v>95%-interval Alle leerlingen,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21.968018593093</c:v>
                </c:pt>
                <c:pt idx="1">
                  <c:v>26.011326179345</c:v>
                </c:pt>
              </c:numCache>
            </c:numRef>
          </c:yVal>
        </c:ser>
        <c:ser>
          <c:idx val="8"/>
          <c:order val="8"/>
          <c:tx>
            <c:v>95%-interval Alle leerlingen,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31.160515838007</c:v>
                </c:pt>
                <c:pt idx="1">
                  <c:v>38.074820476029</c:v>
                </c:pt>
              </c:numCache>
            </c:numRef>
          </c:yVal>
        </c:ser>
        <c:ser>
          <c:idx val="9"/>
          <c:order val="9"/>
          <c:tx>
            <c:v>Zelf onder basisniveau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40.264330304753</c:v>
                </c:pt>
                <c:pt idx="1">
                  <c:v>56.006681645875</c:v>
                </c:pt>
                <c:pt idx="2">
                  <c:v>45.150185065852</c:v>
                </c:pt>
                <c:pt idx="3">
                  <c:v>55.673517921799</c:v>
                </c:pt>
                <c:pt idx="4">
                  <c:v>51.641592648979</c:v>
                </c:pt>
                <c:pt idx="5">
                  <c:v>52.803289974111</c:v>
                </c:pt>
                <c:pt idx="6">
                  <c:v>65.373336442004</c:v>
                </c:pt>
                <c:pt idx="7">
                  <c:v>67.421182924289</c:v>
                </c:pt>
              </c:numCache>
            </c:numRef>
          </c:yVal>
        </c:ser>
        <c:ser>
          <c:idx val="10"/>
          <c:order val="10"/>
          <c:tx>
            <c:v>95%-interval Zelf onder basisniveau,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64.479152276977</c:v>
                </c:pt>
                <c:pt idx="1">
                  <c:v>70.363213571601</c:v>
                </c:pt>
              </c:numCache>
            </c:numRef>
          </c:yVal>
        </c:ser>
        <c:ser>
          <c:idx val="11"/>
          <c:order val="11"/>
          <c:tx>
            <c:v>95%-interval Zelf onder basisniveau,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30.513607570174</c:v>
                </c:pt>
                <c:pt idx="1">
                  <c:v>50.015053039332</c:v>
                </c:pt>
              </c:numCache>
            </c:numRef>
          </c:yVal>
        </c:ser>
        <c:ser>
          <c:idx val="12"/>
          <c:order val="12"/>
          <c:tx>
            <c:v>95%-interval Zelf onder basisniveau,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50.249131782878</c:v>
                </c:pt>
                <c:pt idx="1">
                  <c:v>61.764231508871</c:v>
                </c:pt>
              </c:numCache>
            </c:numRef>
          </c:yVal>
        </c:ser>
        <c:ser>
          <c:idx val="13"/>
          <c:order val="13"/>
          <c:tx>
            <c:v>95%-interval Zelf onder basisniveau,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39.059625785653</c:v>
                </c:pt>
                <c:pt idx="1">
                  <c:v>51.240744346051</c:v>
                </c:pt>
              </c:numCache>
            </c:numRef>
          </c:yVal>
        </c:ser>
        <c:ser>
          <c:idx val="14"/>
          <c:order val="14"/>
          <c:tx>
            <c:v>95%-interval Zelf onder basisniveau,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47.833310710856</c:v>
                </c:pt>
                <c:pt idx="1">
                  <c:v>63.513725132741</c:v>
                </c:pt>
              </c:numCache>
            </c:numRef>
          </c:yVal>
        </c:ser>
        <c:ser>
          <c:idx val="15"/>
          <c:order val="15"/>
          <c:tx>
            <c:v>95%-interval Zelf onder basisniveau,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47.778461830087</c:v>
                </c:pt>
                <c:pt idx="1">
                  <c:v>55.50472346787</c:v>
                </c:pt>
              </c:numCache>
            </c:numRef>
          </c:yVal>
        </c:ser>
        <c:ser>
          <c:idx val="16"/>
          <c:order val="16"/>
          <c:tx>
            <c:v>95%-interval Zelf onder basisniveau,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49.092955035106</c:v>
                </c:pt>
                <c:pt idx="1">
                  <c:v>56.513624913116</c:v>
                </c:pt>
              </c:numCache>
            </c:numRef>
          </c:yVal>
        </c:ser>
        <c:ser>
          <c:idx val="17"/>
          <c:order val="17"/>
          <c:tx>
            <c:v>95%-interval Zelf onder basisniveau,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60.386461991528</c:v>
                </c:pt>
                <c:pt idx="1">
                  <c:v>70.360210892481</c:v>
                </c:pt>
              </c:numCache>
            </c:numRef>
          </c:yVal>
        </c:ser>
        <c:ser>
          <c:idx val="18"/>
          <c:order val="18"/>
          <c:tx>
            <c:v>Zelf op/boven basisniveau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Data'!$AK$2:$AK$9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Data'!$AL$2:$AL$9</c:f>
              <c:numCache>
                <c:formatCode>0</c:formatCode>
                <c:ptCount val="8"/>
                <c:pt idx="0">
                  <c:v>7.5643853350905</c:v>
                </c:pt>
                <c:pt idx="1">
                  <c:v>7.6638248163204</c:v>
                </c:pt>
                <c:pt idx="2">
                  <c:v>8.9727408765931</c:v>
                </c:pt>
                <c:pt idx="3">
                  <c:v>7.2013678684044</c:v>
                </c:pt>
                <c:pt idx="4">
                  <c:v>10.431156288484</c:v>
                </c:pt>
                <c:pt idx="5">
                  <c:v>14.886014072202</c:v>
                </c:pt>
                <c:pt idx="6">
                  <c:v>18.339684203718</c:v>
                </c:pt>
                <c:pt idx="7">
                  <c:v>20.448430293694</c:v>
                </c:pt>
              </c:numCache>
            </c:numRef>
          </c:yVal>
        </c:ser>
        <c:ser>
          <c:idx val="19"/>
          <c:order val="19"/>
          <c:tx>
            <c:v>95%-interval Zelf op/boven basisniveau,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18.730887246374</c:v>
                </c:pt>
                <c:pt idx="1">
                  <c:v>22.165973341013</c:v>
                </c:pt>
              </c:numCache>
            </c:numRef>
          </c:yVal>
        </c:ser>
        <c:ser>
          <c:idx val="20"/>
          <c:order val="20"/>
          <c:tx>
            <c:v>95%-interval Zelf op/boven basisniveau,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6.0308947841272</c:v>
                </c:pt>
                <c:pt idx="1">
                  <c:v>9.0978758860537</c:v>
                </c:pt>
              </c:numCache>
            </c:numRef>
          </c:yVal>
        </c:ser>
        <c:ser>
          <c:idx val="21"/>
          <c:order val="21"/>
          <c:tx>
            <c:v>95%-interval Zelf op/boven basisniveau,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6.2888416684365</c:v>
                </c:pt>
                <c:pt idx="1">
                  <c:v>9.0388079642044</c:v>
                </c:pt>
              </c:numCache>
            </c:numRef>
          </c:yVal>
        </c:ser>
        <c:ser>
          <c:idx val="22"/>
          <c:order val="22"/>
          <c:tx>
            <c:v>95%-interval Zelf op/boven basisniveau,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6.9489418481802</c:v>
                </c:pt>
                <c:pt idx="1">
                  <c:v>10.996539905006</c:v>
                </c:pt>
              </c:numCache>
            </c:numRef>
          </c:yVal>
        </c:ser>
        <c:ser>
          <c:idx val="23"/>
          <c:order val="23"/>
          <c:tx>
            <c:v>95%-interval Zelf op/boven basisniveau,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5.9626111906547</c:v>
                </c:pt>
                <c:pt idx="1">
                  <c:v>8.4401245461541</c:v>
                </c:pt>
              </c:numCache>
            </c:numRef>
          </c:yVal>
        </c:ser>
        <c:ser>
          <c:idx val="24"/>
          <c:order val="24"/>
          <c:tx>
            <c:v>95%-interval Zelf op/boven basisniveau,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Data'!$AW$2:$AW$3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Data'!$AX$2:$AX$3</c:f>
              <c:numCache>
                <c:formatCode>0</c:formatCode>
                <c:ptCount val="2"/>
                <c:pt idx="0">
                  <c:v>9.1021399244437</c:v>
                </c:pt>
                <c:pt idx="1">
                  <c:v>11.760172652524</c:v>
                </c:pt>
              </c:numCache>
            </c:numRef>
          </c:yVal>
        </c:ser>
        <c:ser>
          <c:idx val="25"/>
          <c:order val="25"/>
          <c:tx>
            <c:v>95%-interval Zelf op/boven basisniveau,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Data'!$AY$2:$AY$3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13.554377367407</c:v>
                </c:pt>
                <c:pt idx="1">
                  <c:v>16.217650776997</c:v>
                </c:pt>
              </c:numCache>
            </c:numRef>
          </c:yVal>
        </c:ser>
        <c:ser>
          <c:idx val="26"/>
          <c:order val="26"/>
          <c:tx>
            <c:v>95%-interval Zelf op/boven basisniveau,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Data'!$BA$2:$BA$3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16.69037545609</c:v>
                </c:pt>
                <c:pt idx="1">
                  <c:v>19.988992951346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Alle leerlingen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10.739056373652</c:v>
                </c:pt>
                <c:pt idx="1">
                  <c:v>11.390818205524</c:v>
                </c:pt>
                <c:pt idx="2">
                  <c:v>13.194886899108</c:v>
                </c:pt>
                <c:pt idx="3">
                  <c:v>14.61924480272</c:v>
                </c:pt>
                <c:pt idx="4">
                  <c:v>16.426907648996</c:v>
                </c:pt>
                <c:pt idx="5">
                  <c:v>15.638139641455</c:v>
                </c:pt>
                <c:pt idx="6">
                  <c:v>27.363001446474</c:v>
                </c:pt>
                <c:pt idx="7">
                  <c:v>29.684670475221</c:v>
                </c:pt>
              </c:numCache>
            </c:numRef>
          </c:yVal>
        </c:ser>
        <c:ser>
          <c:idx val="1"/>
          <c:order val="1"/>
          <c:tx>
            <c:v>95%-interval Alle leerlingen,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27.118302406069</c:v>
                </c:pt>
                <c:pt idx="1">
                  <c:v>32.251038544372</c:v>
                </c:pt>
              </c:numCache>
            </c:numRef>
          </c:yVal>
        </c:ser>
        <c:ser>
          <c:idx val="2"/>
          <c:order val="2"/>
          <c:tx>
            <c:v>95%-interval Alle leerlingen,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8.5210202170657</c:v>
                </c:pt>
                <c:pt idx="1">
                  <c:v>12.957092530238</c:v>
                </c:pt>
              </c:numCache>
            </c:numRef>
          </c:yVal>
        </c:ser>
        <c:ser>
          <c:idx val="3"/>
          <c:order val="3"/>
          <c:tx>
            <c:v>95%-interval Alle leerlingen,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9.3212499032084</c:v>
                </c:pt>
                <c:pt idx="1">
                  <c:v>13.460386507841</c:v>
                </c:pt>
              </c:numCache>
            </c:numRef>
          </c:yVal>
        </c:ser>
        <c:ser>
          <c:idx val="4"/>
          <c:order val="4"/>
          <c:tx>
            <c:v>95%-interval Alle leerlingen,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10.340482139386</c:v>
                </c:pt>
                <c:pt idx="1">
                  <c:v>16.049291658829</c:v>
                </c:pt>
              </c:numCache>
            </c:numRef>
          </c:yVal>
        </c:ser>
        <c:ser>
          <c:idx val="5"/>
          <c:order val="5"/>
          <c:tx>
            <c:v>95%-interval Alle leerlingen,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12.073959245713</c:v>
                </c:pt>
                <c:pt idx="1">
                  <c:v>17.164530359728</c:v>
                </c:pt>
              </c:numCache>
            </c:numRef>
          </c:yVal>
        </c:ser>
        <c:ser>
          <c:idx val="6"/>
          <c:order val="6"/>
          <c:tx>
            <c:v>95%-interval Alle leerlingen,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14.660372986901</c:v>
                </c:pt>
                <c:pt idx="1">
                  <c:v>18.193442311092</c:v>
                </c:pt>
              </c:numCache>
            </c:numRef>
          </c:yVal>
        </c:ser>
        <c:ser>
          <c:idx val="7"/>
          <c:order val="7"/>
          <c:tx>
            <c:v>95%-interval Alle leerlingen,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13.541767281541</c:v>
                </c:pt>
                <c:pt idx="1">
                  <c:v>17.734512001369</c:v>
                </c:pt>
              </c:numCache>
            </c:numRef>
          </c:yVal>
        </c:ser>
        <c:ser>
          <c:idx val="8"/>
          <c:order val="8"/>
          <c:tx>
            <c:v>95%-interval Alle leerlingen,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23.866860172114</c:v>
                </c:pt>
                <c:pt idx="1">
                  <c:v>30.859142720835</c:v>
                </c:pt>
              </c:numCache>
            </c:numRef>
          </c:yVal>
        </c:ser>
        <c:ser>
          <c:idx val="9"/>
          <c:order val="9"/>
          <c:tx>
            <c:v>Zelf onder basisniveau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42.800358089775</c:v>
                </c:pt>
                <c:pt idx="1">
                  <c:v>52.064182772466</c:v>
                </c:pt>
                <c:pt idx="2">
                  <c:v>50.65371115169</c:v>
                </c:pt>
                <c:pt idx="3">
                  <c:v>58.465956502653</c:v>
                </c:pt>
                <c:pt idx="4">
                  <c:v>52.927326924377</c:v>
                </c:pt>
                <c:pt idx="5">
                  <c:v>49.932067560316</c:v>
                </c:pt>
                <c:pt idx="6">
                  <c:v>64.034662660301</c:v>
                </c:pt>
                <c:pt idx="7">
                  <c:v>64.238090630587</c:v>
                </c:pt>
              </c:numCache>
            </c:numRef>
          </c:yVal>
        </c:ser>
        <c:ser>
          <c:idx val="10"/>
          <c:order val="10"/>
          <c:tx>
            <c:v>95%-interval Zelf onder basisniveau,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60.749221438365</c:v>
                </c:pt>
                <c:pt idx="1">
                  <c:v>67.726959822808</c:v>
                </c:pt>
              </c:numCache>
            </c:numRef>
          </c:yVal>
        </c:ser>
        <c:ser>
          <c:idx val="11"/>
          <c:order val="11"/>
          <c:tx>
            <c:v>95%-interval Zelf onder basisniveau,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33.527010588711</c:v>
                </c:pt>
                <c:pt idx="1">
                  <c:v>52.073705590838</c:v>
                </c:pt>
              </c:numCache>
            </c:numRef>
          </c:yVal>
        </c:ser>
        <c:ser>
          <c:idx val="12"/>
          <c:order val="12"/>
          <c:tx>
            <c:v>95%-interval Zelf onder basisniveau,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43.589980499244</c:v>
                </c:pt>
                <c:pt idx="1">
                  <c:v>60.538385045687</c:v>
                </c:pt>
              </c:numCache>
            </c:numRef>
          </c:yVal>
        </c:ser>
        <c:ser>
          <c:idx val="13"/>
          <c:order val="13"/>
          <c:tx>
            <c:v>95%-interval Zelf onder basisniveau,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43.791524984708</c:v>
                </c:pt>
                <c:pt idx="1">
                  <c:v>57.515897318671</c:v>
                </c:pt>
              </c:numCache>
            </c:numRef>
          </c:yVal>
        </c:ser>
        <c:ser>
          <c:idx val="14"/>
          <c:order val="14"/>
          <c:tx>
            <c:v>95%-interval Zelf onder basisniveau,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52.304851861739</c:v>
                </c:pt>
                <c:pt idx="1">
                  <c:v>64.627061143567</c:v>
                </c:pt>
              </c:numCache>
            </c:numRef>
          </c:yVal>
        </c:ser>
        <c:ser>
          <c:idx val="15"/>
          <c:order val="15"/>
          <c:tx>
            <c:v>95%-interval Zelf onder basisniveau,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48.6714873476</c:v>
                </c:pt>
                <c:pt idx="1">
                  <c:v>57.183166501154</c:v>
                </c:pt>
              </c:numCache>
            </c:numRef>
          </c:yVal>
        </c:ser>
        <c:ser>
          <c:idx val="16"/>
          <c:order val="16"/>
          <c:tx>
            <c:v>95%-interval Zelf onder basisniveau,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43.793067628385</c:v>
                </c:pt>
                <c:pt idx="1">
                  <c:v>56.071067492248</c:v>
                </c:pt>
              </c:numCache>
            </c:numRef>
          </c:yVal>
        </c:ser>
        <c:ser>
          <c:idx val="17"/>
          <c:order val="17"/>
          <c:tx>
            <c:v>95%-interval Zelf onder basisniveau,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58.667485338538</c:v>
                </c:pt>
                <c:pt idx="1">
                  <c:v>69.401839982064</c:v>
                </c:pt>
              </c:numCache>
            </c:numRef>
          </c:yVal>
        </c:ser>
        <c:ser>
          <c:idx val="18"/>
          <c:order val="18"/>
          <c:tx>
            <c:v>Zelf op/boven basisniveau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Data'!$AK$2:$AK$9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Data'!$AL$2:$AL$9</c:f>
              <c:numCache>
                <c:formatCode>0</c:formatCode>
                <c:ptCount val="8"/>
                <c:pt idx="0">
                  <c:v>6.8818939965339</c:v>
                </c:pt>
                <c:pt idx="1">
                  <c:v>6.1660533732193</c:v>
                </c:pt>
                <c:pt idx="2">
                  <c:v>7.5043285161836</c:v>
                </c:pt>
                <c:pt idx="3">
                  <c:v>7.1123164616733</c:v>
                </c:pt>
                <c:pt idx="4">
                  <c:v>9.2460174125777</c:v>
                </c:pt>
                <c:pt idx="5">
                  <c:v>9.2797289173064</c:v>
                </c:pt>
                <c:pt idx="6">
                  <c:v>13.549057209974</c:v>
                </c:pt>
                <c:pt idx="7">
                  <c:v>15.090494145391</c:v>
                </c:pt>
              </c:numCache>
            </c:numRef>
          </c:yVal>
        </c:ser>
        <c:ser>
          <c:idx val="19"/>
          <c:order val="19"/>
          <c:tx>
            <c:v>95%-interval Zelf op/boven basisniveau,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13.710602430185</c:v>
                </c:pt>
                <c:pt idx="1">
                  <c:v>16.470385860597</c:v>
                </c:pt>
              </c:numCache>
            </c:numRef>
          </c:yVal>
        </c:ser>
        <c:ser>
          <c:idx val="20"/>
          <c:order val="20"/>
          <c:tx>
            <c:v>95%-interval Zelf op/boven basisniveau, 2003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5.3963144633509</c:v>
                </c:pt>
                <c:pt idx="1">
                  <c:v>8.3674735297169</c:v>
                </c:pt>
              </c:numCache>
            </c:numRef>
          </c:yVal>
        </c:ser>
        <c:ser>
          <c:idx val="21"/>
          <c:order val="21"/>
          <c:tx>
            <c:v>95%-interval Zelf op/boven basisniveau,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4.9658713595374</c:v>
                </c:pt>
                <c:pt idx="1">
                  <c:v>7.3662353869012</c:v>
                </c:pt>
              </c:numCache>
            </c:numRef>
          </c:yVal>
        </c:ser>
        <c:ser>
          <c:idx val="22"/>
          <c:order val="22"/>
          <c:tx>
            <c:v>95%-interval Zelf op/boven basisniveau,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5.8070618413306</c:v>
                </c:pt>
                <c:pt idx="1">
                  <c:v>9.2015951910366</c:v>
                </c:pt>
              </c:numCache>
            </c:numRef>
          </c:yVal>
        </c:ser>
        <c:ser>
          <c:idx val="23"/>
          <c:order val="23"/>
          <c:tx>
            <c:v>95%-interval Zelf op/boven basisniveau,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5.9280163326287</c:v>
                </c:pt>
                <c:pt idx="1">
                  <c:v>8.2966165907179</c:v>
                </c:pt>
              </c:numCache>
            </c:numRef>
          </c:yVal>
        </c:ser>
        <c:ser>
          <c:idx val="24"/>
          <c:order val="24"/>
          <c:tx>
            <c:v>95%-interval Zelf op/boven basisniveau,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Data'!$AW$2:$AW$3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Data'!$AX$2:$AX$3</c:f>
              <c:numCache>
                <c:formatCode>0</c:formatCode>
                <c:ptCount val="2"/>
                <c:pt idx="0">
                  <c:v>8.1768707588637</c:v>
                </c:pt>
                <c:pt idx="1">
                  <c:v>10.315164066292</c:v>
                </c:pt>
              </c:numCache>
            </c:numRef>
          </c:yVal>
        </c:ser>
        <c:ser>
          <c:idx val="25"/>
          <c:order val="25"/>
          <c:tx>
            <c:v>95%-interval Zelf op/boven basisniveau,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Data'!$AY$2:$AY$3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8.1304711085153</c:v>
                </c:pt>
                <c:pt idx="1">
                  <c:v>10.428986726098</c:v>
                </c:pt>
              </c:numCache>
            </c:numRef>
          </c:yVal>
        </c:ser>
        <c:ser>
          <c:idx val="26"/>
          <c:order val="26"/>
          <c:tx>
            <c:v>95%-interval Zelf op/boven basisniveau,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Data'!$BA$2:$BA$3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12.071050168872</c:v>
                </c:pt>
                <c:pt idx="1">
                  <c:v>15.027064251076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Alle leerlingen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12.802228027489</c:v>
                </c:pt>
                <c:pt idx="1">
                  <c:v>12.980467410797</c:v>
                </c:pt>
                <c:pt idx="2">
                  <c:v>13.064319665087</c:v>
                </c:pt>
                <c:pt idx="3">
                  <c:v>18.244681406406</c:v>
                </c:pt>
                <c:pt idx="4">
                  <c:v>20.005913713832</c:v>
                </c:pt>
                <c:pt idx="5">
                  <c:v>27.323527586439</c:v>
                </c:pt>
                <c:pt idx="6">
                  <c:v>27.009635704797</c:v>
                </c:pt>
              </c:numCache>
            </c:numRef>
          </c:yVal>
        </c:ser>
        <c:ser>
          <c:idx val="1"/>
          <c:order val="1"/>
          <c:tx>
            <c:v>95%-interval Alle leerlingen,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24.658230762146</c:v>
                </c:pt>
                <c:pt idx="1">
                  <c:v>29.361040647447</c:v>
                </c:pt>
              </c:numCache>
            </c:numRef>
          </c:yVal>
        </c:ser>
        <c:ser>
          <c:idx val="2"/>
          <c:order val="2"/>
          <c:tx>
            <c:v>95%-interval Alle leerlingen,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10.676983025823</c:v>
                </c:pt>
                <c:pt idx="1">
                  <c:v>14.927473029155</c:v>
                </c:pt>
              </c:numCache>
            </c:numRef>
          </c:yVal>
        </c:ser>
        <c:ser>
          <c:idx val="3"/>
          <c:order val="3"/>
          <c:tx>
            <c:v>95%-interval Alle leerlingen,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9.8740845782049</c:v>
                </c:pt>
                <c:pt idx="1">
                  <c:v>16.08685024339</c:v>
                </c:pt>
              </c:numCache>
            </c:numRef>
          </c:yVal>
        </c:ser>
        <c:ser>
          <c:idx val="4"/>
          <c:order val="4"/>
          <c:tx>
            <c:v>95%-interval Alle leerlingen,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10.857757536412</c:v>
                </c:pt>
                <c:pt idx="1">
                  <c:v>15.270881793762</c:v>
                </c:pt>
              </c:numCache>
            </c:numRef>
          </c:yVal>
        </c:ser>
        <c:ser>
          <c:idx val="5"/>
          <c:order val="5"/>
          <c:tx>
            <c:v>95%-interval Alle leerlingen,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16.335333833796</c:v>
                </c:pt>
                <c:pt idx="1">
                  <c:v>20.154028979016</c:v>
                </c:pt>
              </c:numCache>
            </c:numRef>
          </c:yVal>
        </c:ser>
        <c:ser>
          <c:idx val="6"/>
          <c:order val="6"/>
          <c:tx>
            <c:v>95%-interval Alle leerlingen,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17.765416892683</c:v>
                </c:pt>
                <c:pt idx="1">
                  <c:v>22.24641053498</c:v>
                </c:pt>
              </c:numCache>
            </c:numRef>
          </c:yVal>
        </c:ser>
        <c:ser>
          <c:idx val="7"/>
          <c:order val="7"/>
          <c:tx>
            <c:v>95%-interval Alle leerlingen,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23.889703024892</c:v>
                </c:pt>
                <c:pt idx="1">
                  <c:v>30.757352147986</c:v>
                </c:pt>
              </c:numCache>
            </c:numRef>
          </c:yVal>
        </c:ser>
        <c:ser>
          <c:idx val="8"/>
          <c:order val="8"/>
          <c:tx>
            <c:v>Zelf onder basisniveau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Data'!$R$2:$R$8</c:f>
              <c:numCache>
                <c:formatCode>0</c:formatCode>
                <c:ptCount val="7"/>
                <c:pt idx="0">
                  <c:v>51.402259045201</c:v>
                </c:pt>
                <c:pt idx="1">
                  <c:v>49.590285627142</c:v>
                </c:pt>
                <c:pt idx="2">
                  <c:v>54.603247353213</c:v>
                </c:pt>
                <c:pt idx="3">
                  <c:v>54.816146948365</c:v>
                </c:pt>
                <c:pt idx="4">
                  <c:v>52.904548922185</c:v>
                </c:pt>
                <c:pt idx="5">
                  <c:v>61.269909546312</c:v>
                </c:pt>
                <c:pt idx="6">
                  <c:v>61.250830340967</c:v>
                </c:pt>
              </c:numCache>
            </c:numRef>
          </c:yVal>
        </c:ser>
        <c:ser>
          <c:idx val="9"/>
          <c:order val="9"/>
          <c:tx>
            <c:v>95%-interval Zelf onder basisniveau,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57.355505392967</c:v>
                </c:pt>
                <c:pt idx="1">
                  <c:v>65.146155288968</c:v>
                </c:pt>
              </c:numCache>
            </c:numRef>
          </c:yVal>
        </c:ser>
        <c:ser>
          <c:idx val="10"/>
          <c:order val="10"/>
          <c:tx>
            <c:v>95%-interval Zelf onder basisniveau,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45.479434219527</c:v>
                </c:pt>
                <c:pt idx="1">
                  <c:v>57.325083870874</c:v>
                </c:pt>
              </c:numCache>
            </c:numRef>
          </c:yVal>
        </c:ser>
        <c:ser>
          <c:idx val="11"/>
          <c:order val="11"/>
          <c:tx>
            <c:v>95%-interval Zelf onder basisniveau,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40.693771871389</c:v>
                </c:pt>
                <c:pt idx="1">
                  <c:v>58.486799382896</c:v>
                </c:pt>
              </c:numCache>
            </c:numRef>
          </c:yVal>
        </c:ser>
        <c:ser>
          <c:idx val="12"/>
          <c:order val="12"/>
          <c:tx>
            <c:v>95%-interval Zelf onder basisniveau,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48.004731085536</c:v>
                </c:pt>
                <c:pt idx="1">
                  <c:v>61.20176362089</c:v>
                </c:pt>
              </c:numCache>
            </c:numRef>
          </c:yVal>
        </c:ser>
        <c:ser>
          <c:idx val="13"/>
          <c:order val="13"/>
          <c:tx>
            <c:v>95%-interval Zelf onder basisniveau,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50.883415793856</c:v>
                </c:pt>
                <c:pt idx="1">
                  <c:v>58.748878102874</c:v>
                </c:pt>
              </c:numCache>
            </c:numRef>
          </c:yVal>
        </c:ser>
        <c:ser>
          <c:idx val="14"/>
          <c:order val="14"/>
          <c:tx>
            <c:v>95%-interval Zelf onder basisniveau,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48.069311236143</c:v>
                </c:pt>
                <c:pt idx="1">
                  <c:v>57.739786608228</c:v>
                </c:pt>
              </c:numCache>
            </c:numRef>
          </c:yVal>
        </c:ser>
        <c:ser>
          <c:idx val="15"/>
          <c:order val="15"/>
          <c:tx>
            <c:v>95%-interval Zelf onder basisniveau,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55.874998050059</c:v>
                </c:pt>
                <c:pt idx="1">
                  <c:v>66.664821042565</c:v>
                </c:pt>
              </c:numCache>
            </c:numRef>
          </c:yVal>
        </c:ser>
        <c:ser>
          <c:idx val="16"/>
          <c:order val="16"/>
          <c:tx>
            <c:v>Zelf op/boven basisniveau</c:v>
          </c:tx>
          <c:spPr>
            <a:ln xmlns:a="http://schemas.openxmlformats.org/drawingml/2006/main" w="19050">
              <a:solidFill>
                <a:srgbClr val="2C807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C807F"/>
              </a:solidFill>
            </c:spPr>
          </c:marker>
          <c:xVal>
            <c:numRef>
              <c:f>'Chart Data'!$AG$2:$AG$8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Data'!$AH$2:$AH$8</c:f>
              <c:numCache>
                <c:formatCode>0</c:formatCode>
                <c:ptCount val="7"/>
                <c:pt idx="0">
                  <c:v>7.1345181388309</c:v>
                </c:pt>
                <c:pt idx="1">
                  <c:v>7.516864529415</c:v>
                </c:pt>
                <c:pt idx="2">
                  <c:v>6.8238922933726</c:v>
                </c:pt>
                <c:pt idx="3">
                  <c:v>10.076709586109</c:v>
                </c:pt>
                <c:pt idx="4">
                  <c:v>11.783865594611</c:v>
                </c:pt>
                <c:pt idx="5">
                  <c:v>14.563966395094</c:v>
                </c:pt>
                <c:pt idx="6">
                  <c:v>14.337922929817</c:v>
                </c:pt>
              </c:numCache>
            </c:numRef>
          </c:yVal>
        </c:ser>
        <c:ser>
          <c:idx val="17"/>
          <c:order val="17"/>
          <c:tx>
            <c:v>95%-interval Zelf op/boven basisniveau, 2025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12.819288549163</c:v>
                </c:pt>
                <c:pt idx="1">
                  <c:v>15.856557310471</c:v>
                </c:pt>
              </c:numCache>
            </c:numRef>
          </c:yVal>
        </c:ser>
        <c:ser>
          <c:idx val="18"/>
          <c:order val="18"/>
          <c:tx>
            <c:v>95%-interval Zelf op/boven basisniveau, 2006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6.0434655757704</c:v>
                </c:pt>
                <c:pt idx="1">
                  <c:v>8.2255707018914</c:v>
                </c:pt>
              </c:numCache>
            </c:numRef>
          </c:yVal>
        </c:ser>
        <c:ser>
          <c:idx val="19"/>
          <c:order val="19"/>
          <c:tx>
            <c:v>95%-interval Zelf op/boven basisniveau, 2009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5.8346376803321</c:v>
                </c:pt>
                <c:pt idx="1">
                  <c:v>9.1990913784979</c:v>
                </c:pt>
              </c:numCache>
            </c:numRef>
          </c:yVal>
        </c:ser>
        <c:ser>
          <c:idx val="20"/>
          <c:order val="20"/>
          <c:tx>
            <c:v>95%-interval Zelf op/boven basisniveau, 2012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5.7369572234199</c:v>
                </c:pt>
                <c:pt idx="1">
                  <c:v>7.9108273633253</c:v>
                </c:pt>
              </c:numCache>
            </c:numRef>
          </c:yVal>
        </c:ser>
        <c:ser>
          <c:idx val="21"/>
          <c:order val="21"/>
          <c:tx>
            <c:v>95%-interval Zelf op/boven basisniveau, 2015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8.9559748676462</c:v>
                </c:pt>
                <c:pt idx="1">
                  <c:v>11.197444304573</c:v>
                </c:pt>
              </c:numCache>
            </c:numRef>
          </c:yVal>
        </c:ser>
        <c:ser>
          <c:idx val="22"/>
          <c:order val="22"/>
          <c:tx>
            <c:v>95%-interval Zelf op/boven basisniveau, 2018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10.523831206863</c:v>
                </c:pt>
                <c:pt idx="1">
                  <c:v>13.043899982359</c:v>
                </c:pt>
              </c:numCache>
            </c:numRef>
          </c:yVal>
        </c:ser>
        <c:ser>
          <c:idx val="23"/>
          <c:order val="23"/>
          <c:tx>
            <c:v>95%-interval Zelf op/boven basisniveau, 2022</c:v>
          </c:tx>
          <c:spPr>
            <a:ln xmlns:a="http://schemas.openxmlformats.org/drawingml/2006/main" w="7620">
              <a:solidFill>
                <a:srgbClr val="2C807F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13.166502525326</c:v>
                </c:pt>
                <c:pt idx="1">
                  <c:v>15.961430264862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Zelf onder hoge drempel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9.8272974350174</c:v>
                </c:pt>
                <c:pt idx="1">
                  <c:v>6.1374377232758</c:v>
                </c:pt>
                <c:pt idx="2">
                  <c:v>6.273203349175</c:v>
                </c:pt>
                <c:pt idx="3">
                  <c:v>8.0061709369294</c:v>
                </c:pt>
                <c:pt idx="4">
                  <c:v>6.069214119556</c:v>
                </c:pt>
              </c:numCache>
            </c:numRef>
          </c:yVal>
        </c:ser>
        <c:ser>
          <c:idx val="1"/>
          <c:order val="1"/>
          <c:tx>
            <c:v>95%-interval Zelf onder hoge drempel, 2001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8.3096522074712</c:v>
                </c:pt>
                <c:pt idx="1">
                  <c:v>11.344942662564</c:v>
                </c:pt>
              </c:numCache>
            </c:numRef>
          </c:yVal>
        </c:ser>
        <c:ser>
          <c:idx val="2"/>
          <c:order val="2"/>
          <c:tx>
            <c:v>95%-interval Zelf onder hoge drempel,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5.1696518438624</c:v>
                </c:pt>
                <c:pt idx="1">
                  <c:v>7.1052236026892</c:v>
                </c:pt>
              </c:numCache>
            </c:numRef>
          </c:yVal>
        </c:ser>
        <c:ser>
          <c:idx val="3"/>
          <c:order val="3"/>
          <c:tx>
            <c:v>95%-interval Zelf onder hoge drempel,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5.1617479448509</c:v>
                </c:pt>
                <c:pt idx="1">
                  <c:v>7.3846587534992</c:v>
                </c:pt>
              </c:numCache>
            </c:numRef>
          </c:yVal>
        </c:ser>
        <c:ser>
          <c:idx val="4"/>
          <c:order val="4"/>
          <c:tx>
            <c:v>95%-interval Zelf onder hoge drempel, 2016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6.8851935167895</c:v>
                </c:pt>
                <c:pt idx="1">
                  <c:v>9.1271483570693</c:v>
                </c:pt>
              </c:numCache>
            </c:numRef>
          </c:yVal>
        </c:ser>
        <c:ser>
          <c:idx val="5"/>
          <c:order val="5"/>
          <c:tx>
            <c:v>95%-interval Zelf onder hoge drempel, 2021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4.8270659634318</c:v>
                </c:pt>
                <c:pt idx="1">
                  <c:v>7.3113622756802</c:v>
                </c:pt>
              </c:numCache>
            </c:numRef>
          </c:yVal>
        </c:ser>
        <c:ser>
          <c:idx val="6"/>
          <c:order val="6"/>
          <c:tx>
            <c:v>Zelf hoog vaardig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14.427205561728</c:v>
                </c:pt>
                <c:pt idx="1">
                  <c:v>9.7191722832958</c:v>
                </c:pt>
                <c:pt idx="2">
                  <c:v>10.249992137615</c:v>
                </c:pt>
                <c:pt idx="3">
                  <c:v>12.188330425276</c:v>
                </c:pt>
                <c:pt idx="4">
                  <c:v>11.683039744184</c:v>
                </c:pt>
              </c:numCache>
            </c:numRef>
          </c:yVal>
        </c:ser>
        <c:ser>
          <c:idx val="7"/>
          <c:order val="7"/>
          <c:tx>
            <c:v>95%-interval Zelf hoog vaardig,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10.229579393053</c:v>
                </c:pt>
                <c:pt idx="1">
                  <c:v>18.624831730402</c:v>
                </c:pt>
              </c:numCache>
            </c:numRef>
          </c:yVal>
        </c:ser>
        <c:ser>
          <c:idx val="8"/>
          <c:order val="8"/>
          <c:tx>
            <c:v>95%-interval Zelf hoog vaardig,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7.7032488663416</c:v>
                </c:pt>
                <c:pt idx="1">
                  <c:v>11.73509570025</c:v>
                </c:pt>
              </c:numCache>
            </c:numRef>
          </c:yVal>
        </c:ser>
        <c:ser>
          <c:idx val="9"/>
          <c:order val="9"/>
          <c:tx>
            <c:v>95%-interval Zelf hoog vaardig,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7.6705771240461</c:v>
                </c:pt>
                <c:pt idx="1">
                  <c:v>12.829407151184</c:v>
                </c:pt>
              </c:numCache>
            </c:numRef>
          </c:yVal>
        </c:ser>
        <c:ser>
          <c:idx val="10"/>
          <c:order val="10"/>
          <c:tx>
            <c:v>95%-interval Zelf hoog vaardig,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8.8056507111646</c:v>
                </c:pt>
                <c:pt idx="1">
                  <c:v>15.571010139386</c:v>
                </c:pt>
              </c:numCache>
            </c:numRef>
          </c:yVal>
        </c:ser>
        <c:ser>
          <c:idx val="11"/>
          <c:order val="11"/>
          <c:tx>
            <c:v>95%-interval Zelf hoog vaardig,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7.9731144184305</c:v>
                </c:pt>
                <c:pt idx="1">
                  <c:v>15.392965069938</c:v>
                </c:pt>
              </c:numCache>
            </c:numRef>
          </c:yVal>
        </c:ser>
        <c:ser>
          <c:idx val="12"/>
          <c:order val="12"/>
          <c:tx>
            <c:v>Landelijk aandeel hoog vaardig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Data'!$Y$2:$Y$6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Data'!$Z$2:$Z$6</c:f>
              <c:numCache>
                <c:formatCode>0</c:formatCode>
                <c:ptCount val="5"/>
                <c:pt idx="0">
                  <c:v>10.304864422811</c:v>
                </c:pt>
                <c:pt idx="1">
                  <c:v>6.3651602116123</c:v>
                </c:pt>
                <c:pt idx="2">
                  <c:v>6.5333794497154</c:v>
                </c:pt>
                <c:pt idx="3">
                  <c:v>8.3557414144947</c:v>
                </c:pt>
                <c:pt idx="4">
                  <c:v>6.4314324692085</c:v>
                </c:pt>
              </c:numCache>
            </c:numRef>
          </c:yVal>
        </c:ser>
        <c:ser>
          <c:idx val="13"/>
          <c:order val="13"/>
          <c:tx>
            <c:v>95%-interval Landelijk aandeel hoog vaardig, 2001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8.6332763762946</c:v>
                </c:pt>
                <c:pt idx="1">
                  <c:v>11.976452469328</c:v>
                </c:pt>
              </c:numCache>
            </c:numRef>
          </c:yVal>
        </c:ser>
        <c:ser>
          <c:idx val="14"/>
          <c:order val="14"/>
          <c:tx>
            <c:v>95%-interval Landelijk aandeel hoog vaardig, 2006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5.3755759423299</c:v>
                </c:pt>
                <c:pt idx="1">
                  <c:v>7.3547444808946</c:v>
                </c:pt>
              </c:numCache>
            </c:numRef>
          </c:yVal>
        </c:ser>
        <c:ser>
          <c:idx val="15"/>
          <c:order val="15"/>
          <c:tx>
            <c:v>95%-interval Landelijk aandeel hoog vaardig,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5.3496388278914</c:v>
                </c:pt>
                <c:pt idx="1">
                  <c:v>7.7171200715394</c:v>
                </c:pt>
              </c:numCache>
            </c:numRef>
          </c:yVal>
        </c:ser>
        <c:ser>
          <c:idx val="16"/>
          <c:order val="16"/>
          <c:tx>
            <c:v>95%-interval Landelijk aandeel hoog vaardig, 2016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7.1672525318312</c:v>
                </c:pt>
                <c:pt idx="1">
                  <c:v>9.5442302971581</c:v>
                </c:pt>
              </c:numCache>
            </c:numRef>
          </c:yVal>
        </c:ser>
        <c:ser>
          <c:idx val="17"/>
          <c:order val="17"/>
          <c:tx>
            <c:v>95%-interval Landelijk aandeel hoog vaardig, 2021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5.04199589825</c:v>
                </c:pt>
                <c:pt idx="1">
                  <c:v>7.820869040167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Zelf onder hoge drempel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5.1933554959148</c:v>
                </c:pt>
                <c:pt idx="1">
                  <c:v>6.3018495374782</c:v>
                </c:pt>
                <c:pt idx="2">
                  <c:v>4.4766685278304</c:v>
                </c:pt>
                <c:pt idx="3">
                  <c:v>3.7438393640382</c:v>
                </c:pt>
                <c:pt idx="4">
                  <c:v>7.0849986186406</c:v>
                </c:pt>
                <c:pt idx="5">
                  <c:v>7.7203167360605</c:v>
                </c:pt>
              </c:numCache>
            </c:numRef>
          </c:yVal>
        </c:ser>
        <c:ser>
          <c:idx val="1"/>
          <c:order val="1"/>
          <c:tx>
            <c:v>95%-interval Zelf onder hoge drempel,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2.5418604808759</c:v>
                </c:pt>
                <c:pt idx="1">
                  <c:v>4.9458182472005</c:v>
                </c:pt>
              </c:numCache>
            </c:numRef>
          </c:yVal>
        </c:ser>
        <c:ser>
          <c:idx val="2"/>
          <c:order val="2"/>
          <c:tx>
            <c:v>95%-interval Zelf onder hoge drempel,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3.7823801681261</c:v>
                </c:pt>
                <c:pt idx="1">
                  <c:v>6.6043308237035</c:v>
                </c:pt>
              </c:numCache>
            </c:numRef>
          </c:yVal>
        </c:ser>
        <c:ser>
          <c:idx val="3"/>
          <c:order val="3"/>
          <c:tx>
            <c:v>95%-interval Zelf onder hoge drempel,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4.9684228760802</c:v>
                </c:pt>
                <c:pt idx="1">
                  <c:v>7.6352761988761</c:v>
                </c:pt>
              </c:numCache>
            </c:numRef>
          </c:yVal>
        </c:ser>
        <c:ser>
          <c:idx val="4"/>
          <c:order val="4"/>
          <c:tx>
            <c:v>95%-interval Zelf onder hoge drempel,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3.3201940603722</c:v>
                </c:pt>
                <c:pt idx="1">
                  <c:v>5.6331429952887</c:v>
                </c:pt>
              </c:numCache>
            </c:numRef>
          </c:yVal>
        </c:ser>
        <c:ser>
          <c:idx val="5"/>
          <c:order val="5"/>
          <c:tx>
            <c:v>95%-interval Zelf onder hoge drempel,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5.3442791691869</c:v>
                </c:pt>
                <c:pt idx="1">
                  <c:v>8.8257180680942</c:v>
                </c:pt>
              </c:numCache>
            </c:numRef>
          </c:yVal>
        </c:ser>
        <c:ser>
          <c:idx val="6"/>
          <c:order val="6"/>
          <c:tx>
            <c:v>95%-interval Zelf onder hoge drempel,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6.4040041774467</c:v>
                </c:pt>
                <c:pt idx="1">
                  <c:v>9.0366292946743</c:v>
                </c:pt>
              </c:numCache>
            </c:numRef>
          </c:yVal>
        </c:ser>
        <c:ser>
          <c:idx val="7"/>
          <c:order val="7"/>
          <c:tx>
            <c:v>Zelf hoog vaardig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8.3404185414619</c:v>
                </c:pt>
                <c:pt idx="1">
                  <c:v>10.64596914696</c:v>
                </c:pt>
                <c:pt idx="2">
                  <c:v>6.3352568065739</c:v>
                </c:pt>
                <c:pt idx="3">
                  <c:v>5.3593318441983</c:v>
                </c:pt>
                <c:pt idx="4">
                  <c:v>8.2203126761093</c:v>
                </c:pt>
                <c:pt idx="5">
                  <c:v>10.839218847101</c:v>
                </c:pt>
              </c:numCache>
            </c:numRef>
          </c:yVal>
        </c:ser>
        <c:ser>
          <c:idx val="8"/>
          <c:order val="8"/>
          <c:tx>
            <c:v>95%-interval Zelf hoog vaardig,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3.2489196015508</c:v>
                </c:pt>
                <c:pt idx="1">
                  <c:v>7.4697440868459</c:v>
                </c:pt>
              </c:numCache>
            </c:numRef>
          </c:yVal>
        </c:ser>
        <c:ser>
          <c:idx val="9"/>
          <c:order val="9"/>
          <c:tx>
            <c:v>95%-interval Zelf hoog vaardig,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4.002970308232</c:v>
                </c:pt>
                <c:pt idx="1">
                  <c:v>12.677866774692</c:v>
                </c:pt>
              </c:numCache>
            </c:numRef>
          </c:yVal>
        </c:ser>
        <c:ser>
          <c:idx val="10"/>
          <c:order val="10"/>
          <c:tx>
            <c:v>95%-interval Zelf hoog vaardig,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6.1027970411799</c:v>
                </c:pt>
                <c:pt idx="1">
                  <c:v>15.189141252741</c:v>
                </c:pt>
              </c:numCache>
            </c:numRef>
          </c:yVal>
        </c:ser>
        <c:ser>
          <c:idx val="11"/>
          <c:order val="11"/>
          <c:tx>
            <c:v>95%-interval Zelf hoog vaardig,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3.8154100915339</c:v>
                </c:pt>
                <c:pt idx="1">
                  <c:v>8.855103521614</c:v>
                </c:pt>
              </c:numCache>
            </c:numRef>
          </c:yVal>
        </c:ser>
        <c:ser>
          <c:idx val="12"/>
          <c:order val="12"/>
          <c:tx>
            <c:v>95%-interval Zelf hoog vaardig,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5.5858097707814</c:v>
                </c:pt>
                <c:pt idx="1">
                  <c:v>10.854815581437</c:v>
                </c:pt>
              </c:numCache>
            </c:numRef>
          </c:yVal>
        </c:ser>
        <c:ser>
          <c:idx val="13"/>
          <c:order val="13"/>
          <c:tx>
            <c:v>95%-interval Zelf hoog vaardig,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7.8187145984726</c:v>
                </c:pt>
                <c:pt idx="1">
                  <c:v>13.859723095729</c:v>
                </c:pt>
              </c:numCache>
            </c:numRef>
          </c:yVal>
        </c:ser>
        <c:ser>
          <c:idx val="14"/>
          <c:order val="14"/>
          <c:tx>
            <c:v>Landelijk aandeel hoog vaardig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Data'!$AC$2:$AC$7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Data'!$AD$2:$AD$7</c:f>
              <c:numCache>
                <c:formatCode>0</c:formatCode>
                <c:ptCount val="6"/>
                <c:pt idx="0">
                  <c:v>5.3631277309984</c:v>
                </c:pt>
                <c:pt idx="1">
                  <c:v>6.5877212328145</c:v>
                </c:pt>
                <c:pt idx="2">
                  <c:v>4.5627990533378</c:v>
                </c:pt>
                <c:pt idx="3">
                  <c:v>3.8056148590698</c:v>
                </c:pt>
                <c:pt idx="4">
                  <c:v>7.1678462460707</c:v>
                </c:pt>
                <c:pt idx="5">
                  <c:v>7.9679634304656</c:v>
                </c:pt>
              </c:numCache>
            </c:numRef>
          </c:yVal>
        </c:ser>
        <c:ser>
          <c:idx val="15"/>
          <c:order val="15"/>
          <c:tx>
            <c:v>95%-interval Landelijk aandeel hoog vaardig, 2003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3.8627844669222</c:v>
                </c:pt>
                <c:pt idx="1">
                  <c:v>6.8634709950745</c:v>
                </c:pt>
              </c:numCache>
            </c:numRef>
          </c:yVal>
        </c:ser>
        <c:ser>
          <c:idx val="16"/>
          <c:order val="16"/>
          <c:tx>
            <c:v>95%-interval Landelijk aandeel hoog vaardig, 2007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5.1679265120768</c:v>
                </c:pt>
                <c:pt idx="1">
                  <c:v>8.0075159535521</c:v>
                </c:pt>
              </c:numCache>
            </c:numRef>
          </c:yVal>
        </c:ser>
        <c:ser>
          <c:idx val="17"/>
          <c:order val="17"/>
          <c:tx>
            <c:v>95%-interval Landelijk aandeel hoog vaardig,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3.354569703808</c:v>
                </c:pt>
                <c:pt idx="1">
                  <c:v>5.7710284028677</c:v>
                </c:pt>
              </c:numCache>
            </c:numRef>
          </c:yVal>
        </c:ser>
        <c:ser>
          <c:idx val="18"/>
          <c:order val="18"/>
          <c:tx>
            <c:v>95%-interval Landelijk aandeel hoog vaardig,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2.5756862076117</c:v>
                </c:pt>
                <c:pt idx="1">
                  <c:v>5.0355435105279</c:v>
                </c:pt>
              </c:numCache>
            </c:numRef>
          </c:yVal>
        </c:ser>
        <c:ser>
          <c:idx val="19"/>
          <c:order val="19"/>
          <c:tx>
            <c:v>95%-interval Landelijk aandeel hoog vaardig, 2019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5.3832774448499</c:v>
                </c:pt>
                <c:pt idx="1">
                  <c:v>8.9524150472915</c:v>
                </c:pt>
              </c:numCache>
            </c:numRef>
          </c:yVal>
        </c:ser>
        <c:ser>
          <c:idx val="20"/>
          <c:order val="20"/>
          <c:tx>
            <c:v>95%-interval Landelijk aandeel hoog vaardig, 2023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6.6569104220825</c:v>
                </c:pt>
                <c:pt idx="1">
                  <c:v>9.2790164388488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Zelf onder hoge drempel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2.6939008855559</c:v>
                </c:pt>
                <c:pt idx="1">
                  <c:v>3.5467632973563</c:v>
                </c:pt>
                <c:pt idx="2">
                  <c:v>2.7968788657711</c:v>
                </c:pt>
                <c:pt idx="3">
                  <c:v>2.7662543340244</c:v>
                </c:pt>
                <c:pt idx="4">
                  <c:v>3.8116601328379</c:v>
                </c:pt>
                <c:pt idx="5">
                  <c:v>4.3826257051749</c:v>
                </c:pt>
              </c:numCache>
            </c:numRef>
          </c:yVal>
        </c:ser>
        <c:ser>
          <c:idx val="1"/>
          <c:order val="1"/>
          <c:tx>
            <c:v>95%-interval Zelf onder hoge drempel,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1.9790434066032</c:v>
                </c:pt>
                <c:pt idx="1">
                  <c:v>3.5534652614457</c:v>
                </c:pt>
              </c:numCache>
            </c:numRef>
          </c:yVal>
        </c:ser>
        <c:ser>
          <c:idx val="2"/>
          <c:order val="2"/>
          <c:tx>
            <c:v>95%-interval Zelf onder hoge drempel,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1.8112415524258</c:v>
                </c:pt>
                <c:pt idx="1">
                  <c:v>3.576560218686</c:v>
                </c:pt>
              </c:numCache>
            </c:numRef>
          </c:yVal>
        </c:ser>
        <c:ser>
          <c:idx val="3"/>
          <c:order val="3"/>
          <c:tx>
            <c:v>95%-interval Zelf onder hoge drempel, 2007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2.3691593835417</c:v>
                </c:pt>
                <c:pt idx="1">
                  <c:v>4.724367211171</c:v>
                </c:pt>
              </c:numCache>
            </c:numRef>
          </c:yVal>
        </c:ser>
        <c:ser>
          <c:idx val="4"/>
          <c:order val="4"/>
          <c:tx>
            <c:v>95%-interval Zelf onder hoge drempel, 2011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1.9282096008161</c:v>
                </c:pt>
                <c:pt idx="1">
                  <c:v>3.665548130726</c:v>
                </c:pt>
              </c:numCache>
            </c:numRef>
          </c:yVal>
        </c:ser>
        <c:ser>
          <c:idx val="5"/>
          <c:order val="5"/>
          <c:tx>
            <c:v>95%-interval Zelf onder hoge drempel, 2019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1.9898035707093</c:v>
                </c:pt>
                <c:pt idx="1">
                  <c:v>5.6335166949665</c:v>
                </c:pt>
              </c:numCache>
            </c:numRef>
          </c:yVal>
        </c:ser>
        <c:ser>
          <c:idx val="6"/>
          <c:order val="6"/>
          <c:tx>
            <c:v>95%-interval Zelf onder hoge drempel, 2023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3.3969081499066</c:v>
                </c:pt>
                <c:pt idx="1">
                  <c:v>5.3683432604431</c:v>
                </c:pt>
              </c:numCache>
            </c:numRef>
          </c:yVal>
        </c:ser>
        <c:ser>
          <c:idx val="7"/>
          <c:order val="7"/>
          <c:tx>
            <c:v>Zelf hoog vaardig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3.2510709134447</c:v>
                </c:pt>
                <c:pt idx="1">
                  <c:v>6.8733829787929</c:v>
                </c:pt>
                <c:pt idx="2">
                  <c:v>5.5209630606628</c:v>
                </c:pt>
                <c:pt idx="3">
                  <c:v>4.8916567901962</c:v>
                </c:pt>
                <c:pt idx="4">
                  <c:v>6.1937593145485</c:v>
                </c:pt>
                <c:pt idx="5">
                  <c:v>6.3409850475355</c:v>
                </c:pt>
              </c:numCache>
            </c:numRef>
          </c:yVal>
        </c:ser>
        <c:ser>
          <c:idx val="8"/>
          <c:order val="8"/>
          <c:tx>
            <c:v>95%-interval Zelf hoog vaardig,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2.533247940489</c:v>
                </c:pt>
                <c:pt idx="1">
                  <c:v>7.2500656399034</c:v>
                </c:pt>
              </c:numCache>
            </c:numRef>
          </c:yVal>
        </c:ser>
        <c:ser>
          <c:idx val="9"/>
          <c:order val="9"/>
          <c:tx>
            <c:v>95%-interval Zelf hoog vaardig,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-0.13925768952309</c:v>
                </c:pt>
                <c:pt idx="1">
                  <c:v>6.6413995164125</c:v>
                </c:pt>
              </c:numCache>
            </c:numRef>
          </c:yVal>
        </c:ser>
        <c:ser>
          <c:idx val="10"/>
          <c:order val="10"/>
          <c:tx>
            <c:v>95%-interval Zelf hoog vaardig,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0.5077901874471</c:v>
                </c:pt>
                <c:pt idx="1">
                  <c:v>13.238975770139</c:v>
                </c:pt>
              </c:numCache>
            </c:numRef>
          </c:yVal>
        </c:ser>
        <c:ser>
          <c:idx val="11"/>
          <c:order val="11"/>
          <c:tx>
            <c:v>95%-interval Zelf hoog vaardig,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2.9690925979579</c:v>
                </c:pt>
                <c:pt idx="1">
                  <c:v>8.0728335233678</c:v>
                </c:pt>
              </c:numCache>
            </c:numRef>
          </c:yVal>
        </c:ser>
        <c:ser>
          <c:idx val="12"/>
          <c:order val="12"/>
          <c:tx>
            <c:v>95%-interval Zelf hoog vaardig,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2.7154666240752</c:v>
                </c:pt>
                <c:pt idx="1">
                  <c:v>9.6720520050218</c:v>
                </c:pt>
              </c:numCache>
            </c:numRef>
          </c:yVal>
        </c:ser>
        <c:ser>
          <c:idx val="13"/>
          <c:order val="13"/>
          <c:tx>
            <c:v>95%-interval Zelf hoog vaardig,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3.164269223494</c:v>
                </c:pt>
                <c:pt idx="1">
                  <c:v>9.517700871577</c:v>
                </c:pt>
              </c:numCache>
            </c:numRef>
          </c:yVal>
        </c:ser>
        <c:ser>
          <c:idx val="14"/>
          <c:order val="14"/>
          <c:tx>
            <c:v>Landelijk aandeel hoog vaardig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Data'!$AC$2:$AC$7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Data'!$AD$2:$AD$7</c:f>
              <c:numCache>
                <c:formatCode>0</c:formatCode>
                <c:ptCount val="6"/>
                <c:pt idx="0">
                  <c:v>2.7082578851624</c:v>
                </c:pt>
                <c:pt idx="1">
                  <c:v>3.6723176480731</c:v>
                </c:pt>
                <c:pt idx="2">
                  <c:v>2.8744175724744</c:v>
                </c:pt>
                <c:pt idx="3">
                  <c:v>2.8259575246839</c:v>
                </c:pt>
                <c:pt idx="4">
                  <c:v>3.9037453690035</c:v>
                </c:pt>
                <c:pt idx="5">
                  <c:v>4.4702671510969</c:v>
                </c:pt>
              </c:numCache>
            </c:numRef>
          </c:yVal>
        </c:ser>
        <c:ser>
          <c:idx val="15"/>
          <c:order val="15"/>
          <c:tx>
            <c:v>95%-interval Landelijk aandeel hoog vaardig, 2003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1.8296075790843</c:v>
                </c:pt>
                <c:pt idx="1">
                  <c:v>3.5869081912405</c:v>
                </c:pt>
              </c:numCache>
            </c:numRef>
          </c:yVal>
        </c:ser>
        <c:ser>
          <c:idx val="16"/>
          <c:order val="16"/>
          <c:tx>
            <c:v>95%-interval Landelijk aandeel hoog vaardig, 2007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2.3408731421747</c:v>
                </c:pt>
                <c:pt idx="1">
                  <c:v>5.0037621539715</c:v>
                </c:pt>
              </c:numCache>
            </c:numRef>
          </c:yVal>
        </c:ser>
        <c:ser>
          <c:idx val="17"/>
          <c:order val="17"/>
          <c:tx>
            <c:v>95%-interval Landelijk aandeel hoog vaardig, 2011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1.9795982009111</c:v>
                </c:pt>
                <c:pt idx="1">
                  <c:v>3.7692369440378</c:v>
                </c:pt>
              </c:numCache>
            </c:numRef>
          </c:yVal>
        </c:ser>
        <c:ser>
          <c:idx val="18"/>
          <c:order val="18"/>
          <c:tx>
            <c:v>95%-interval Landelijk aandeel hoog vaardig,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2.023198539986</c:v>
                </c:pt>
                <c:pt idx="1">
                  <c:v>3.6287165093818</c:v>
                </c:pt>
              </c:numCache>
            </c:numRef>
          </c:yVal>
        </c:ser>
        <c:ser>
          <c:idx val="19"/>
          <c:order val="19"/>
          <c:tx>
            <c:v>95%-interval Landelijk aandeel hoog vaardig, 2019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2.0520268493491</c:v>
                </c:pt>
                <c:pt idx="1">
                  <c:v>5.755463888658</c:v>
                </c:pt>
              </c:numCache>
            </c:numRef>
          </c:yVal>
        </c:ser>
        <c:ser>
          <c:idx val="20"/>
          <c:order val="20"/>
          <c:tx>
            <c:v>95%-interval Landelijk aandeel hoog vaardig, 2023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3.4689972895151</c:v>
                </c:pt>
                <c:pt idx="1">
                  <c:v>5.4715370126787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5"/>
          <c:min val="-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Zelf onder hoge drempel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6.8304471246593</c:v>
                </c:pt>
                <c:pt idx="1">
                  <c:v>6.7031503483982</c:v>
                </c:pt>
                <c:pt idx="2">
                  <c:v>6.6284555229082</c:v>
                </c:pt>
                <c:pt idx="3">
                  <c:v>6.9312455930434</c:v>
                </c:pt>
                <c:pt idx="4">
                  <c:v>8.0384170218705</c:v>
                </c:pt>
                <c:pt idx="5">
                  <c:v>6.9196910644669</c:v>
                </c:pt>
                <c:pt idx="6">
                  <c:v>5.8885629319984</c:v>
                </c:pt>
                <c:pt idx="7">
                  <c:v>3.5866498322175</c:v>
                </c:pt>
              </c:numCache>
            </c:numRef>
          </c:yVal>
        </c:ser>
        <c:ser>
          <c:idx val="1"/>
          <c:order val="1"/>
          <c:tx>
            <c:v>95%-interval Zelf onder hoge drempel,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3.0128794743099</c:v>
                </c:pt>
                <c:pt idx="1">
                  <c:v>4.1604201901252</c:v>
                </c:pt>
              </c:numCache>
            </c:numRef>
          </c:yVal>
        </c:ser>
        <c:ser>
          <c:idx val="2"/>
          <c:order val="2"/>
          <c:tx>
            <c:v>95%-interval Zelf onder hoge drempel,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5.8750575063704</c:v>
                </c:pt>
                <c:pt idx="1">
                  <c:v>7.7858367429483</c:v>
                </c:pt>
              </c:numCache>
            </c:numRef>
          </c:yVal>
        </c:ser>
        <c:ser>
          <c:idx val="3"/>
          <c:order val="3"/>
          <c:tx>
            <c:v>95%-interval Zelf onder hoge drempel,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5.8046049545929</c:v>
                </c:pt>
                <c:pt idx="1">
                  <c:v>7.6016957422034</c:v>
                </c:pt>
              </c:numCache>
            </c:numRef>
          </c:yVal>
        </c:ser>
        <c:ser>
          <c:idx val="4"/>
          <c:order val="4"/>
          <c:tx>
            <c:v>95%-interval Zelf onder hoge drempel,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5.223696505808</c:v>
                </c:pt>
                <c:pt idx="1">
                  <c:v>8.0332145400084</c:v>
                </c:pt>
              </c:numCache>
            </c:numRef>
          </c:yVal>
        </c:ser>
        <c:ser>
          <c:idx val="5"/>
          <c:order val="5"/>
          <c:tx>
            <c:v>95%-interval Zelf onder hoge drempel,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5.9114427062208</c:v>
                </c:pt>
                <c:pt idx="1">
                  <c:v>7.9510484798661</c:v>
                </c:pt>
              </c:numCache>
            </c:numRef>
          </c:yVal>
        </c:ser>
        <c:ser>
          <c:idx val="6"/>
          <c:order val="6"/>
          <c:tx>
            <c:v>95%-interval Zelf onder hoge drempel,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7.1873051598583</c:v>
                </c:pt>
                <c:pt idx="1">
                  <c:v>8.8895288838826</c:v>
                </c:pt>
              </c:numCache>
            </c:numRef>
          </c:yVal>
        </c:ser>
        <c:ser>
          <c:idx val="7"/>
          <c:order val="7"/>
          <c:tx>
            <c:v>95%-interval Zelf onder hoge drempel,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6.1314512651302</c:v>
                </c:pt>
                <c:pt idx="1">
                  <c:v>7.7079308638036</c:v>
                </c:pt>
              </c:numCache>
            </c:numRef>
          </c:yVal>
        </c:ser>
        <c:ser>
          <c:idx val="8"/>
          <c:order val="8"/>
          <c:tx>
            <c:v>95%-interval Zelf onder hoge drempel,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5.038609102659</c:v>
                </c:pt>
                <c:pt idx="1">
                  <c:v>6.7385167613377</c:v>
                </c:pt>
              </c:numCache>
            </c:numRef>
          </c:yVal>
        </c:ser>
        <c:ser>
          <c:idx val="9"/>
          <c:order val="9"/>
          <c:tx>
            <c:v>Zelf hoog vaardig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29.864384523551</c:v>
                </c:pt>
                <c:pt idx="1">
                  <c:v>34.30708909666</c:v>
                </c:pt>
                <c:pt idx="2">
                  <c:v>39.223136938169</c:v>
                </c:pt>
                <c:pt idx="3">
                  <c:v>36.267877418763</c:v>
                </c:pt>
                <c:pt idx="4">
                  <c:v>34.62373111472</c:v>
                </c:pt>
                <c:pt idx="5">
                  <c:v>31.118181841127</c:v>
                </c:pt>
                <c:pt idx="6">
                  <c:v>22.1492803537</c:v>
                </c:pt>
                <c:pt idx="7">
                  <c:v>17.414625089653</c:v>
                </c:pt>
              </c:numCache>
            </c:numRef>
          </c:yVal>
        </c:ser>
        <c:ser>
          <c:idx val="10"/>
          <c:order val="10"/>
          <c:tx>
            <c:v>95%-interval Zelf hoog vaardig,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13.390004977151</c:v>
                </c:pt>
                <c:pt idx="1">
                  <c:v>21.439245202154</c:v>
                </c:pt>
              </c:numCache>
            </c:numRef>
          </c:yVal>
        </c:ser>
        <c:ser>
          <c:idx val="11"/>
          <c:order val="11"/>
          <c:tx>
            <c:v>95%-interval Zelf hoog vaardig,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25.437756948461</c:v>
                </c:pt>
                <c:pt idx="1">
                  <c:v>34.29101209864</c:v>
                </c:pt>
              </c:numCache>
            </c:numRef>
          </c:yVal>
        </c:ser>
        <c:ser>
          <c:idx val="12"/>
          <c:order val="12"/>
          <c:tx>
            <c:v>95%-interval Zelf hoog vaardig,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29.722370305644</c:v>
                </c:pt>
                <c:pt idx="1">
                  <c:v>38.891807887675</c:v>
                </c:pt>
              </c:numCache>
            </c:numRef>
          </c:yVal>
        </c:ser>
        <c:ser>
          <c:idx val="13"/>
          <c:order val="13"/>
          <c:tx>
            <c:v>95%-interval Zelf hoog vaardig,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32.082215998536</c:v>
                </c:pt>
                <c:pt idx="1">
                  <c:v>46.364057877802</c:v>
                </c:pt>
              </c:numCache>
            </c:numRef>
          </c:yVal>
        </c:ser>
        <c:ser>
          <c:idx val="14"/>
          <c:order val="14"/>
          <c:tx>
            <c:v>95%-interval Zelf hoog vaardig,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29.70608847861</c:v>
                </c:pt>
                <c:pt idx="1">
                  <c:v>42.829666358915</c:v>
                </c:pt>
              </c:numCache>
            </c:numRef>
          </c:yVal>
        </c:ser>
        <c:ser>
          <c:idx val="15"/>
          <c:order val="15"/>
          <c:tx>
            <c:v>95%-interval Zelf hoog vaardig,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28.635946616384</c:v>
                </c:pt>
                <c:pt idx="1">
                  <c:v>40.611515613057</c:v>
                </c:pt>
              </c:numCache>
            </c:numRef>
          </c:yVal>
        </c:ser>
        <c:ser>
          <c:idx val="16"/>
          <c:order val="16"/>
          <c:tx>
            <c:v>95%-interval Zelf hoog vaardig,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26.273680685106</c:v>
                </c:pt>
                <c:pt idx="1">
                  <c:v>35.962682997149</c:v>
                </c:pt>
              </c:numCache>
            </c:numRef>
          </c:yVal>
        </c:ser>
        <c:ser>
          <c:idx val="17"/>
          <c:order val="17"/>
          <c:tx>
            <c:v>95%-interval Zelf hoog vaardig,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17.302969410191</c:v>
                </c:pt>
                <c:pt idx="1">
                  <c:v>26.995591297209</c:v>
                </c:pt>
              </c:numCache>
            </c:numRef>
          </c:yVal>
        </c:ser>
        <c:ser>
          <c:idx val="18"/>
          <c:order val="18"/>
          <c:tx>
            <c:v>Landelijk aandeel hoog vaardig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Data'!$AK$2:$AK$9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Data'!$AL$2:$AL$9</c:f>
              <c:numCache>
                <c:formatCode>0</c:formatCode>
                <c:ptCount val="8"/>
                <c:pt idx="0">
                  <c:v>8.801884577806</c:v>
                </c:pt>
                <c:pt idx="1">
                  <c:v>9.1239669524545</c:v>
                </c:pt>
                <c:pt idx="2">
                  <c:v>9.8085489171373</c:v>
                </c:pt>
                <c:pt idx="3">
                  <c:v>9.7508881787773</c:v>
                </c:pt>
                <c:pt idx="4">
                  <c:v>10.870099445749</c:v>
                </c:pt>
                <c:pt idx="5">
                  <c:v>9.0821181392031</c:v>
                </c:pt>
                <c:pt idx="6">
                  <c:v>6.9524377472538</c:v>
                </c:pt>
                <c:pt idx="7">
                  <c:v>4.1528672958986</c:v>
                </c:pt>
              </c:numCache>
            </c:numRef>
          </c:yVal>
        </c:ser>
        <c:ser>
          <c:idx val="19"/>
          <c:order val="19"/>
          <c:tx>
            <c:v>95%-interval Landelijk aandeel hoog vaardig, 2003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7.4520741292455</c:v>
                </c:pt>
                <c:pt idx="1">
                  <c:v>10.151695026366</c:v>
                </c:pt>
              </c:numCache>
            </c:numRef>
          </c:yVal>
        </c:ser>
        <c:ser>
          <c:idx val="20"/>
          <c:order val="20"/>
          <c:tx>
            <c:v>95%-interval Landelijk aandeel hoog vaardig, 2006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7.8803741941611</c:v>
                </c:pt>
                <c:pt idx="1">
                  <c:v>10.367559710748</c:v>
                </c:pt>
              </c:numCache>
            </c:numRef>
          </c:yVal>
        </c:ser>
        <c:ser>
          <c:idx val="21"/>
          <c:order val="21"/>
          <c:tx>
            <c:v>95%-interval Landelijk aandeel hoog vaardig, 2009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7.7013410455271</c:v>
                </c:pt>
                <c:pt idx="1">
                  <c:v>11.915756788748</c:v>
                </c:pt>
              </c:numCache>
            </c:numRef>
          </c:yVal>
        </c:ser>
        <c:ser>
          <c:idx val="22"/>
          <c:order val="22"/>
          <c:tx>
            <c:v>95%-interval Landelijk aandeel hoog vaardig, 2012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8.1503600332698</c:v>
                </c:pt>
                <c:pt idx="1">
                  <c:v>11.351416324285</c:v>
                </c:pt>
              </c:numCache>
            </c:numRef>
          </c:yVal>
        </c:ser>
        <c:ser>
          <c:idx val="23"/>
          <c:order val="23"/>
          <c:tx>
            <c:v>95%-interval Landelijk aandeel hoog vaardig,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9.6334389020305</c:v>
                </c:pt>
                <c:pt idx="1">
                  <c:v>12.106759989467</c:v>
                </c:pt>
              </c:numCache>
            </c:numRef>
          </c:yVal>
        </c:ser>
        <c:ser>
          <c:idx val="24"/>
          <c:order val="24"/>
          <c:tx>
            <c:v>95%-interval Landelijk aandeel hoog vaardig, 2018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Data'!$AW$2:$AW$3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Data'!$AX$2:$AX$3</c:f>
              <c:numCache>
                <c:formatCode>0</c:formatCode>
                <c:ptCount val="2"/>
                <c:pt idx="0">
                  <c:v>7.8838217289594</c:v>
                </c:pt>
                <c:pt idx="1">
                  <c:v>10.280414549447</c:v>
                </c:pt>
              </c:numCache>
            </c:numRef>
          </c:yVal>
        </c:ser>
        <c:ser>
          <c:idx val="25"/>
          <c:order val="25"/>
          <c:tx>
            <c:v>95%-interval Landelijk aandeel hoog vaardig, 2022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Data'!$AY$2:$AY$3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5.8769853035454</c:v>
                </c:pt>
                <c:pt idx="1">
                  <c:v>8.0278901909621</c:v>
                </c:pt>
              </c:numCache>
            </c:numRef>
          </c:yVal>
        </c:ser>
        <c:ser>
          <c:idx val="26"/>
          <c:order val="26"/>
          <c:tx>
            <c:v>95%-interval Landelijk aandeel hoog vaardig, 2025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Data'!$BA$2:$BA$3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3.458599026443</c:v>
                </c:pt>
                <c:pt idx="1">
                  <c:v>4.8471355653542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Zelf onder hoge drempel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Data'!$B$2:$B$9</c:f>
              <c:numCache>
                <c:formatCode>0</c:formatCode>
                <c:ptCount val="8"/>
                <c:pt idx="0">
                  <c:v>13.850616599334</c:v>
                </c:pt>
                <c:pt idx="1">
                  <c:v>10.942994559229</c:v>
                </c:pt>
                <c:pt idx="2">
                  <c:v>11.035694795265</c:v>
                </c:pt>
                <c:pt idx="3">
                  <c:v>11.255337121719</c:v>
                </c:pt>
                <c:pt idx="4">
                  <c:v>10.399223874212</c:v>
                </c:pt>
                <c:pt idx="5">
                  <c:v>11.709192568924</c:v>
                </c:pt>
                <c:pt idx="6">
                  <c:v>10.696386254185</c:v>
                </c:pt>
                <c:pt idx="7">
                  <c:v>8.9091231956109</c:v>
                </c:pt>
              </c:numCache>
            </c:numRef>
          </c:yVal>
        </c:ser>
        <c:ser>
          <c:idx val="1"/>
          <c:order val="1"/>
          <c:tx>
            <c:v>95%-interval Zelf onder hoge drempel,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7.9623699832236</c:v>
                </c:pt>
                <c:pt idx="1">
                  <c:v>9.8558764079981</c:v>
                </c:pt>
              </c:numCache>
            </c:numRef>
          </c:yVal>
        </c:ser>
        <c:ser>
          <c:idx val="2"/>
          <c:order val="2"/>
          <c:tx>
            <c:v>95%-interval Zelf onder hoge drempel, 2003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12.241170741041</c:v>
                </c:pt>
                <c:pt idx="1">
                  <c:v>15.460062457626</c:v>
                </c:pt>
              </c:numCache>
            </c:numRef>
          </c:yVal>
        </c:ser>
        <c:ser>
          <c:idx val="3"/>
          <c:order val="3"/>
          <c:tx>
            <c:v>95%-interval Zelf onder hoge drempel,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9.8442939691267</c:v>
                </c:pt>
                <c:pt idx="1">
                  <c:v>12.041695149331</c:v>
                </c:pt>
              </c:numCache>
            </c:numRef>
          </c:yVal>
        </c:ser>
        <c:ser>
          <c:idx val="4"/>
          <c:order val="4"/>
          <c:tx>
            <c:v>95%-interval Zelf onder hoge drempel,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9.0763966774401</c:v>
                </c:pt>
                <c:pt idx="1">
                  <c:v>12.994992913091</c:v>
                </c:pt>
              </c:numCache>
            </c:numRef>
          </c:yVal>
        </c:ser>
        <c:ser>
          <c:idx val="5"/>
          <c:order val="5"/>
          <c:tx>
            <c:v>95%-interval Zelf onder hoge drempel,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9.6337907322134</c:v>
                </c:pt>
                <c:pt idx="1">
                  <c:v>12.876883511225</c:v>
                </c:pt>
              </c:numCache>
            </c:numRef>
          </c:yVal>
        </c:ser>
        <c:ser>
          <c:idx val="6"/>
          <c:order val="6"/>
          <c:tx>
            <c:v>95%-interval Zelf onder hoge drempel,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9.4050537002839</c:v>
                </c:pt>
                <c:pt idx="1">
                  <c:v>11.39339404814</c:v>
                </c:pt>
              </c:numCache>
            </c:numRef>
          </c:yVal>
        </c:ser>
        <c:ser>
          <c:idx val="7"/>
          <c:order val="7"/>
          <c:tx>
            <c:v>95%-interval Zelf onder hoge drempel,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10.479508813963</c:v>
                </c:pt>
                <c:pt idx="1">
                  <c:v>12.938876323885</c:v>
                </c:pt>
              </c:numCache>
            </c:numRef>
          </c:yVal>
        </c:ser>
        <c:ser>
          <c:idx val="8"/>
          <c:order val="8"/>
          <c:tx>
            <c:v>95%-interval Zelf onder hoge drempel,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9.5803672413753</c:v>
                </c:pt>
                <c:pt idx="1">
                  <c:v>11.812405266996</c:v>
                </c:pt>
              </c:numCache>
            </c:numRef>
          </c:yVal>
        </c:ser>
        <c:ser>
          <c:idx val="9"/>
          <c:order val="9"/>
          <c:tx>
            <c:v>Zelf hoog vaardig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Data'!$S$2:$S$9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Data'!$T$2:$T$9</c:f>
              <c:numCache>
                <c:formatCode>0</c:formatCode>
                <c:ptCount val="8"/>
                <c:pt idx="0">
                  <c:v>59.936651171599</c:v>
                </c:pt>
                <c:pt idx="1">
                  <c:v>59.649048949114</c:v>
                </c:pt>
                <c:pt idx="2">
                  <c:v>55.666698122483</c:v>
                </c:pt>
                <c:pt idx="3">
                  <c:v>53.237047180557</c:v>
                </c:pt>
                <c:pt idx="4">
                  <c:v>43.912474578831</c:v>
                </c:pt>
                <c:pt idx="5">
                  <c:v>48.375271908688</c:v>
                </c:pt>
                <c:pt idx="6">
                  <c:v>41.778516645806</c:v>
                </c:pt>
                <c:pt idx="7">
                  <c:v>39.666233492104</c:v>
                </c:pt>
              </c:numCache>
            </c:numRef>
          </c:yVal>
        </c:ser>
        <c:ser>
          <c:idx val="10"/>
          <c:order val="10"/>
          <c:tx>
            <c:v>95%-interval Zelf hoog vaardig,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35.14585269521</c:v>
                </c:pt>
                <c:pt idx="1">
                  <c:v>44.186614288999</c:v>
                </c:pt>
              </c:numCache>
            </c:numRef>
          </c:yVal>
        </c:ser>
        <c:ser>
          <c:idx val="11"/>
          <c:order val="11"/>
          <c:tx>
            <c:v>95%-interval Zelf hoog vaardig,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55.123500494388</c:v>
                </c:pt>
                <c:pt idx="1">
                  <c:v>64.74980184881</c:v>
                </c:pt>
              </c:numCache>
            </c:numRef>
          </c:yVal>
        </c:ser>
        <c:ser>
          <c:idx val="12"/>
          <c:order val="12"/>
          <c:tx>
            <c:v>95%-interval Zelf hoog vaardig,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55.413364400556</c:v>
                </c:pt>
                <c:pt idx="1">
                  <c:v>63.884733497671</c:v>
                </c:pt>
              </c:numCache>
            </c:numRef>
          </c:yVal>
        </c:ser>
        <c:ser>
          <c:idx val="13"/>
          <c:order val="13"/>
          <c:tx>
            <c:v>95%-interval Zelf hoog vaardig,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50.743820551894</c:v>
                </c:pt>
                <c:pt idx="1">
                  <c:v>60.589575693073</c:v>
                </c:pt>
              </c:numCache>
            </c:numRef>
          </c:yVal>
        </c:ser>
        <c:ser>
          <c:idx val="14"/>
          <c:order val="14"/>
          <c:tx>
            <c:v>95%-interval Zelf hoog vaardig,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47.576292343253</c:v>
                </c:pt>
                <c:pt idx="1">
                  <c:v>58.897802017861</c:v>
                </c:pt>
              </c:numCache>
            </c:numRef>
          </c:yVal>
        </c:ser>
        <c:ser>
          <c:idx val="15"/>
          <c:order val="15"/>
          <c:tx>
            <c:v>95%-interval Zelf hoog vaardig,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39.68900096598</c:v>
                </c:pt>
                <c:pt idx="1">
                  <c:v>48.135948191683</c:v>
                </c:pt>
              </c:numCache>
            </c:numRef>
          </c:yVal>
        </c:ser>
        <c:ser>
          <c:idx val="16"/>
          <c:order val="16"/>
          <c:tx>
            <c:v>95%-interval Zelf hoog vaardig,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Data'!$AG$2:$AG$3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Data'!$AH$2:$AH$3</c:f>
              <c:numCache>
                <c:formatCode>0</c:formatCode>
                <c:ptCount val="2"/>
                <c:pt idx="0">
                  <c:v>42.876582314457</c:v>
                </c:pt>
                <c:pt idx="1">
                  <c:v>53.873961502919</c:v>
                </c:pt>
              </c:numCache>
            </c:numRef>
          </c:yVal>
        </c:ser>
        <c:ser>
          <c:idx val="17"/>
          <c:order val="17"/>
          <c:tx>
            <c:v>95%-interval Zelf hoog vaardig,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37.745936204198</c:v>
                </c:pt>
                <c:pt idx="1">
                  <c:v>45.811097087415</c:v>
                </c:pt>
              </c:numCache>
            </c:numRef>
          </c:yVal>
        </c:ser>
        <c:ser>
          <c:idx val="18"/>
          <c:order val="18"/>
          <c:tx>
            <c:v>Landelijk aandeel hoog vaardig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Data'!$AK$2:$AK$9</c:f>
              <c:numCache>
                <c:formatCode>General</c:formatCode>
                <c:ptCount val="8"/>
                <c:pt idx="0">
                  <c:v>2003</c:v>
                </c:pt>
                <c:pt idx="1">
                  <c:v>2006</c:v>
                </c:pt>
                <c:pt idx="2">
                  <c:v>2009</c:v>
                </c:pt>
                <c:pt idx="3">
                  <c:v>2012</c:v>
                </c:pt>
                <c:pt idx="4">
                  <c:v>2015</c:v>
                </c:pt>
                <c:pt idx="5">
                  <c:v>2018</c:v>
                </c:pt>
                <c:pt idx="6">
                  <c:v>2022</c:v>
                </c:pt>
                <c:pt idx="7">
                  <c:v>2025</c:v>
                </c:pt>
              </c:numCache>
            </c:numRef>
          </c:xVal>
          <c:yVal>
            <c:numRef>
              <c:f>'Chart Data'!$AL$2:$AL$9</c:f>
              <c:numCache>
                <c:formatCode>0</c:formatCode>
                <c:ptCount val="8"/>
                <c:pt idx="0">
                  <c:v>25.502659301506</c:v>
                </c:pt>
                <c:pt idx="1">
                  <c:v>21.141286245427</c:v>
                </c:pt>
                <c:pt idx="2">
                  <c:v>19.85509595112</c:v>
                </c:pt>
                <c:pt idx="3">
                  <c:v>19.250787755675</c:v>
                </c:pt>
                <c:pt idx="4">
                  <c:v>15.536496877839</c:v>
                </c:pt>
                <c:pt idx="5">
                  <c:v>18.420595642385</c:v>
                </c:pt>
                <c:pt idx="6">
                  <c:v>15.389145950723</c:v>
                </c:pt>
                <c:pt idx="7">
                  <c:v>12.845215953418</c:v>
                </c:pt>
              </c:numCache>
            </c:numRef>
          </c:yVal>
        </c:ser>
        <c:ser>
          <c:idx val="19"/>
          <c:order val="19"/>
          <c:tx>
            <c:v>95%-interval Landelijk aandeel hoog vaardig, 2003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22.895072212811</c:v>
                </c:pt>
                <c:pt idx="1">
                  <c:v>28.1102463902</c:v>
                </c:pt>
              </c:numCache>
            </c:numRef>
          </c:yVal>
        </c:ser>
        <c:ser>
          <c:idx val="20"/>
          <c:order val="20"/>
          <c:tx>
            <c:v>95%-interval Landelijk aandeel hoog vaardig, 2006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19.061903877993</c:v>
                </c:pt>
                <c:pt idx="1">
                  <c:v>23.220668612861</c:v>
                </c:pt>
              </c:numCache>
            </c:numRef>
          </c:yVal>
        </c:ser>
        <c:ser>
          <c:idx val="21"/>
          <c:order val="21"/>
          <c:tx>
            <c:v>95%-interval Landelijk aandeel hoog vaardig, 2009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16.882398304421</c:v>
                </c:pt>
                <c:pt idx="1">
                  <c:v>22.827793597818</c:v>
                </c:pt>
              </c:numCache>
            </c:numRef>
          </c:yVal>
        </c:ser>
        <c:ser>
          <c:idx val="22"/>
          <c:order val="22"/>
          <c:tx>
            <c:v>95%-interval Landelijk aandeel hoog vaardig, 2012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16.887052094919</c:v>
                </c:pt>
                <c:pt idx="1">
                  <c:v>21.614523416432</c:v>
                </c:pt>
              </c:numCache>
            </c:numRef>
          </c:yVal>
        </c:ser>
        <c:ser>
          <c:idx val="23"/>
          <c:order val="23"/>
          <c:tx>
            <c:v>95%-interval Landelijk aandeel hoog vaardig,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14.001318105964</c:v>
                </c:pt>
                <c:pt idx="1">
                  <c:v>17.071675649714</c:v>
                </c:pt>
              </c:numCache>
            </c:numRef>
          </c:yVal>
        </c:ser>
        <c:ser>
          <c:idx val="24"/>
          <c:order val="24"/>
          <c:tx>
            <c:v>95%-interval Landelijk aandeel hoog vaardig, 2018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Data'!$AW$2:$AW$3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Data'!$AX$2:$AX$3</c:f>
              <c:numCache>
                <c:formatCode>0</c:formatCode>
                <c:ptCount val="2"/>
                <c:pt idx="0">
                  <c:v>16.528946535865</c:v>
                </c:pt>
                <c:pt idx="1">
                  <c:v>20.312244748904</c:v>
                </c:pt>
              </c:numCache>
            </c:numRef>
          </c:yVal>
        </c:ser>
        <c:ser>
          <c:idx val="25"/>
          <c:order val="25"/>
          <c:tx>
            <c:v>95%-interval Landelijk aandeel hoog vaardig, 2022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Data'!$AY$2:$AY$3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13.791220681584</c:v>
                </c:pt>
                <c:pt idx="1">
                  <c:v>16.987071219862</c:v>
                </c:pt>
              </c:numCache>
            </c:numRef>
          </c:yVal>
        </c:ser>
        <c:ser>
          <c:idx val="26"/>
          <c:order val="26"/>
          <c:tx>
            <c:v>95%-interval Landelijk aandeel hoog vaardig, 2025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Data'!$BA$2:$BA$3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11.466582209355</c:v>
                </c:pt>
                <c:pt idx="1">
                  <c:v>14.223849697481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Zelf onder hoge drempel</c:v>
          </c:tx>
          <c:spPr>
            <a:ln xmlns:a="http://schemas.openxmlformats.org/drawingml/2006/main" w="19050">
              <a:solidFill>
                <a:srgbClr val="315D8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15D8A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9.0808861490206</c:v>
                </c:pt>
                <c:pt idx="1">
                  <c:v>8.0777551916127</c:v>
                </c:pt>
                <c:pt idx="2">
                  <c:v>8.5150522081586</c:v>
                </c:pt>
                <c:pt idx="3">
                  <c:v>8.1052752185535</c:v>
                </c:pt>
                <c:pt idx="4">
                  <c:v>8.0560375417073</c:v>
                </c:pt>
                <c:pt idx="5">
                  <c:v>8.1516265969155</c:v>
                </c:pt>
                <c:pt idx="6">
                  <c:v>6.6153674343302</c:v>
                </c:pt>
              </c:numCache>
            </c:numRef>
          </c:yVal>
        </c:ser>
        <c:ser>
          <c:idx val="1"/>
          <c:order val="1"/>
          <c:tx>
            <c:v>95%-interval Zelf onder hoge drempel, 2025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5.8196520377577</c:v>
                </c:pt>
                <c:pt idx="1">
                  <c:v>7.4110828309028</c:v>
                </c:pt>
              </c:numCache>
            </c:numRef>
          </c:yVal>
        </c:ser>
        <c:ser>
          <c:idx val="2"/>
          <c:order val="2"/>
          <c:tx>
            <c:v>95%-interval Zelf onder hoge drempel, 2006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7.9201327887714</c:v>
                </c:pt>
                <c:pt idx="1">
                  <c:v>10.24163950927</c:v>
                </c:pt>
              </c:numCache>
            </c:numRef>
          </c:yVal>
        </c:ser>
        <c:ser>
          <c:idx val="3"/>
          <c:order val="3"/>
          <c:tx>
            <c:v>95%-interval Zelf onder hoge drempel, 2009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6.5401497391623</c:v>
                </c:pt>
                <c:pt idx="1">
                  <c:v>9.6153606440632</c:v>
                </c:pt>
              </c:numCache>
            </c:numRef>
          </c:yVal>
        </c:ser>
        <c:ser>
          <c:idx val="4"/>
          <c:order val="4"/>
          <c:tx>
            <c:v>95%-interval Zelf onder hoge drempel, 2012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7.0965414966172</c:v>
                </c:pt>
                <c:pt idx="1">
                  <c:v>9.9335629197</c:v>
                </c:pt>
              </c:numCache>
            </c:numRef>
          </c:yVal>
        </c:ser>
        <c:ser>
          <c:idx val="5"/>
          <c:order val="5"/>
          <c:tx>
            <c:v>95%-interval Zelf onder hoge drempel, 2015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7.3352561724667</c:v>
                </c:pt>
                <c:pt idx="1">
                  <c:v>8.8752942646403</c:v>
                </c:pt>
              </c:numCache>
            </c:numRef>
          </c:yVal>
        </c:ser>
        <c:ser>
          <c:idx val="6"/>
          <c:order val="6"/>
          <c:tx>
            <c:v>95%-interval Zelf onder hoge drempel, 2018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7.062331434599</c:v>
                </c:pt>
                <c:pt idx="1">
                  <c:v>9.0497436488156</c:v>
                </c:pt>
              </c:numCache>
            </c:numRef>
          </c:yVal>
        </c:ser>
        <c:ser>
          <c:idx val="7"/>
          <c:order val="7"/>
          <c:tx>
            <c:v>95%-interval Zelf onder hoge drempel, 2022</c:v>
          </c:tx>
          <c:spPr>
            <a:ln xmlns:a="http://schemas.openxmlformats.org/drawingml/2006/main" w="7620">
              <a:solidFill>
                <a:srgbClr val="315D8A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7.0787410695358</c:v>
                </c:pt>
                <c:pt idx="1">
                  <c:v>9.2245121242952</c:v>
                </c:pt>
              </c:numCache>
            </c:numRef>
          </c:yVal>
        </c:ser>
        <c:ser>
          <c:idx val="8"/>
          <c:order val="8"/>
          <c:tx>
            <c:v>Zelf hoog vaardig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Data'!$Q$2:$Q$8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Data'!$R$2:$R$8</c:f>
              <c:numCache>
                <c:formatCode>0</c:formatCode>
                <c:ptCount val="7"/>
                <c:pt idx="0">
                  <c:v>40.749916659376</c:v>
                </c:pt>
                <c:pt idx="1">
                  <c:v>44.90872586336</c:v>
                </c:pt>
                <c:pt idx="2">
                  <c:v>36.911421299097</c:v>
                </c:pt>
                <c:pt idx="3">
                  <c:v>35.564551628743</c:v>
                </c:pt>
                <c:pt idx="4">
                  <c:v>32.560093892419</c:v>
                </c:pt>
                <c:pt idx="5">
                  <c:v>31.343948334363</c:v>
                </c:pt>
                <c:pt idx="6">
                  <c:v>30.40282445157</c:v>
                </c:pt>
              </c:numCache>
            </c:numRef>
          </c:yVal>
        </c:ser>
        <c:ser>
          <c:idx val="9"/>
          <c:order val="9"/>
          <c:tx>
            <c:v>95%-interval Zelf hoog vaardig,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25.937170003007</c:v>
                </c:pt>
                <c:pt idx="1">
                  <c:v>34.868478900133</c:v>
                </c:pt>
              </c:numCache>
            </c:numRef>
          </c:yVal>
        </c:ser>
        <c:ser>
          <c:idx val="10"/>
          <c:order val="10"/>
          <c:tx>
            <c:v>95%-interval Zelf hoog vaardig,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36.098225807213</c:v>
                </c:pt>
                <c:pt idx="1">
                  <c:v>45.401607511538</c:v>
                </c:pt>
              </c:numCache>
            </c:numRef>
          </c:yVal>
        </c:ser>
        <c:ser>
          <c:idx val="11"/>
          <c:order val="11"/>
          <c:tx>
            <c:v>95%-interval Zelf hoog vaardig, 2009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38.728351155637</c:v>
                </c:pt>
                <c:pt idx="1">
                  <c:v>51.089100571084</c:v>
                </c:pt>
              </c:numCache>
            </c:numRef>
          </c:yVal>
        </c:ser>
        <c:ser>
          <c:idx val="12"/>
          <c:order val="12"/>
          <c:tx>
            <c:v>95%-interval Zelf hoog vaardig, 2012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30.941171864244</c:v>
                </c:pt>
                <c:pt idx="1">
                  <c:v>42.88167073395</c:v>
                </c:pt>
              </c:numCache>
            </c:numRef>
          </c:yVal>
        </c:ser>
        <c:ser>
          <c:idx val="13"/>
          <c:order val="13"/>
          <c:tx>
            <c:v>95%-interval Zelf hoog vaardig,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30.995743212245</c:v>
                </c:pt>
                <c:pt idx="1">
                  <c:v>40.133360045241</c:v>
                </c:pt>
              </c:numCache>
            </c:numRef>
          </c:yVal>
        </c:ser>
        <c:ser>
          <c:idx val="14"/>
          <c:order val="14"/>
          <c:tx>
            <c:v>95%-interval Zelf hoog vaardig,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Data'!$AC$2:$AC$3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Data'!$AD$2:$AD$3</c:f>
              <c:numCache>
                <c:formatCode>0</c:formatCode>
                <c:ptCount val="2"/>
                <c:pt idx="0">
                  <c:v>27.545657651925</c:v>
                </c:pt>
                <c:pt idx="1">
                  <c:v>37.574530132913</c:v>
                </c:pt>
              </c:numCache>
            </c:numRef>
          </c:yVal>
        </c:ser>
        <c:ser>
          <c:idx val="15"/>
          <c:order val="15"/>
          <c:tx>
            <c:v>95%-interval Zelf hoog vaardig,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Data'!$AE$2:$AE$3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Data'!$AF$2:$AF$3</c:f>
              <c:numCache>
                <c:formatCode>0</c:formatCode>
                <c:ptCount val="2"/>
                <c:pt idx="0">
                  <c:v>27.143733543387</c:v>
                </c:pt>
                <c:pt idx="1">
                  <c:v>35.544163125339</c:v>
                </c:pt>
              </c:numCache>
            </c:numRef>
          </c:yVal>
        </c:ser>
        <c:ser>
          <c:idx val="16"/>
          <c:order val="16"/>
          <c:tx>
            <c:v>Landelijk aandeel hoog vaardig</c:v>
          </c:tx>
          <c:spPr>
            <a:ln xmlns:a="http://schemas.openxmlformats.org/drawingml/2006/main" w="19050">
              <a:solidFill>
                <a:srgbClr val="8B9298"/>
              </a:solidFill>
              <a:prstDash val="dash"/>
            </a:ln>
          </c:spPr>
          <c:marker>
            <c:symbol val="circle"/>
            <c:size val="5"/>
            <c:spPr>
              <a:solidFill xmlns:a="http://schemas.openxmlformats.org/drawingml/2006/main">
                <a:srgbClr val="8B9298"/>
              </a:solidFill>
            </c:spPr>
          </c:marker>
          <c:xVal>
            <c:numRef>
              <c:f>'Chart Data'!$AG$2:$AG$8</c:f>
              <c:numCache>
                <c:formatCode>General</c:formatCode>
                <c:ptCount val="7"/>
                <c:pt idx="0">
                  <c:v>2006</c:v>
                </c:pt>
                <c:pt idx="1">
                  <c:v>2009</c:v>
                </c:pt>
                <c:pt idx="2">
                  <c:v>2012</c:v>
                </c:pt>
                <c:pt idx="3">
                  <c:v>2015</c:v>
                </c:pt>
                <c:pt idx="4">
                  <c:v>2018</c:v>
                </c:pt>
                <c:pt idx="5">
                  <c:v>2022</c:v>
                </c:pt>
                <c:pt idx="6">
                  <c:v>2025</c:v>
                </c:pt>
              </c:numCache>
            </c:numRef>
          </c:xVal>
          <c:yVal>
            <c:numRef>
              <c:f>'Chart Data'!$AH$2:$AH$8</c:f>
              <c:numCache>
                <c:formatCode>0</c:formatCode>
                <c:ptCount val="7"/>
                <c:pt idx="0">
                  <c:v>13.1351073098</c:v>
                </c:pt>
                <c:pt idx="1">
                  <c:v>12.739044041425</c:v>
                </c:pt>
                <c:pt idx="2">
                  <c:v>11.805395989061</c:v>
                </c:pt>
                <c:pt idx="3">
                  <c:v>11.10058561492</c:v>
                </c:pt>
                <c:pt idx="4">
                  <c:v>10.609955108646</c:v>
                </c:pt>
                <c:pt idx="5">
                  <c:v>10.546825070227</c:v>
                </c:pt>
                <c:pt idx="6">
                  <c:v>8.6545502585946</c:v>
                </c:pt>
              </c:numCache>
            </c:numRef>
          </c:yVal>
        </c:ser>
        <c:ser>
          <c:idx val="17"/>
          <c:order val="17"/>
          <c:tx>
            <c:v>95%-interval Landelijk aandeel hoog vaardig, 2006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Data'!$AI$2:$AI$3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Data'!$AJ$2:$AJ$3</c:f>
              <c:numCache>
                <c:formatCode>0</c:formatCode>
                <c:ptCount val="2"/>
                <c:pt idx="0">
                  <c:v>11.464322272183</c:v>
                </c:pt>
                <c:pt idx="1">
                  <c:v>14.805892347417</c:v>
                </c:pt>
              </c:numCache>
            </c:numRef>
          </c:yVal>
        </c:ser>
        <c:ser>
          <c:idx val="18"/>
          <c:order val="18"/>
          <c:tx>
            <c:v>95%-interval Landelijk aandeel hoog vaardig, 2009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Data'!$AK$2:$AK$3</c:f>
              <c:numCache>
                <c:formatCode>General</c:formatCode>
                <c:ptCount val="2"/>
                <c:pt idx="0">
                  <c:v>2009</c:v>
                </c:pt>
                <c:pt idx="1">
                  <c:v>2009</c:v>
                </c:pt>
              </c:numCache>
            </c:numRef>
          </c:xVal>
          <c:yVal>
            <c:numRef>
              <c:f>'Chart Data'!$AL$2:$AL$3</c:f>
              <c:numCache>
                <c:formatCode>0</c:formatCode>
                <c:ptCount val="2"/>
                <c:pt idx="0">
                  <c:v>10.323199744035</c:v>
                </c:pt>
                <c:pt idx="1">
                  <c:v>15.154888338816</c:v>
                </c:pt>
              </c:numCache>
            </c:numRef>
          </c:yVal>
        </c:ser>
        <c:ser>
          <c:idx val="19"/>
          <c:order val="19"/>
          <c:tx>
            <c:v>95%-interval Landelijk aandeel hoog vaardig, 2012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Data'!$AM$2:$AM$3</c:f>
              <c:numCache>
                <c:formatCode>General</c:formatCode>
                <c:ptCount val="2"/>
                <c:pt idx="0">
                  <c:v>2012</c:v>
                </c:pt>
                <c:pt idx="1">
                  <c:v>2012</c:v>
                </c:pt>
              </c:numCache>
            </c:numRef>
          </c:xVal>
          <c:yVal>
            <c:numRef>
              <c:f>'Chart Data'!$AN$2:$AN$3</c:f>
              <c:numCache>
                <c:formatCode>0</c:formatCode>
                <c:ptCount val="2"/>
                <c:pt idx="0">
                  <c:v>9.7363780184174</c:v>
                </c:pt>
                <c:pt idx="1">
                  <c:v>13.874413959704</c:v>
                </c:pt>
              </c:numCache>
            </c:numRef>
          </c:yVal>
        </c:ser>
        <c:ser>
          <c:idx val="20"/>
          <c:order val="20"/>
          <c:tx>
            <c:v>95%-interval Landelijk aandeel hoog vaardig, 2015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Data'!$AO$2:$AO$3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Data'!$AP$2:$AP$3</c:f>
              <c:numCache>
                <c:formatCode>0</c:formatCode>
                <c:ptCount val="2"/>
                <c:pt idx="0">
                  <c:v>9.9683294034534</c:v>
                </c:pt>
                <c:pt idx="1">
                  <c:v>12.232841826386</c:v>
                </c:pt>
              </c:numCache>
            </c:numRef>
          </c:yVal>
        </c:ser>
        <c:ser>
          <c:idx val="21"/>
          <c:order val="21"/>
          <c:tx>
            <c:v>95%-interval Landelijk aandeel hoog vaardig, 2018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Data'!$AQ$2:$AQ$3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Data'!$AR$2:$AR$3</c:f>
              <c:numCache>
                <c:formatCode>0</c:formatCode>
                <c:ptCount val="2"/>
                <c:pt idx="0">
                  <c:v>9.139254454973</c:v>
                </c:pt>
                <c:pt idx="1">
                  <c:v>12.080655762318</c:v>
                </c:pt>
              </c:numCache>
            </c:numRef>
          </c:yVal>
        </c:ser>
        <c:ser>
          <c:idx val="22"/>
          <c:order val="22"/>
          <c:tx>
            <c:v>95%-interval Landelijk aandeel hoog vaardig, 2022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Data'!$AS$2:$AS$3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Data'!$AT$2:$AT$3</c:f>
              <c:numCache>
                <c:formatCode>0</c:formatCode>
                <c:ptCount val="2"/>
                <c:pt idx="0">
                  <c:v>9.1336532767609</c:v>
                </c:pt>
                <c:pt idx="1">
                  <c:v>11.959996863693</c:v>
                </c:pt>
              </c:numCache>
            </c:numRef>
          </c:yVal>
        </c:ser>
        <c:ser>
          <c:idx val="23"/>
          <c:order val="23"/>
          <c:tx>
            <c:v>95%-interval Landelijk aandeel hoog vaardig, 2025</c:v>
          </c:tx>
          <c:spPr>
            <a:ln xmlns:a="http://schemas.openxmlformats.org/drawingml/2006/main" w="7620">
              <a:solidFill>
                <a:srgbClr val="8B9298"/>
              </a:solidFill>
            </a:ln>
          </c:spPr>
          <c:marker>
            <c:symbol val="none"/>
          </c:marker>
          <c:xVal>
            <c:numRef>
              <c:f>'Chart Data'!$AU$2:$AU$3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Data'!$AV$2:$AV$3</c:f>
              <c:numCache>
                <c:formatCode>0</c:formatCode>
                <c:ptCount val="2"/>
                <c:pt idx="0">
                  <c:v>7.5307256419884</c:v>
                </c:pt>
                <c:pt idx="1">
                  <c:v>9.7783748752007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5"/>
          <c:min val="2005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5.3672692767505</c:v>
                </c:pt>
                <c:pt idx="1">
                  <c:v>2.0564895079443</c:v>
                </c:pt>
                <c:pt idx="2">
                  <c:v>2.516771285719</c:v>
                </c:pt>
                <c:pt idx="3">
                  <c:v>2.7920101751728</c:v>
                </c:pt>
                <c:pt idx="4">
                  <c:v>2.7446597575768</c:v>
                </c:pt>
              </c:numCache>
            </c:numRef>
          </c:yVal>
        </c:ser>
        <c:ser>
          <c:idx val="1"/>
          <c:order val="1"/>
          <c:tx>
            <c:v>95%-interval Onderste kwart SES, 2001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3.3631060011082</c:v>
                </c:pt>
                <c:pt idx="1">
                  <c:v>7.3714325523927</c:v>
                </c:pt>
              </c:numCache>
            </c:numRef>
          </c:yVal>
        </c:ser>
        <c:ser>
          <c:idx val="2"/>
          <c:order val="2"/>
          <c:tx>
            <c:v>95%-interval Onderste kwart SES, 2006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0.88184764601395</c:v>
                </c:pt>
                <c:pt idx="1">
                  <c:v>3.2311313698747</c:v>
                </c:pt>
              </c:numCache>
            </c:numRef>
          </c:yVal>
        </c:ser>
        <c:ser>
          <c:idx val="3"/>
          <c:order val="3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1.5257050364893</c:v>
                </c:pt>
                <c:pt idx="1">
                  <c:v>3.5078375349486</c:v>
                </c:pt>
              </c:numCache>
            </c:numRef>
          </c:yVal>
        </c:ser>
        <c:ser>
          <c:idx val="4"/>
          <c:order val="4"/>
          <c:tx>
            <c:v>95%-interval Onderste kwart SES, 2016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1.3402611503429</c:v>
                </c:pt>
                <c:pt idx="1">
                  <c:v>4.2437592000026</c:v>
                </c:pt>
              </c:numCache>
            </c:numRef>
          </c:yVal>
        </c:ser>
        <c:ser>
          <c:idx val="5"/>
          <c:order val="5"/>
          <c:tx>
            <c:v>95%-interval Onderste kwart SES, 2021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1.2771236532252</c:v>
                </c:pt>
                <c:pt idx="1">
                  <c:v>4.2121958619284</c:v>
                </c:pt>
              </c:numCache>
            </c:numRef>
          </c:yVal>
        </c:ser>
        <c:ser>
          <c:idx val="6"/>
          <c:order val="6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2001</c:v>
                </c:pt>
                <c:pt idx="1">
                  <c:v>2006</c:v>
                </c:pt>
                <c:pt idx="2">
                  <c:v>2011</c:v>
                </c:pt>
                <c:pt idx="3">
                  <c:v>2016</c:v>
                </c:pt>
                <c:pt idx="4">
                  <c:v>2021</c:v>
                </c:pt>
              </c:numCache>
            </c:numRef>
          </c:xVal>
          <c:yVal>
            <c:numRef>
              <c:f>'Chart Data'!$N$2:$N$6</c:f>
              <c:numCache>
                <c:formatCode>0</c:formatCode>
                <c:ptCount val="5"/>
                <c:pt idx="0">
                  <c:v>15.185732184046</c:v>
                </c:pt>
                <c:pt idx="1">
                  <c:v>12.304831461454</c:v>
                </c:pt>
                <c:pt idx="2">
                  <c:v>11.558226497977</c:v>
                </c:pt>
                <c:pt idx="3">
                  <c:v>15.011668377212</c:v>
                </c:pt>
                <c:pt idx="4">
                  <c:v>11.071815367865</c:v>
                </c:pt>
              </c:numCache>
            </c:numRef>
          </c:yVal>
        </c:ser>
        <c:ser>
          <c:idx val="7"/>
          <c:order val="7"/>
          <c:tx>
            <c:v>95%-interval Bovenste kwart SES, 2001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2001</c:v>
                </c:pt>
                <c:pt idx="1">
                  <c:v>2001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11.976148778567</c:v>
                </c:pt>
                <c:pt idx="1">
                  <c:v>18.395315589526</c:v>
                </c:pt>
              </c:numCache>
            </c:numRef>
          </c:yVal>
        </c:ser>
        <c:ser>
          <c:idx val="8"/>
          <c:order val="8"/>
          <c:tx>
            <c:v>95%-interval Bovenste kwart SES, 2006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2006</c:v>
                </c:pt>
                <c:pt idx="1">
                  <c:v>2006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9.8252605229587</c:v>
                </c:pt>
                <c:pt idx="1">
                  <c:v>14.78440239995</c:v>
                </c:pt>
              </c:numCache>
            </c:numRef>
          </c:yVal>
        </c:ser>
        <c:ser>
          <c:idx val="9"/>
          <c:order val="9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8.6960127851951</c:v>
                </c:pt>
                <c:pt idx="1">
                  <c:v>14.420440210759</c:v>
                </c:pt>
              </c:numCache>
            </c:numRef>
          </c:yVal>
        </c:ser>
        <c:ser>
          <c:idx val="10"/>
          <c:order val="10"/>
          <c:tx>
            <c:v>95%-interval Bovenste kwart SES, 2016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2016</c:v>
                </c:pt>
                <c:pt idx="1">
                  <c:v>2016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12.020797435493</c:v>
                </c:pt>
                <c:pt idx="1">
                  <c:v>18.002539318931</c:v>
                </c:pt>
              </c:numCache>
            </c:numRef>
          </c:yVal>
        </c:ser>
        <c:ser>
          <c:idx val="11"/>
          <c:order val="11"/>
          <c:tx>
            <c:v>95%-interval Bovenste kwart SES, 2021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2021</c:v>
                </c:pt>
                <c:pt idx="1">
                  <c:v>2021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7.7989959533127</c:v>
                </c:pt>
                <c:pt idx="1">
                  <c:v>14.344634782416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1.35"/>
          <c:min val="2000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2.3378639200903</c:v>
                </c:pt>
                <c:pt idx="1">
                  <c:v>2.4594853466779</c:v>
                </c:pt>
                <c:pt idx="2">
                  <c:v>1.0813765308918</c:v>
                </c:pt>
                <c:pt idx="3">
                  <c:v>1.4119830592332</c:v>
                </c:pt>
                <c:pt idx="4">
                  <c:v>3.1054903321263</c:v>
                </c:pt>
                <c:pt idx="5">
                  <c:v>3.2200309334347</c:v>
                </c:pt>
              </c:numCache>
            </c:numRef>
          </c:yVal>
        </c:ser>
        <c:ser>
          <c:idx val="1"/>
          <c:order val="1"/>
          <c:tx>
            <c:v>95%-interval Onderste kwart SES, 2003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0.97598011901046</c:v>
                </c:pt>
                <c:pt idx="1">
                  <c:v>3.6997477211702</c:v>
                </c:pt>
              </c:numCache>
            </c:numRef>
          </c:yVal>
        </c:ser>
        <c:ser>
          <c:idx val="2"/>
          <c:order val="2"/>
          <c:tx>
            <c:v>95%-interval Onderste kwart SES, 2007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0.63910054638973</c:v>
                </c:pt>
                <c:pt idx="1">
                  <c:v>4.2798701469661</c:v>
                </c:pt>
              </c:numCache>
            </c:numRef>
          </c:yVal>
        </c:ser>
        <c:ser>
          <c:idx val="3"/>
          <c:order val="3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0.24309451858548</c:v>
                </c:pt>
                <c:pt idx="1">
                  <c:v>1.9196585431981</c:v>
                </c:pt>
              </c:numCache>
            </c:numRef>
          </c:yVal>
        </c:ser>
        <c:ser>
          <c:idx val="4"/>
          <c:order val="4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0.12776119674763</c:v>
                </c:pt>
                <c:pt idx="1">
                  <c:v>2.6962049217188</c:v>
                </c:pt>
              </c:numCache>
            </c:numRef>
          </c:yVal>
        </c:ser>
        <c:ser>
          <c:idx val="5"/>
          <c:order val="5"/>
          <c:tx>
            <c:v>95%-interval Onderste kwart SES, 2019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1.377960981499</c:v>
                </c:pt>
                <c:pt idx="1">
                  <c:v>4.8330196827537</c:v>
                </c:pt>
              </c:numCache>
            </c:numRef>
          </c:yVal>
        </c:ser>
        <c:ser>
          <c:idx val="6"/>
          <c:order val="6"/>
          <c:tx>
            <c:v>95%-interval Onderste kwart SES, 2023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1.8948467765424</c:v>
                </c:pt>
                <c:pt idx="1">
                  <c:v>4.5452150903269</c:v>
                </c:pt>
              </c:numCache>
            </c:numRef>
          </c:yVal>
        </c:ser>
        <c:ser>
          <c:idx val="7"/>
          <c:order val="7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9.2583028118066</c:v>
                </c:pt>
                <c:pt idx="1">
                  <c:v>10.567065514093</c:v>
                </c:pt>
                <c:pt idx="2">
                  <c:v>8.2206210918032</c:v>
                </c:pt>
                <c:pt idx="3">
                  <c:v>6.1727482976774</c:v>
                </c:pt>
                <c:pt idx="4">
                  <c:v>11.469856497149</c:v>
                </c:pt>
                <c:pt idx="5">
                  <c:v>12.822775378335</c:v>
                </c:pt>
              </c:numCache>
            </c:numRef>
          </c:yVal>
        </c:ser>
        <c:ser>
          <c:idx val="8"/>
          <c:order val="8"/>
          <c:tx>
            <c:v>95%-interval Bovenste kwart SES,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6.1784287162364</c:v>
                </c:pt>
                <c:pt idx="1">
                  <c:v>12.338176907377</c:v>
                </c:pt>
              </c:numCache>
            </c:numRef>
          </c:yVal>
        </c:ser>
        <c:ser>
          <c:idx val="9"/>
          <c:order val="9"/>
          <c:tx>
            <c:v>95%-interval Bovenste kwart SES,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7.2919527265752</c:v>
                </c:pt>
                <c:pt idx="1">
                  <c:v>13.842178301611</c:v>
                </c:pt>
              </c:numCache>
            </c:numRef>
          </c:yVal>
        </c:ser>
        <c:ser>
          <c:idx val="10"/>
          <c:order val="10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5.433274004685</c:v>
                </c:pt>
                <c:pt idx="1">
                  <c:v>11.007968178921</c:v>
                </c:pt>
              </c:numCache>
            </c:numRef>
          </c:yVal>
        </c:ser>
        <c:ser>
          <c:idx val="11"/>
          <c:order val="11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3.926343037283</c:v>
                </c:pt>
                <c:pt idx="1">
                  <c:v>8.4191535580717</c:v>
                </c:pt>
              </c:numCache>
            </c:numRef>
          </c:yVal>
        </c:ser>
        <c:ser>
          <c:idx val="12"/>
          <c:order val="12"/>
          <c:tx>
            <c:v>95%-interval Bovenste kwart SES,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7.7479260340089</c:v>
                </c:pt>
                <c:pt idx="1">
                  <c:v>15.19178696029</c:v>
                </c:pt>
              </c:numCache>
            </c:numRef>
          </c:yVal>
        </c:ser>
        <c:ser>
          <c:idx val="13"/>
          <c:order val="13"/>
          <c:tx>
            <c:v>95%-interval Bovenste kwart SES,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9.8708627897465</c:v>
                </c:pt>
                <c:pt idx="1">
                  <c:v>15.774687966924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0.95078207868718</c:v>
                </c:pt>
                <c:pt idx="1">
                  <c:v>1.0418724394401</c:v>
                </c:pt>
                <c:pt idx="2">
                  <c:v>0.51869061730629</c:v>
                </c:pt>
                <c:pt idx="3">
                  <c:v>0.73822016365721</c:v>
                </c:pt>
                <c:pt idx="4">
                  <c:v>1.1300976661936</c:v>
                </c:pt>
                <c:pt idx="5">
                  <c:v>1.567220649118</c:v>
                </c:pt>
              </c:numCache>
            </c:numRef>
          </c:yVal>
        </c:ser>
        <c:ser>
          <c:idx val="1"/>
          <c:order val="1"/>
          <c:tx>
            <c:v>95%-interval Onderste kwart SES, 2003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0.099684565898052</c:v>
                </c:pt>
                <c:pt idx="1">
                  <c:v>1.8018795914763</c:v>
                </c:pt>
              </c:numCache>
            </c:numRef>
          </c:yVal>
        </c:ser>
        <c:ser>
          <c:idx val="2"/>
          <c:order val="2"/>
          <c:tx>
            <c:v>95%-interval Onderste kwart SES, 2007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-0.26249856107539</c:v>
                </c:pt>
                <c:pt idx="1">
                  <c:v>2.3462434399556</c:v>
                </c:pt>
              </c:numCache>
            </c:numRef>
          </c:yVal>
        </c:ser>
        <c:ser>
          <c:idx val="3"/>
          <c:order val="3"/>
          <c:tx>
            <c:v>95%-interval Onderste kwart SES, 2011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-0.021671975063337</c:v>
                </c:pt>
                <c:pt idx="1">
                  <c:v>1.0590532096759</c:v>
                </c:pt>
              </c:numCache>
            </c:numRef>
          </c:yVal>
        </c:ser>
        <c:ser>
          <c:idx val="4"/>
          <c:order val="4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0.2798889365629</c:v>
                </c:pt>
                <c:pt idx="1">
                  <c:v>1.1965513907515</c:v>
                </c:pt>
              </c:numCache>
            </c:numRef>
          </c:yVal>
        </c:ser>
        <c:ser>
          <c:idx val="5"/>
          <c:order val="5"/>
          <c:tx>
            <c:v>95%-interval Onderste kwart SES, 2019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-0.13476254341359</c:v>
                </c:pt>
                <c:pt idx="1">
                  <c:v>2.3949578758007</c:v>
                </c:pt>
              </c:numCache>
            </c:numRef>
          </c:yVal>
        </c:ser>
        <c:ser>
          <c:idx val="6"/>
          <c:order val="6"/>
          <c:tx>
            <c:v>95%-interval Onderste kwart SES, 2023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0.50189720983282</c:v>
                </c:pt>
                <c:pt idx="1">
                  <c:v>2.6325440884032</c:v>
                </c:pt>
              </c:numCache>
            </c:numRef>
          </c:yVal>
        </c:ser>
        <c:ser>
          <c:idx val="7"/>
          <c:order val="7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Data'!$O$2:$O$7</c:f>
              <c:numCache>
                <c:formatCode>General</c:formatCode>
                <c:ptCount val="6"/>
                <c:pt idx="0">
                  <c:v>2003</c:v>
                </c:pt>
                <c:pt idx="1">
                  <c:v>2007</c:v>
                </c:pt>
                <c:pt idx="2">
                  <c:v>2011</c:v>
                </c:pt>
                <c:pt idx="3">
                  <c:v>2015</c:v>
                </c:pt>
                <c:pt idx="4">
                  <c:v>2019</c:v>
                </c:pt>
                <c:pt idx="5">
                  <c:v>2023</c:v>
                </c:pt>
              </c:numCache>
            </c:numRef>
          </c:xVal>
          <c:yVal>
            <c:numRef>
              <c:f>'Chart Data'!$P$2:$P$7</c:f>
              <c:numCache>
                <c:formatCode>0</c:formatCode>
                <c:ptCount val="6"/>
                <c:pt idx="0">
                  <c:v>4.9431852460784</c:v>
                </c:pt>
                <c:pt idx="1">
                  <c:v>8.4726004831045</c:v>
                </c:pt>
                <c:pt idx="2">
                  <c:v>5.4179223396704</c:v>
                </c:pt>
                <c:pt idx="3">
                  <c:v>5.0943329310188</c:v>
                </c:pt>
                <c:pt idx="4">
                  <c:v>7.5190731300822</c:v>
                </c:pt>
                <c:pt idx="5">
                  <c:v>8.3759410332014</c:v>
                </c:pt>
              </c:numCache>
            </c:numRef>
          </c:yVal>
        </c:ser>
        <c:ser>
          <c:idx val="8"/>
          <c:order val="8"/>
          <c:tx>
            <c:v>95%-interval Bovenste kwart SES, 2003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2003</c:v>
                </c:pt>
                <c:pt idx="1">
                  <c:v>2003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2.3482026391135</c:v>
                </c:pt>
                <c:pt idx="1">
                  <c:v>7.5381678530434</c:v>
                </c:pt>
              </c:numCache>
            </c:numRef>
          </c:yVal>
        </c:ser>
        <c:ser>
          <c:idx val="9"/>
          <c:order val="9"/>
          <c:tx>
            <c:v>95%-interval Bovenste kwart SES, 2007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2007</c:v>
                </c:pt>
                <c:pt idx="1">
                  <c:v>2007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5.3971656557834</c:v>
                </c:pt>
                <c:pt idx="1">
                  <c:v>11.548035310426</c:v>
                </c:pt>
              </c:numCache>
            </c:numRef>
          </c:yVal>
        </c:ser>
        <c:ser>
          <c:idx val="10"/>
          <c:order val="10"/>
          <c:tx>
            <c:v>95%-interval Bovenste kwart SES, 2011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2011</c:v>
                </c:pt>
                <c:pt idx="1">
                  <c:v>2011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3.3108762487996</c:v>
                </c:pt>
                <c:pt idx="1">
                  <c:v>7.5249684305411</c:v>
                </c:pt>
              </c:numCache>
            </c:numRef>
          </c:yVal>
        </c:ser>
        <c:ser>
          <c:idx val="11"/>
          <c:order val="11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Data'!$X$2:$X$3</c:f>
              <c:numCache>
                <c:formatCode>0</c:formatCode>
                <c:ptCount val="2"/>
                <c:pt idx="0">
                  <c:v>3.2180721806518</c:v>
                </c:pt>
                <c:pt idx="1">
                  <c:v>6.9705936813858</c:v>
                </c:pt>
              </c:numCache>
            </c:numRef>
          </c:yVal>
        </c:ser>
        <c:ser>
          <c:idx val="12"/>
          <c:order val="12"/>
          <c:tx>
            <c:v>95%-interval Bovenste kwart SES, 2019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2019</c:v>
                </c:pt>
                <c:pt idx="1">
                  <c:v>2019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3.795390263861</c:v>
                </c:pt>
                <c:pt idx="1">
                  <c:v>11.242755996303</c:v>
                </c:pt>
              </c:numCache>
            </c:numRef>
          </c:yVal>
        </c:ser>
        <c:ser>
          <c:idx val="13"/>
          <c:order val="13"/>
          <c:tx>
            <c:v>95%-interval Bovenste kwart SES, 2023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2023</c:v>
                </c:pt>
                <c:pt idx="1">
                  <c:v>2023</c:v>
                </c:pt>
              </c:numCache>
            </c:numRef>
          </c:xVal>
          <c:yVal>
            <c:numRef>
              <c:f>'Chart Data'!$AB$2:$AB$3</c:f>
              <c:numCache>
                <c:formatCode>0</c:formatCode>
                <c:ptCount val="2"/>
                <c:pt idx="0">
                  <c:v>5.3659263627367</c:v>
                </c:pt>
                <c:pt idx="1">
                  <c:v>11.385955703666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5"/>
          <c:min val="-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3.35"/>
          <c:min val="2002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4.3145706775802</c:v>
                </c:pt>
                <c:pt idx="1">
                  <c:v>3.4583076237665</c:v>
                </c:pt>
                <c:pt idx="2">
                  <c:v>2.7153555052338</c:v>
                </c:pt>
                <c:pt idx="3">
                  <c:v>1.0569867878842</c:v>
                </c:pt>
              </c:numCache>
            </c:numRef>
          </c:yVal>
        </c:ser>
        <c:ser>
          <c:idx val="1"/>
          <c:order val="1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2.8300490543221</c:v>
                </c:pt>
                <c:pt idx="1">
                  <c:v>5.7990923008383</c:v>
                </c:pt>
              </c:numCache>
            </c:numRef>
          </c:yVal>
        </c:ser>
        <c:ser>
          <c:idx val="2"/>
          <c:order val="2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2.1036276651438</c:v>
                </c:pt>
                <c:pt idx="1">
                  <c:v>4.8129875823892</c:v>
                </c:pt>
              </c:numCache>
            </c:numRef>
          </c:yVal>
        </c:ser>
        <c:ser>
          <c:idx val="3"/>
          <c:order val="3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1.241743360764</c:v>
                </c:pt>
                <c:pt idx="1">
                  <c:v>4.1889676497037</c:v>
                </c:pt>
              </c:numCache>
            </c:numRef>
          </c:yVal>
        </c:ser>
        <c:ser>
          <c:idx val="4"/>
          <c:order val="4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0.39179450165203</c:v>
                </c:pt>
                <c:pt idx="1">
                  <c:v>1.7221790741164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21.005247288628</c:v>
                </c:pt>
                <c:pt idx="1">
                  <c:v>17.714966756665</c:v>
                </c:pt>
                <c:pt idx="2">
                  <c:v>13.802550489603</c:v>
                </c:pt>
                <c:pt idx="3">
                  <c:v>9.502390589725</c:v>
                </c:pt>
              </c:numCache>
            </c:numRef>
          </c:yVal>
        </c:ser>
        <c:ser>
          <c:idx val="6"/>
          <c:order val="6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17.815075022413</c:v>
                </c:pt>
                <c:pt idx="1">
                  <c:v>24.195419554842</c:v>
                </c:pt>
              </c:numCache>
            </c:numRef>
          </c:yVal>
        </c:ser>
        <c:ser>
          <c:idx val="7"/>
          <c:order val="7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14.73790294613</c:v>
                </c:pt>
                <c:pt idx="1">
                  <c:v>20.6920305672</c:v>
                </c:pt>
              </c:numCache>
            </c:numRef>
          </c:yVal>
        </c:ser>
        <c:ser>
          <c:idx val="8"/>
          <c:order val="8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10.799320568299</c:v>
                </c:pt>
                <c:pt idx="1">
                  <c:v>16.805780410907</c:v>
                </c:pt>
              </c:numCache>
            </c:numRef>
          </c:yVal>
        </c:ser>
        <c:ser>
          <c:idx val="9"/>
          <c:order val="9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7.5238237871182</c:v>
                </c:pt>
                <c:pt idx="1">
                  <c:v>11.480957392332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8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7.383694466063</c:v>
                </c:pt>
                <c:pt idx="1">
                  <c:v>8.131016791319</c:v>
                </c:pt>
                <c:pt idx="2">
                  <c:v>6.4443005130047</c:v>
                </c:pt>
                <c:pt idx="3">
                  <c:v>3.9672118618319</c:v>
                </c:pt>
              </c:numCache>
            </c:numRef>
          </c:yVal>
        </c:ser>
        <c:ser>
          <c:idx val="1"/>
          <c:order val="1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5.2267883204165</c:v>
                </c:pt>
                <c:pt idx="1">
                  <c:v>9.5406006117095</c:v>
                </c:pt>
              </c:numCache>
            </c:numRef>
          </c:yVal>
        </c:ser>
        <c:ser>
          <c:idx val="2"/>
          <c:order val="2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5.664033450691</c:v>
                </c:pt>
                <c:pt idx="1">
                  <c:v>10.598000131947</c:v>
                </c:pt>
              </c:numCache>
            </c:numRef>
          </c:yVal>
        </c:ser>
        <c:ser>
          <c:idx val="3"/>
          <c:order val="3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4.5483804688979</c:v>
                </c:pt>
                <c:pt idx="1">
                  <c:v>8.3402205571115</c:v>
                </c:pt>
              </c:numCache>
            </c:numRef>
          </c:yVal>
        </c:ser>
        <c:ser>
          <c:idx val="4"/>
          <c:order val="4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2.4898771649427</c:v>
                </c:pt>
                <c:pt idx="1">
                  <c:v>5.444546558721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27.425858072966</c:v>
                </c:pt>
                <c:pt idx="1">
                  <c:v>32.743411042762</c:v>
                </c:pt>
                <c:pt idx="2">
                  <c:v>29.141812358474</c:v>
                </c:pt>
                <c:pt idx="3">
                  <c:v>27.205927293842</c:v>
                </c:pt>
              </c:numCache>
            </c:numRef>
          </c:yVal>
        </c:ser>
        <c:ser>
          <c:idx val="6"/>
          <c:order val="6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24.047315309438</c:v>
                </c:pt>
                <c:pt idx="1">
                  <c:v>30.804400836494</c:v>
                </c:pt>
              </c:numCache>
            </c:numRef>
          </c:yVal>
        </c:ser>
        <c:ser>
          <c:idx val="7"/>
          <c:order val="7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28.324637643699</c:v>
                </c:pt>
                <c:pt idx="1">
                  <c:v>37.162184441826</c:v>
                </c:pt>
              </c:numCache>
            </c:numRef>
          </c:yVal>
        </c:ser>
        <c:ser>
          <c:idx val="8"/>
          <c:order val="8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24.957677225421</c:v>
                </c:pt>
                <c:pt idx="1">
                  <c:v>33.325947491527</c:v>
                </c:pt>
              </c:numCache>
            </c:numRef>
          </c:yVal>
        </c:ser>
        <c:ser>
          <c:idx val="9"/>
          <c:order val="9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23.443040954687</c:v>
                </c:pt>
                <c:pt idx="1">
                  <c:v>30.968813632998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9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Onderste kwart SES</c:v>
          </c:tx>
          <c:spPr>
            <a:ln xmlns:a="http://schemas.openxmlformats.org/drawingml/2006/main" w="19050">
              <a:solidFill>
                <a:srgbClr val="9A6D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9A6D00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4.1340187131292</c:v>
                </c:pt>
                <c:pt idx="1">
                  <c:v>4.1114101857236</c:v>
                </c:pt>
                <c:pt idx="2">
                  <c:v>3.8255220887813</c:v>
                </c:pt>
                <c:pt idx="3">
                  <c:v>2.1161744050053</c:v>
                </c:pt>
              </c:numCache>
            </c:numRef>
          </c:yVal>
        </c:ser>
        <c:ser>
          <c:idx val="1"/>
          <c:order val="1"/>
          <c:tx>
            <c:v>95%-interval Onderste kwart SES, 2015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2.7298329072942</c:v>
                </c:pt>
                <c:pt idx="1">
                  <c:v>5.5382045189642</c:v>
                </c:pt>
              </c:numCache>
            </c:numRef>
          </c:yVal>
        </c:ser>
        <c:ser>
          <c:idx val="2"/>
          <c:order val="2"/>
          <c:tx>
            <c:v>95%-interval Onderste kwart SES, 2018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2.6850902760479</c:v>
                </c:pt>
                <c:pt idx="1">
                  <c:v>5.5377300953993</c:v>
                </c:pt>
              </c:numCache>
            </c:numRef>
          </c:yVal>
        </c:ser>
        <c:ser>
          <c:idx val="3"/>
          <c:order val="3"/>
          <c:tx>
            <c:v>95%-interval Onderste kwart SES, 2022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2.3731496272538</c:v>
                </c:pt>
                <c:pt idx="1">
                  <c:v>5.2778945503088</c:v>
                </c:pt>
              </c:numCache>
            </c:numRef>
          </c:yVal>
        </c:ser>
        <c:ser>
          <c:idx val="4"/>
          <c:order val="4"/>
          <c:tx>
            <c:v>95%-interval Onderste kwart SES, 2025</c:v>
          </c:tx>
          <c:spPr>
            <a:ln xmlns:a="http://schemas.openxmlformats.org/drawingml/2006/main" w="7620">
              <a:solidFill>
                <a:srgbClr val="9A6D00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0.91409206226833</c:v>
                </c:pt>
                <c:pt idx="1">
                  <c:v>3.3182567477422</c:v>
                </c:pt>
              </c:numCache>
            </c:numRef>
          </c:yVal>
        </c:ser>
        <c:ser>
          <c:idx val="5"/>
          <c:order val="5"/>
          <c:tx>
            <c:v>Bovenste kwart SES</c:v>
          </c:tx>
          <c:spPr>
            <a:ln xmlns:a="http://schemas.openxmlformats.org/drawingml/2006/main" w="19050">
              <a:solidFill>
                <a:srgbClr val="6A4C9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4C93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21.522061781762</c:v>
                </c:pt>
                <c:pt idx="1">
                  <c:v>19.97709004394</c:v>
                </c:pt>
                <c:pt idx="2">
                  <c:v>20.318443791314</c:v>
                </c:pt>
                <c:pt idx="3">
                  <c:v>19.760296663055</c:v>
                </c:pt>
              </c:numCache>
            </c:numRef>
          </c:yVal>
        </c:ser>
        <c:ser>
          <c:idx val="6"/>
          <c:order val="6"/>
          <c:tx>
            <c:v>95%-interval Bovenste kwart SES, 2015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2015</c:v>
                </c:pt>
                <c:pt idx="1">
                  <c:v>2015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18.50907967071</c:v>
                </c:pt>
                <c:pt idx="1">
                  <c:v>24.535043892815</c:v>
                </c:pt>
              </c:numCache>
            </c:numRef>
          </c:yVal>
        </c:ser>
        <c:ser>
          <c:idx val="7"/>
          <c:order val="7"/>
          <c:tx>
            <c:v>95%-interval Bovenste kwart SES, 2018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2018</c:v>
                </c:pt>
                <c:pt idx="1">
                  <c:v>2018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16.262080504543</c:v>
                </c:pt>
                <c:pt idx="1">
                  <c:v>23.692099583336</c:v>
                </c:pt>
              </c:numCache>
            </c:numRef>
          </c:yVal>
        </c:ser>
        <c:ser>
          <c:idx val="8"/>
          <c:order val="8"/>
          <c:tx>
            <c:v>95%-interval Bovenste kwart SES, 2022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2022</c:v>
                </c:pt>
                <c:pt idx="1">
                  <c:v>2022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16.624496560105</c:v>
                </c:pt>
                <c:pt idx="1">
                  <c:v>24.012391022523</c:v>
                </c:pt>
              </c:numCache>
            </c:numRef>
          </c:yVal>
        </c:ser>
        <c:ser>
          <c:idx val="9"/>
          <c:order val="9"/>
          <c:tx>
            <c:v>95%-interval Bovenste kwart SES, 2025</c:v>
          </c:tx>
          <c:spPr>
            <a:ln xmlns:a="http://schemas.openxmlformats.org/drawingml/2006/main" w="7620">
              <a:solidFill>
                <a:srgbClr val="6A4C93"/>
              </a:solidFill>
            </a:ln>
          </c:spPr>
          <c:marker>
            <c:symbol val="none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2025</c:v>
                </c:pt>
                <c:pt idx="1">
                  <c:v>2025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16.381217785473</c:v>
                </c:pt>
                <c:pt idx="1">
                  <c:v>23.139375540637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8D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25.35"/>
          <c:min val="2014.65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D8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7F5F0"/>
        </a:solidFill>
        <a:ln xmlns:a="http://schemas.openxmlformats.org/drawingml/2006/main">
          <a:noFill/>
        </a:ln>
      </c:spPr>
    </c:plotArea>
    <c:plotVisOnly val="1"/>
    <c:dispBlanksAs val="gap"/>
  </c:chart>
  <c:spPr>
    <a:solidFill xmlns:a="http://schemas.openxmlformats.org/drawingml/2006/main">
      <a:srgbClr val="F7F5F0"/>
    </a:solidFill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36EA7-6592-4E25-AEF5-6E5AA405B7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8b62ec1f74df6">
            <a:extLst>
              <a:ext uri="{96DAC541-7B7A-43D3-8B79-37D633B846F1}">
                <asvg:svgBlip xmlns:asvg="http://schemas.microsoft.com/office/drawing/2016/SVG/main" r:embed="R25656707fad347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428625"/>
            <a:ext cx="3524250" cy="9715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0B1C8-21FA-416A-80FB-45A27EF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510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510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510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Nederlandse leerprestaties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06264-285E-4484-8926-77B740B0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52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285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Ontwikkeling, verschillen en leeromgevingen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5ECEE-E037-45CD-AF46-E3FAD5DB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2025">
                <a:solidFill>
                  <a:srgbClr val="17242D"/>
                </a:solidFill>
                <a:latin typeface="Oswald"/>
                <a:ea typeface="Oswald"/>
                <a:cs typeface="Oswald"/>
              </a:rPr>
              <a:t>PIRLS · TIMSS · PISA</a:t>
            </a:r>
          </a:p>
          <a:p xmlns:a="http://schemas.openxmlformats.org/drawingml/2006/main">
            <a:pPr algn="l">
              <a:defRPr sz="2025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2025">
                <a:solidFill>
                  <a:srgbClr val="17242D"/>
                </a:solidFill>
                <a:latin typeface="Oswald"/>
                <a:ea typeface="Oswald"/>
                <a:cs typeface="Oswald"/>
              </a:rPr>
              <a:t>Internationaal vierde leerjaar / Nederlandse groep 6 en 15-jarigen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98B83-2BC5-4ABB-8640-7E0027D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Kansenlab · Onderzoeksversie oktober 2026 · Herhaalde dwarsdoorsneden; geen causale of individuele cohortanalyse.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D6EBD-9D80-4C09-AF8B-5FD09D4C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83200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0D5B9C-4A63-4C9A-8FE1-8047D0D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Gemiddelde scores door de tijd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49F2E-219A-415A-882F-0B7DC77D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78448-A0CA-4BCB-BE9B-E0A7D50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0D89F82-0840-47AB-9DB8-47E920E8944B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4425a9f09042f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19063-C632-459E-BE87-934362FD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A8BBD-6A18-4333-8546-BC4B4336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A09647E-E184-4A71-8973-174B7AD9E4C9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c51d0cc77f4b4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23108-1298-4BD3-B27C-78581939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1F354-AA24-4E61-A4AD-19E6E310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2FB4165C-D378-4240-BF54-FB9E4F3F3DF1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9734e9c0724ba1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CEBA9-551E-4597-B978-A63C6E42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5E114-0AF5-4F36-91AA-4170D423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026DEDE2-6E25-4074-9AAB-C76360330ED7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fbebc671c94fb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65D1F-E799-4E91-A927-FDF6D06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504B6-869E-4D55-ABD0-05AD601A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02890674-B699-4FEA-8FA7-4CB4B2FD9997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638aaaf6204462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3CFBB-9BC8-4258-9C31-DCE40321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DD018-1155-4A00-AEF9-4EFE381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2266B593-8EDB-4D8D-827C-46F5CC368DA0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22e3fe3f3b41f3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26D9B-7DD9-49D8-A1AC-B71A298E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C32E4-E67F-4567-860D-C10F74D0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Nederland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5A74D-99AB-427B-8CEE-4BEDD40A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9298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D2019-4132-44BC-B819-94A3C619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Vergelijkingsgroep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3B381-0C5A-4809-AF9A-98CA9B1E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Vergelijkingsgroep: vaste passende rijke landen per paneel, ieder even zwaar; Nederland uitgesloten.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71CAF-FD0F-4C94-BFAF-197AB3ED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9409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0A553-7942-40B3-B1E1-E0B9A6A7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De onderkant, het midden en de bovenkant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8E73A-6DDF-4D74-8303-20482A88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E0857-AEAE-4AA3-A597-993C798C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ED00403-E2D9-42F7-BDB4-8CC2946693EB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9f466e67ab418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B7254-ABEF-46FD-B6BC-59130713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5CF6B-2C30-4956-AE65-B3BE52C2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7450368-E232-4BA5-B8DD-0F07E4D7FB38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56da1b17f14b8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D94C3-ABC8-4586-B8CB-A8728FC4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1696F-E7D1-4B10-B56D-1D428CEA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FF15ED6-6953-4265-8852-48F01E9F56FE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0a9ba7ca4e4d12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52402-262D-4489-A401-7C232FBE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444FC-D420-4C45-9E11-8F3C6A09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4689586D-3DCE-4FDC-8DD7-D2E395A9679E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bd48ff44dd4eb5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D73A7-85CA-4BA2-AC71-74642C20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CA4EA-F381-47B6-BBD6-14AA9033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CA8DC26B-7A27-4E15-BC62-42B4F3605A21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a2ad64129246c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880D3-ED31-43CE-B18B-AFEDEFB6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0BA81-37A0-4B86-83DE-692955C7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5BC0C5DF-B0C7-44E5-9EE9-95ACEB2FC5B0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7c9ca6ad124546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DC4F6-86A2-40FC-ABB6-7B4572AB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27D9B-9754-4A64-B558-C55FF20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Tiende percentiel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6E868-49EF-4EE8-BDA8-F3C1264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F906D-A46F-4F0B-9502-069A8A19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Mediaan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B7825-5081-40AD-9A9D-7167443E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80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E0509-9A4D-446E-B7F6-1284F3D1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Negentigste percentiel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5D6B11-01F9-4225-B2EE-9D4856E8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123098-F82B-45DB-A092-2B48023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29383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DBEA3-652C-4266-BEC5-34686F5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Gemiddelde score naar sociale achtergrond in groep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D2A49-F53D-4CB8-8B91-9FE7DBF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D4A09-0C67-43CE-A3BE-484DBF2A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3996BB3-3259-49B5-9C8C-25FBBFDDA34E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c4acd8c9174fe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F2341-1CCD-4A0D-B5EC-527C4388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DD87A-1520-4DFC-8C34-EC6D98BF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7DF03EF-8F0D-4423-92F8-7C610312B9A2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add0beb3444e1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79548-0801-40AB-89E0-18913C26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68634-D28A-407F-A37F-EF0FC5A0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FE8541A-380B-4BC2-BAA8-59502E3B76BD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69916b2d3745e3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EA987-DDD2-4B89-9D9F-846B73D1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A6D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77032-0C20-4AD0-8970-6E6C5937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Onderste kwart 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D19DC-78D6-4F6C-B2B1-F15F095C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EEA26-F9E0-4FEC-8E45-1549DB51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Bovenste kwart 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AC15A-B801-4E35-989D-21660A8B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SES: boeken thuis bij groep 6; viergolven-Cobreros bij PISA. Verschillende constructen.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CE091-585D-4E9E-B500-21F6E6B0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8583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3CED3-69B5-4667-87ED-FB8B8D4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Verschil tussen het bovenste en onderste kwart in groep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A7798-357A-4E62-9617-D4EA445C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55B44-A58E-4A1C-B9D8-D6C039C9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AE45CBE-2D12-4A3A-947F-EB237D6ECD37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a225a719ee4d4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A77F8-9109-479F-9862-B8A458D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95C54-38EF-45A4-919D-1249566F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7CB7834-0946-42FF-9F4D-062251AF0244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2d0f811a11452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AF0BA-38BD-4221-898C-A09A6F2A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FAFBE-E678-4B29-A920-F39D4EC9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24B23DD-482C-4A8E-A3DC-F970888846DF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3f48158a4d4e71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EED67-3AF2-4459-8CCE-661EF341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4A9BD-FDB8-4FF7-B2F9-BEC3639B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Q4 min 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50112-1637-482D-9ED5-82E0409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SES: boeken thuis bij groep 6; viergolven-Cobreros bij PISA. Verschillende constructen.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43C9B-4B97-4C21-8E29-8423EFDA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19150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22DC5-A415-4508-9C64-65DAEE5F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Onder basisniveau naar sociale achtergrond in groep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BEE83-4CF4-4F21-B1FC-8C5DA956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E3D32-41AF-452F-A495-E78A9229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FB98E3B-C33E-4F4C-8BFE-A40AA709CAF1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a6c7236034d6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5C7BE-5F21-4DFF-9FE9-7E790F26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D68EE-FFAE-44B0-8C07-9F13DD78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74267F3-CC1F-4B3A-AB20-90D75821E695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f597d5c6554a1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C73B5-DD65-4E66-A4A7-6A646975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1CDBB-C806-4C4D-8459-E4755CB9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9EF6861B-417C-4965-A309-00FF300AD0B9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c466b642444e0a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6094C-AFED-422D-8331-3E2A8F74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A6D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3B932-CD37-4392-A660-53556218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Onderste kwart 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94AEA-D822-4693-9D18-45C26818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05713-6CD5-4242-815D-21185A09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Bovenste kwart 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D301A-13A2-498B-ACF3-DE2BB50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SES: boeken thuis bij groep 6; viergolven-Cobreros bij PISA. Verschillende constructen.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53D75-440E-42BF-A29C-4F92DEA7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3515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54EC9-7755-4C78-8E18-D8213608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Gemiddelde score naar trendvergelijkbare 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17F98-F675-4F83-8F81-8BC993A0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0C370-4347-4AE2-B309-28126D55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991E58E-34DB-4EA8-8298-F465B80ECB19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1c1991a6044b7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B1E4F-4DF8-4405-AF93-9B1C8F1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13EAA-9F4C-4AAF-9974-E0AB7A21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424FE2C-9FC4-460A-8C24-95B760F3DBDB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1dcf26aee2454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65FA9-305C-4ECC-815B-2BFE595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B4185-5AC1-4402-AA9F-D82590E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FE594492-9E93-40D1-8D68-F56B920D7180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a8fe040d174fcf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FD3C0-B431-4CC0-9FED-10BD3AC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A6D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B10E4-3EC8-48F2-AA53-7C36E849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Onderste kwart 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26644-B89C-4117-882B-D4ADED59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A97E1-B127-40CC-A342-061094B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Bovenste kwart 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991E7-3F93-41C5-BE9E-0B71867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SES: boeken thuis bij groep 6; viergolven-Cobreros bij PISA. Verschillende constructen.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C39C9-511A-4CF1-87E0-EA3DCF5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9367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5264B-EADF-427F-90A6-D5F99576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Scoreverschil naar trendvergelijkbare 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1FF96-ADD0-4885-962D-A34F6D81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0AD6D-6594-4A99-B5B3-D500B7FB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6303DB5-47A3-4B11-8707-B242A3CFDCD4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107c4c7f49486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A1D8E-4CEF-4F32-A940-12823D2C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3E748-700B-433E-86EF-AB739A34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686A07F-2421-49A1-A215-68C7C03B6A99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43de599ff444c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865DA-1F1D-4B56-95CB-32559335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BE13F-10EE-4C49-8ED8-65DF8A33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0398EAE0-09C2-47E9-9B2E-8D62283CB8D4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715842bdd841d9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10B19-7F1E-4166-88DD-6BEA1FE2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2C47C-FDB9-4704-91FF-FC01E116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Q4 min 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DC673-290F-46A9-8AA6-320C5EE6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SES: boeken thuis bij groep 6; viergolven-Cobreros bij PISA. Verschillende constructen.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0759D-8321-43DC-A059-01BC2038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23257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66F58-4BF1-491D-AF67-4D111381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Onder basisniveau naar trendvergelijkbare 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EF005-1D0D-43EE-98C2-E6D6C10B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D291B-2FAB-439B-8927-7A9276E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B977EF0-7DDF-4192-B97C-86D01670A9C3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eef6488655424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3E18F-7F6E-4F7E-9745-09FBB260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CD3E4-54B4-4A33-8E49-CB0F8EE0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42A677A-F6D6-488B-B88A-CEF9EF75EB47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4c0f2ee9ee446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06F9B-DED1-4E3B-8F65-9441462D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23F47-8562-4DA8-BB65-C2A3ADFD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9FF2F38A-F132-4F37-8220-8A3B96E71B98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9dbabe57af447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F954F-977C-4BF3-A5FC-BB8E305E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A6D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0B308-11C6-4E82-9859-F14A1A9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Onderste kwart 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9C42A-60FE-4EAD-A0D6-FC751C6B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C6783-CB37-494B-9137-AB8E3991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Bovenste kwart 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5BF7E-A520-41E9-8A3C-21FCB0E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SES: boeken thuis bij groep 6; viergolven-Cobreros bij PISA. Verschillende constructen.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49E68-719E-493F-AC20-443E57B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10394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9AC79-0521-4A25-B696-F4D191B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Gemiddelde score naar geslacht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E62DC-C1DD-4F6F-8A2C-D4EB1601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6C6BE-0686-4CE9-B961-3BF26EEC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FBC102E-E336-4FAD-9B0D-98F63D40A27A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971b1654aa4dd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F5EB3-03AE-4D39-8D61-9F3BE634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E446F-23BB-4AE5-BC01-E8E6CEE8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713BED4-B0F4-4EDB-B664-4D6487D6E49B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4318b4427b42e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DC218-687D-4958-9993-BA86B20A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A0877-8E3F-4A71-9E44-33C5573D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53C267A-292C-4B5A-9D5B-22F9A1AC2BCD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ba2c981f574c3b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FBBCC-D5B0-42F3-896D-9915BD16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51CE0-E9B7-4CF9-8232-948A3F01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5DB06EC1-76D4-4D26-8E58-119345D2C15C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76ecba51e4450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BE9AC-1F0E-4F77-99FE-C8442AD7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7DAA1-D690-4BA1-95C9-9C97DF81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F4B56D48-4C3D-4050-83B2-969D4B5DB34D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be1212af0646d8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553CF-AEA5-4570-B878-79EC382B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C0E6D-EDAF-4AD8-B437-EB33AC27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5EBFAE2A-2EE0-40F8-A3E8-75EC3B7BF42F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642ed152844115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D0E27-AF00-463C-A49B-9391B868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34576-03DE-470A-B0F3-251E9570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Meisjes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870EC-4334-4F7C-8E1A-6F71A107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B43FC-B734-46D5-8560-1C2B02E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Jongens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FC383-E9B4-480F-8721-EF13ED0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103FF-16F4-4C2C-A622-CD163F6B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Meisjes + other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5FDC1B-99AB-4D53-980F-E1B20F5F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Afzonderlijke meisjes waar beschikbaar; de gepoolde categorie “Meisjes + other” blijft zichtbaar onderscheiden.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4CE7C-3851-4D3D-994A-915279B1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99960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3F268-2419-42F1-A418-E567BD58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Gemiddelde score naar taalgebruik thuis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71B89-03C0-47FD-97E9-3EC97F6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64DA2-D07E-4FAE-90D9-0F2FCFD0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B30550A-66BB-45F1-855B-269FF38FB66B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8fe830afc6472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A8221-3048-4EC8-BAED-270572AC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7033-0ABA-41B0-8575-32829B94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08A1FBF-8DB5-412E-9FD5-7267A45FBF79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58c285b5684ce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EA01C-9744-485F-9A62-171409A2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28CBA-A46B-482E-B25D-3610D56C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25E54BC9-B2B8-4F66-BD80-639CAD86C36A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2b046b59bb4ac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686F7-0064-4DC2-BDF8-EA9E0E87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6D476-FD2C-45C7-B65B-EAAE7BFD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F17C59B2-33A1-4A1A-B43B-12FA037AE230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08f724deda47ee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EC91B-24DD-460C-B896-CAEF58D8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0AB71-A899-41E2-8809-D6AB459F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5F938402-5230-4EF6-AFB5-C87915790ABA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0c279d754246b6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A08DD-3596-434E-9C14-7397268D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EB1B6-1583-44BF-9760-665416FA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26FD302F-2852-41DB-8EC2-26D69F78261A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f243319a9b47cd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599C8-432B-4832-AF9E-7E92E8F9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77DC2-1AE4-4C7A-B059-4CD2E9DC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Altijd/bijna altijd toetstaal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32347-089D-468C-9E59-430D887D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898A2-E9A9-45F9-B38F-9EFAF400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Soms/nooit toetstaal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27020-8F3B-4897-A88B-116AA8E6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80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B268E-7E80-4FB6-8710-9FA68AF7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Toetstaal thuis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96E00-5284-4921-97CB-539B3A80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340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A6D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606BFB-2E0A-4E1B-91A0-961957F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Andere thuistaal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8012BC-367F-411F-AF60-AE451958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C55D7-24ED-4861-AF7A-BACCF63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21212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03DD7-CAF9-488E-8B2A-7A19D246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Gemiddelde score naar migratieachtergrond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04EE6-B56B-444E-A4E1-016F04D1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2DE99-05F6-4D3D-B5C4-E13D0FDC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FC4DD77-BA8F-44A9-9081-F1D0E1598F9C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fbaa878b294ee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D019A-13FF-4286-864A-C13BDE1A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8F053-7CC6-4065-ACCB-02AA8B3E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50D720F-72AD-4688-BEDA-02DE3A59BF94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e92437e92f436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76668-922E-41B9-B127-41999CA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836F5-B9C7-4C10-A97C-167FDB58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EA2B6736-C8A6-4B29-854F-6CB068EC5619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36f7bdd7664cf0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4AA48-FC13-405E-8AB6-51D3951A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6D933-F54A-4F57-A363-2CA19896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5BB1F43A-823A-4E6A-8B28-4F804D41B93D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267063ddb44178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DB24B-286F-41BF-8BE7-5A77513F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E09EB-BB82-4B44-A553-135F37C2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70BAAB75-62E7-4491-B094-CF72002ACB99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0f6fd9fead4f8a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F72F8-EEFF-433E-A3CC-5B58FEC5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6B85C-9F8D-4198-89B2-65A42B20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7E5783E9-8382-4916-81FC-B49862DDF427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e55a6f1a234dd1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221A4-371F-4F7C-8014-251781FE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405C6-0A45-4F75-A8BB-99C0AC2B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Geen ouder in buitenland geboren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56C9C8-6C27-453B-AE22-D7C03A23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942AA-2D56-4CCA-8D7D-D380C1D8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Minstens één ouder in buitenland geboren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9F75E-70F9-494B-A38E-C573FB4C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8849D-6942-4AAF-A1FE-678543C3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42212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7A5D50-A0EA-4CE4-868B-1B8BA036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Gemiddelde score naar migratiegeneratie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20DE3-A385-4AF6-ACE2-1EEEC783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5DB39-70FA-4E46-A936-8718F824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67E46F3-5F1B-45FF-92D0-5C316673E948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db1be90c46450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4BDB9-CE29-4E45-8DD1-07EAD32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1D974-8309-4DFC-BFE7-01CE21A0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5783C5A-1286-4E25-94B5-A01BCBA26C85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ad090c06a04a5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7B789-924F-409F-BC06-30FE89AA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A7477-0238-4C73-941E-DF25FBFC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AD1C3FF9-31E7-4080-88F6-84682AAE5E24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51f30adf104b1f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171ED-8915-43E6-A1E4-8CBD4D2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D657A-2E56-4ED6-BBD5-715F0F68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9C98DD50-9223-4628-AF80-2D06BEE27DA5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faa94c7b8845b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313D2-2E38-4DF8-8DD6-EB4F85B2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F587B-47C4-423C-B5B4-24BF1BA1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AB238904-B443-4D53-9B02-30AA03E92AA9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2e27070fd74fbd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47222-C690-4F58-985E-506EBF92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A5FFB-98D0-4D5F-ADAE-77732B64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F27244BD-DD0A-46BB-824A-407A6C71E05B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1a87ef61714ec5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82E01-668A-4C48-982F-17DAA1A4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616CA-C689-4C7F-8551-3A69B997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Geen migratieachtergrond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75233-FE38-40ED-9F1F-C0782310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E50B2-4FB3-4308-AAE6-775E10D9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Eerste generatie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0A37F-89FE-48B3-B10B-1342FA70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80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949CD8-4BBE-4BD6-A8F8-930342E8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Tweede generatie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DF86F-B4FF-4408-A09D-72BAA828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5C206-8173-4A70-ACC3-6853D6A1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39498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3A2AB-1B55-41E0-B7B8-92A3DE9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Scoreverschillen naar migratiegeneratie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A66B3-27A4-46C8-B5E6-3949F860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D9932-9806-4423-A179-6BD50B8A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2FC5F2D-FD5C-42AF-A3C4-781BD9F5C96A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00020137404d1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C881B-4B14-4A21-B3A2-BD2FEEB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1F3AC-1E3B-4365-AEA0-10E2CFBE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4D9E269-648D-4BAF-B3B2-29140B758EAB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efeee4df6e44e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1739A-DC7D-47E3-89C4-B302E6D1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4AC6E-27DE-4CD3-B8D1-DD4D72A5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18CE510-64CD-474E-9FD7-96441376D295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b94be8c19e4de3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09782-6948-4194-B71A-B5040846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C237D-2CE2-4136-B92A-C8B1EE81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8304AD1A-A1BD-43CC-8427-66D4CC041A41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d0ffb883d14445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78251-BBCD-40EC-B56B-A76A1753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9384A-E7FB-47FE-A81A-E18F06BB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904203AF-4851-4F09-AEB5-2EE9E0C6DA00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30a5c0a15b427a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483B4-C98F-425B-AF4D-F6AF7C42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C4854-9924-4068-9541-95620224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Scorepunten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0F3F1764-2462-43FB-8997-0A763E74BFBA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a1fe1f68fa4201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DFA42-70C9-443E-A49D-5D9A3179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91AED-4C88-4FD5-B327-672139B6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Eerste min zonder migratieachtergrond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D58BA-A6C2-4977-902A-0528AC9E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F8F658-4C43-40DB-ADD1-E852872A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Tweede min zonder migratieachtergrond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EE921-9566-48C3-A3DE-6332BB9A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BB415-B7F0-4C8B-9BA3-6E753FF8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837842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6DFBD-DCB7-491D-A1CD-2EA17D2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Lage SES: aandeel peers uit het bovenste kwart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0664B-0417-454D-8CD1-648C3A6B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PIRLS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AA3F1-BF62-4FBC-8ED3-F837AB7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3B0D336-0547-4E32-9244-A9EF668BEDAC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69c9c1dc52409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B366E-886E-449C-B3CA-4698FA76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TIMSS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CB1C3-65BF-472A-8E6B-CF7637D3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7E142C8-FEAA-4A39-B634-C0FCC4185485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346bea5b3b4e7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9D39E-7E3F-42D3-A8B0-E6B4C8A6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PISA · 15 jaar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BAA47-2044-4D5B-8366-0378BAC9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468C0EED-A480-4939-A101-3FCEC1AB62CA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ccd655e681446b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84DCE-AF0B-4882-9294-605C8B52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9298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B1725-973A-44F7-B87B-67EA79E1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Landelijk aandeel Q4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48803-423C-4558-93FE-E1F3C2C5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A6D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4164E-414F-4CE4-AEAC-FC8366D9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Bij Q1: aandeel Q4-peers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F9890-F5D9-40EF-9A4A-E6FFD991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Peers: zonder de leerling zelf, binnen klas (IEA) of onderwijsprogramma binnen school (PISA); geen causaal peereffect.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9A079-40A2-47EA-A758-B1282FA7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24849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600D4-FD97-4847-8667-D19DCB1D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Hoge SES: aandeel peers uit het onderste kwart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E5E58-9BE0-4877-B8DC-43A45C1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PIRLS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12D83-5271-4D19-94A4-A8749FE6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1DE7D5A-DBBB-4E34-9258-B4E6ED2B6F5C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c8c92a149242a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E894B-59CD-416E-B5ED-30880D69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TIMSS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EAEB7-7524-43A7-898E-5DC5ABF8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643A3B3-70A5-4716-9EE2-ABF233788EC7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51196a1a164d5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AEAC9-EDC9-4534-A83B-E3D116D3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PISA · 15 jaar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117FE-020F-40BE-9449-4E719C54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637A023-7441-410F-9844-0403B25345B7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aa54714dbb4b63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5CA32-E2DA-43DB-935D-9EA76654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9298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06EC1-B1B4-422D-8F3B-6EE49B8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Landelijk aandeel 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E3756-D0E8-4B05-8213-1B5E8AEB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F2D67-EFC2-4BEE-9C66-8E3EAE4C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Bij Q4: aandeel Q1-peers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25C85-8D9A-43CE-9A1E-21BDCF3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Peers: zonder de leerling zelf, binnen klas (IEA) of onderwijsprogramma binnen school (PISA); geen causaal peereffect.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8C8DE-797B-4CF1-8A77-7E9ADE5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108847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E6956-0A94-4E25-90EF-31DC8C8A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Thuistaal en de samenstelling van de leeromgeving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6530D-D5C2-46FE-9891-F3B1D301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PIRLS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DCA66-1155-4C9A-97B8-BD605E7F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04D381A-B002-408A-9B80-74CA88B8CD2F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2e51cdbbc14b8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6B63E-E81E-4429-B71C-10C3D59F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TIMSS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51098-91D7-4958-A8FB-193F4D29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843C65D-CB6A-4A93-8B99-57B91C6F47FD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cee55d2c024ce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2C1B7-D843-4B8B-B55B-0D24C774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PISA · 15 jaar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5288B-BF72-4346-90FE-E71A49B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8C060CE3-C190-4386-806B-3C64E9A2FFFA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d8cc4355d04620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4EC57-FEF5-46C7-9D09-A6D50E38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896C3-A9B1-456D-87E1-5D6D45F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Bij soms/nooit: aandeel altijd/bijna altijd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00C9A-1559-4E73-898D-0B764F50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9298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71C45-21D3-49F9-AFE9-FFD7CC1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Landelijk aandeel toetstaal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5CCDD-14F8-4CF7-80CE-71ECD7ED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80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04189-E2EA-46A4-8370-EEF13A77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Bij andere thuistaal: aandeel toetstaal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BB124-21B8-4D00-82E8-D6D477B3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Peers: zonder de leerling zelf, binnen klas (IEA) of onderwijsprogramma binnen school (PISA); geen causaal peereffect.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29EBA-D76F-408F-8C13-05679FF1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38705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316C5-1958-47B9-B807-13CC25E3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Migratiegeneraties en peers zonder migratieachtergrond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DB63B-602C-41EA-B992-F0A83601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PIRLS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9DF22-D13A-477B-8E65-ABAB773F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22D7A16-AD77-4AD0-800C-7CA46C7C2BE2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43d8cdea0e42a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3EADC-8FC6-462A-BC11-F2A3365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TIMSS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AC696-6F83-4446-9B59-34360EDC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355FC91-C875-4E44-9CEA-7ADD1F7CE230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8c1140a213453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2AD76-E4BB-4ABE-BA55-F721826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PISA · 15 jaar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24D8D-0B7B-4733-88C8-91BC1A98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D82A567-1B68-4530-A2A5-B68963A1A76C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20cd4f92db4a47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4D841-D804-4BA5-9A97-CF19AB5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B9A41-0944-4C12-A5BF-501FCC05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Bij eerste generatie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DCB73-967A-4F94-A736-F6CFC737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3C983-2261-4B4C-B364-91F86933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Bij tweede generatie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C0FAA-3599-46CF-A466-DE6A9BB5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Peers: zonder de leerling zelf, binnen klas (IEA) of onderwijsprogramma binnen school (PISA); geen causaal peereffect.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A7452-FCAD-4EC2-903A-BAC795FC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395079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BEB58D-6CA5-426D-A76B-30CE2CF5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Peers onder basisniveau naar eigen vaardigheidsniveau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D511D-F881-4D61-96A8-4C4EACC1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DA83F-2BC9-4D4D-BF40-393D509C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06F4398-CF4E-4935-92BB-865675EE1D20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43a5136f944e8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0D620-19EB-4412-B705-6FA99F4B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293AB-EAEF-4693-9267-70FA0B84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AC7F5FA-5078-447A-B7D0-F513FD5037B2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0a18d26b9944f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B5152-17F1-4EAD-A41F-920A8098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D4225-F07D-4D92-868C-C697C602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26038EBF-1AE1-4922-B407-99644639AABE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c77f8b9f854b5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35182-973C-4784-828A-BC31D9D7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66C3B-37E1-485B-AB52-CE659A10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84CE2FCF-0CBC-417C-9175-3DE96A874B74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ddf684bbfe4be5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7D5CA-66E8-4FFB-BE2D-3D46789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CABC8-CCA9-45C6-BD1B-08723C68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69CF05CA-E141-43FC-984F-7B08A5C181C7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58c27d4db3490e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E01BD-48DD-4AC6-AE61-87D503D6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1F0A4-0933-4C42-A6CA-D0F507BA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4BAEA846-48D8-4996-BC57-0DFFD33BCCBD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48c1f7f0ff42e9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82DA6-9471-4F06-98F2-6DA0942D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6AFD7-934C-48A9-9B27-3B7CC761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Alle leerlingen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A26F9-46E1-40C7-8E63-6670E4E9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B590C-8A36-4E9A-B501-740C8945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Zelf onder basisniveau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A6499-BB23-43A0-BE45-4A6892B4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80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8A19B-2604-4E23-812C-13F80D8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Zelf op/boven basisniveau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A50AF-2919-4ECB-9705-0DA4384A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Peers: zonder de leerling zelf, binnen klas (IEA) of onderwijsprogramma binnen school (PISA); geen causaal peereffect.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B1791-48CE-4EE8-A032-82F0A244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557323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3529CD-9E03-47A2-B0F6-2F825500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Hoog vaardige peers naar eigen vaardigheidsniveau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621D8-C1E9-4769-A524-6FAA99D2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46560-0C1A-44A4-B229-2E14692B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0A5B001-B63A-4BAF-85FA-C7F26299E2A6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9768cd9f54bc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950D7-02A2-4A83-BAA9-8AFA8DB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5C9AF-1EF8-48AD-9FCE-A0BF94E0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27CA9CD-B4E6-4E42-9E66-420F2FEBC413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60cd67614d4bc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10E5F-2BA9-4101-8B10-CA03E3C8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F67A8-DE5A-40FA-B2B5-5CB52601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2AE8838-3538-47CF-A220-A9DA1DE32A35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18b0e9179a477a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7E09F-0B9C-4C77-BA2D-F1408583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FFDFA-B604-46B7-AA5C-F230F7C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A1B7C52E-C37D-49ED-886A-E240D9EBE0D0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b55972c55d4e40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25249-04CE-40CE-B16A-A209BF4A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7F016-DE5E-4D5A-B099-71F47D34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84A97872-319B-46DE-8A51-2E026FE1DF9E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5ae8da85ac459e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0D6BB-E822-440F-9CF2-ED9C2FF8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3B399-BD6E-4D40-9D67-F3DC1C25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73C74DF0-69C4-42FE-9E4A-47EA83DA56CF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e316d0e6db4d34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49D6D-804D-4F8D-BDDF-0D89BE7A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D8245-22C0-461E-A9AA-0ACC93D2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Zelf onder hoge drempel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E4055-73A9-4F56-BB5B-313A7F34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9297F-13EF-46CA-826D-E63F540F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Zelf hoog vaardig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373FA-CBB6-4A1F-92A6-29E7B070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92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E9F5D-54F9-4BA8-BAE9-0EA9B60C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00700"/>
            <a:ext cx="339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Landelijk aandeel hoog vaardig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38B26-BDE0-4B48-9F0C-DE7D5354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Peers: zonder de leerling zelf, binnen klas (IEA) of onderwijsprogramma binnen school (PISA); geen causaal peereffect.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D1C0D0-159B-4393-AC02-CD37654D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557323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238F0-70A7-4D28-A26A-F209EC15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38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Dekking van de Nederlandse SES-reeks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5E323-8754-4B55-96D6-28B4C7BF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2025">
                <a:solidFill>
                  <a:srgbClr val="59636A"/>
                </a:solidFill>
                <a:latin typeface="Oswald"/>
                <a:ea typeface="Oswald"/>
                <a:cs typeface="Oswald"/>
              </a:rPr>
              <a:t>SES-constructen worden per studie afzonderlijk geïnterpreteerd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8E495-7BA9-4AD8-BF62-22D082B435C0}"/>
              </a:ext>
            </a:extLst>
          </p:cNvPr>
          <p:cNvGraphicFramePr/>
          <p:nvPr/>
        </p:nvGraphicFramePr>
        <p:xfrm>
          <a:off xmlns:a="http://schemas.openxmlformats.org/drawingml/2006/main" x="342900" y="1733550"/>
          <a:ext xmlns:a="http://schemas.openxmlformats.org/drawingml/2006/main" cx="11430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524000"/>
                <a:gridCol w="3667125"/>
                <a:gridCol w="4810125"/>
              </a:tblGrid>
              <a:tr h="457200"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 Medium"/>
                          <a:ea typeface="Oswald Medium"/>
                          <a:cs typeface="Oswald Medium"/>
                        </a:rPr>
                        <a:t>Studie</a:t>
                      </a:r>
                    </a:p>
                  </a:txBody>
                  <a:tcPr marL="91440" marR="91440" marT="45720" marB="45720">
                    <a:solidFill>
                      <a:srgbClr val="EDEE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 Medium"/>
                          <a:ea typeface="Oswald Medium"/>
                          <a:cs typeface="Oswald Medium"/>
                        </a:rPr>
                        <a:t>Leeftijd</a:t>
                      </a:r>
                    </a:p>
                  </a:txBody>
                  <a:tcPr marL="91440" marR="91440" marT="45720" marB="45720">
                    <a:solidFill>
                      <a:srgbClr val="EDEE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 Medium"/>
                          <a:ea typeface="Oswald Medium"/>
                          <a:cs typeface="Oswald Medium"/>
                        </a:rPr>
                        <a:t>Basismaat</a:t>
                      </a:r>
                    </a:p>
                  </a:txBody>
                  <a:tcPr marL="91440" marR="91440" marT="45720" marB="45720">
                    <a:solidFill>
                      <a:srgbClr val="EDEE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 Medium"/>
                          <a:ea typeface="Oswald Medium"/>
                          <a:cs typeface="Oswald Medium"/>
                        </a:rPr>
                        <a:t>Meetjaren</a:t>
                      </a:r>
                    </a:p>
                  </a:txBody>
                  <a:tcPr marL="91440" marR="91440" marT="45720" marB="45720">
                    <a:solidFill>
                      <a:srgbClr val="EDEEF9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PIRLS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Groep 6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Boeken thuis; gewogen kwartielen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2001, 2006, 2011, 2016, 2021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TIMSS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Groep 6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Boeken thuis; gewogen kwartielen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2003, 2007, 2011, 2015, 2019, 2023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PISA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15 jaar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Cobreros; viergolvenmodel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2015, 2018, 2022, 2025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Home-SES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Groep 6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Afzonderlijke appendixschaal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>
                          <a:solidFill>
                            <a:srgbClr val="17242D"/>
                          </a:solidFill>
                          <a:latin typeface="Oswald"/>
                          <a:ea typeface="Oswald"/>
                          <a:cs typeface="Oswald"/>
                        </a:rPr>
                        <a:t>NL: PIRLS 2021; geen oudervragenlijst TIMSS 2023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63FEC-E6D6-4790-AEC5-459A2D32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815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2025">
                <a:solidFill>
                  <a:srgbClr val="17242D"/>
                </a:solidFill>
                <a:latin typeface="Oswald"/>
                <a:ea typeface="Oswald"/>
                <a:cs typeface="Oswald"/>
              </a:rPr>
              <a:t>Ontbrekende antwoorden veranderen de analysegroep. Gewogen en ongewogen aantallen, uitgesloten groepen en bronvoorbehouden staan per meetjaar in de bijbehorende tabellen.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77110-4A0E-4DD2-969C-9068EF2F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Q01, Q02 en Q07. Home-SES wordt niet aan oudere thuisschalen vastgemaakt. Kwartielen worden binnen land en meetjaar bepaald.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A19E8-8EEE-4D77-BD87-84D079C6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103085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1C198-2654-4BCB-AC7A-BA58BE58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147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2850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Bijlage Hoog vaardigheidsniveau naar 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C82EF-31A2-451D-B27D-A2D13AEF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groep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D4A3B-386E-41A6-B3DC-CF02668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632F758-F2B5-41AD-A52A-6A3E45C18644}"/>
              </a:ext>
            </a:extLst>
          </p:cNvPr>
          <p:cNvGraphicFramePr/>
          <p:nvPr/>
        </p:nvGraphicFramePr>
        <p:xfrm>
          <a:off xmlns:a="http://schemas.openxmlformats.org/drawingml/2006/main" x="3429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a1f81c68634f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C8EF5-58E5-4EE7-BA0C-7FF425B2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Rekenen · groep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7054A-CEA3-421C-AC73-40B601FF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810E4E0-6650-40E9-BAB8-18E8243A5716}"/>
              </a:ext>
            </a:extLst>
          </p:cNvPr>
          <p:cNvGraphicFramePr/>
          <p:nvPr/>
        </p:nvGraphicFramePr>
        <p:xfrm>
          <a:off xmlns:a="http://schemas.openxmlformats.org/drawingml/2006/main" x="42291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72f777d6a14b6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04AC6-689C-462A-BE1F-14E21015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groep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F3180-898C-47B4-A11F-0EAA9D6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88874EA-EEFE-4DDB-B28C-9051F1684164}"/>
              </a:ext>
            </a:extLst>
          </p:cNvPr>
          <p:cNvGraphicFramePr/>
          <p:nvPr/>
        </p:nvGraphicFramePr>
        <p:xfrm>
          <a:off xmlns:a="http://schemas.openxmlformats.org/drawingml/2006/main" x="8115300" y="1466850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97a083b6174dd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8CF71-E8F1-48F9-9FE0-A36A6E5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Lezen · 15 jaar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FBA0D-99E3-4749-ADC2-8CDDD325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C8E93915-02B3-4888-A17C-4ED6D2D6C746}"/>
              </a:ext>
            </a:extLst>
          </p:cNvPr>
          <p:cNvGraphicFramePr/>
          <p:nvPr/>
        </p:nvGraphicFramePr>
        <p:xfrm>
          <a:off xmlns:a="http://schemas.openxmlformats.org/drawingml/2006/main" x="3429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214058b2b5482e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AE498-AEF6-4714-84A3-5E282098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Wiskunde · 15 jaar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4C13D-2498-4CA7-ACBC-4293C943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E332DEE7-9621-499D-9BF0-324632B05984}"/>
              </a:ext>
            </a:extLst>
          </p:cNvPr>
          <p:cNvGraphicFramePr/>
          <p:nvPr/>
        </p:nvGraphicFramePr>
        <p:xfrm>
          <a:off xmlns:a="http://schemas.openxmlformats.org/drawingml/2006/main" x="42291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10d23b26944bf8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F26C5-4D51-4BC2-B1C1-3DA76736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defRPr>
            </a:pPr>
            <a:r>
              <a:rPr sz="1725">
                <a:solidFill>
                  <a:srgbClr val="17242D"/>
                </a:solidFill>
                <a:latin typeface="Oswald Medium"/>
                <a:ea typeface="Oswald Medium"/>
                <a:cs typeface="Oswald Medium"/>
              </a:rPr>
              <a:t>Natuurwetenschappen · 15 jaar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55F7C-22DD-4ABA-8E2B-2E0B5395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Percentage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C3584B2E-F25B-4C8F-8528-9448B2090E8C}"/>
              </a:ext>
            </a:extLst>
          </p:cNvPr>
          <p:cNvGraphicFramePr/>
          <p:nvPr/>
        </p:nvGraphicFramePr>
        <p:xfrm>
          <a:off xmlns:a="http://schemas.openxmlformats.org/drawingml/2006/main" x="8115300" y="3762375"/>
          <a:ext xmlns:a="http://schemas.openxmlformats.org/drawingml/2006/main" cx="365760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e702650e4f4e42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25B81-C5A1-41A6-BF31-CE1D49C7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A6D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ECAA2-E81E-4162-ABA7-461FD58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Onderste kwart 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D538E-9A5C-4F5F-A3C3-8F6D9B7B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05475"/>
            <a:ext cx="257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88E68-B514-4368-AAAD-A065DD8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7242D"/>
                </a:solidFill>
                <a:latin typeface="Oswald"/>
                <a:ea typeface="Oswald"/>
                <a:cs typeface="Oswald"/>
              </a:defRPr>
            </a:pPr>
            <a:r>
              <a:rPr sz="1350">
                <a:solidFill>
                  <a:srgbClr val="17242D"/>
                </a:solidFill>
                <a:latin typeface="Oswald"/>
                <a:ea typeface="Oswald"/>
                <a:cs typeface="Oswald"/>
              </a:rPr>
              <a:t>Bovenste kwart 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D39BC-1A58-4F4E-B5D2-A2E19231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76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59636A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59636A"/>
                </a:solidFill>
                <a:latin typeface="Oswald"/>
                <a:ea typeface="Oswald"/>
                <a:cs typeface="Oswald"/>
              </a:rPr>
              <a:t>Bron: OECD PISA / IEA PIRLS en TIMSS; eigen gewogen schattingen. Verticale lijnen: 95%-onzekerheidsmarge, inclusief plausible values en steekproefontwerp. SES: boeken thuis bij groep 6; viergolven-Cobreros bij PISA. Verschillende constructen.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47868-6718-43FB-B5AB-56C92494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81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defPPr>
          </a:lstStyle>
          <a:p xmlns:a="http://schemas.openxmlformats.org/drawingml/2006/main">
            <a:pPr algn="r">
              <a:def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defRPr>
            </a:pPr>
            <a:r>
              <a:rPr sz="1200">
                <a:solidFill>
                  <a:srgbClr val="59636A"/>
                </a:solidFill>
                <a:latin typeface="Oswald Light"/>
                <a:ea typeface="Oswald Light"/>
                <a:cs typeface="Oswald Ligh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799800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2026-10-20T13:58:42.3800000Z</dcterms:created>
  <dcterms:modified xsi:type="dcterms:W3CDTF">2026-10-20T13:58:42.3800000Z</dcterms:modified>
</coreProperties>
</file>